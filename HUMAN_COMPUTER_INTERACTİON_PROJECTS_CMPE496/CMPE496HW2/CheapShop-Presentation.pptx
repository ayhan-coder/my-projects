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" panose="000005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855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47578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CheapShop Application Project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22612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81655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Author: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Ali Ayhan Gunder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309" y="540698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Date: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July 14, 2025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67596"/>
            <a:ext cx="4271605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 &amp; Project Goals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58309" y="162841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CheapShop?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221884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Java-based desktop application using Swing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264128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Facilitates catalog-based order management for retail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323171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Objective: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382214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a user-friendly interface for purchaser info, item entry, and invoice generation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309" y="424457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data validation and accessibility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483500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Goals: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309" y="542544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and validate purchaser details (name, phone, address, payment)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309" y="584787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 entry of multiple catalog items with dynamic totals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627030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comprehensive invoices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309" y="669274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a responsive and accessible UI with shortcuts and clear errors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309" y="711517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 robust input validation</a:t>
            </a: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0082D8-BAD0-7784-FC30-B67A9C231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5075" y="7553231"/>
            <a:ext cx="2495898" cy="676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590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498" y="3245525"/>
            <a:ext cx="5042416" cy="419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Design - Architecture &amp; UI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44498" y="3904536"/>
            <a:ext cx="13141404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(MVC-inspired):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4498" y="4484132"/>
            <a:ext cx="13141404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r>
              <a:rPr lang="en-US" sz="16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CatalogItem and PurchaserInfo classes store data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44498" y="4898946"/>
            <a:ext cx="13141404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</a:t>
            </a:r>
            <a:r>
              <a:rPr lang="en-US" sz="16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Swing components (JTextField, JSpinner, JButton) organized into panels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44498" y="5313759"/>
            <a:ext cx="13141404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Controller</a:t>
            </a:r>
            <a:r>
              <a:rPr lang="en-US" sz="16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Event listeners and action methods (addCatalogItem, triggerInvoice) manage user interaction and state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4498" y="5893356"/>
            <a:ext cx="13141404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Interface: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4498" y="6472952"/>
            <a:ext cx="13141404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Purchaser Screen</a:t>
            </a:r>
            <a:r>
              <a:rPr lang="en-US" sz="16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Collects purchaser details and first catalog item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44498" y="6887766"/>
            <a:ext cx="13141404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Catalog Screen</a:t>
            </a:r>
            <a:r>
              <a:rPr lang="en-US" sz="16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For subsequent item entry, displays running balance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44498" y="7302579"/>
            <a:ext cx="13141404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screens use titled borders and dedicated buttons</a:t>
            </a:r>
            <a:endParaRPr lang="en-US" sz="16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A05AD3-BE32-5D02-E5E5-3C759F91F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2699" y="7491957"/>
            <a:ext cx="2495898" cy="676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26099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Features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58309" y="3311843"/>
            <a:ext cx="6448544" cy="2791539"/>
          </a:xfrm>
          <a:prstGeom prst="roundRect">
            <a:avLst>
              <a:gd name="adj" fmla="val 5241"/>
            </a:avLst>
          </a:prstGeom>
          <a:noFill/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281363"/>
            <a:ext cx="6448544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986921"/>
            <a:ext cx="649962" cy="64996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565" y="3149441"/>
            <a:ext cx="259913" cy="32492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05364" y="38534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 Validation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005364" y="4339590"/>
            <a:ext cx="595443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valid formats for phone numbers, dates, credit card numbers using regex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005364" y="5162907"/>
            <a:ext cx="595443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Checks for non-empty required fields and valid numeric inputs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423428" y="3311843"/>
            <a:ext cx="6448663" cy="2791539"/>
          </a:xfrm>
          <a:prstGeom prst="roundRect">
            <a:avLst>
              <a:gd name="adj" fmla="val 5241"/>
            </a:avLst>
          </a:prstGeom>
          <a:noFill/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428" y="3281363"/>
            <a:ext cx="6448663" cy="12192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2778" y="2986921"/>
            <a:ext cx="649962" cy="64996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7803" y="3149441"/>
            <a:ext cx="259913" cy="32492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670483" y="38534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Updates</a:t>
            </a:r>
            <a:endParaRPr lang="en-US" sz="2200" dirty="0"/>
          </a:p>
        </p:txBody>
      </p:sp>
      <p:sp>
        <p:nvSpPr>
          <p:cNvPr id="15" name="Text 7"/>
          <p:cNvSpPr/>
          <p:nvPr/>
        </p:nvSpPr>
        <p:spPr>
          <a:xfrm>
            <a:off x="7670483" y="4339590"/>
            <a:ext cx="59545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Automatically calculates item totals based on quantity and cost</a:t>
            </a:r>
            <a:endParaRPr lang="en-US" sz="1700" dirty="0"/>
          </a:p>
        </p:txBody>
      </p:sp>
      <p:sp>
        <p:nvSpPr>
          <p:cNvPr id="16" name="Text 8"/>
          <p:cNvSpPr/>
          <p:nvPr/>
        </p:nvSpPr>
        <p:spPr>
          <a:xfrm>
            <a:off x="7670483" y="5162907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Updates "Balance Owing" in real-time</a:t>
            </a:r>
            <a:endParaRPr lang="en-US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B30198-93F0-0F54-6C53-269E17B916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3272" y="7481349"/>
            <a:ext cx="2495898" cy="67636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707124"/>
            <a:ext cx="541615" cy="5416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5194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Accessibility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58309" y="4005620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Keyboard shortcuts: F5 for next item, F8 for invoice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828937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Mnemonics: Alt+N (Next), Alt+T (Trigger)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707124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35194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Error Handling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4005620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Displays temporary dialogs for invalid inputs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219819" y="4828937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detailed validation errors via JOptionPane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707124"/>
            <a:ext cx="541615" cy="5416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1329" y="35194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State Management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81329" y="4005620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Tracks purchaser information and catalog items using ArrayList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9681329" y="4828937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Manages purchaser entry status</a:t>
            </a:r>
            <a:endParaRPr lang="en-US" sz="1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6FBCBC-7FB1-7B0F-E61F-AF96634E6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4418" y="7434215"/>
            <a:ext cx="2495898" cy="67636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499473"/>
            <a:ext cx="3514606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Implementation Details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244709" y="23873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Technologies Used: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44709" y="2960132"/>
            <a:ext cx="35493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Java: Core programming language (Java 8+ for lambdas)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4075986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Swing: For GUI components and event handling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4845129"/>
            <a:ext cx="35493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AWT: For layout management and event listeners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44709" y="5960983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Libraries: ArrayList for data structures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0339" y="23873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Code Structure: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30339" y="2960132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CheapShop class extending JFrame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330339" y="3729276"/>
            <a:ext cx="35493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Nested data classes: CatalogItem and PurchaserInfo</a:t>
            </a:r>
            <a:endParaRPr lang="en-US" sz="1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682645-F61B-22BD-0994-5F223D31C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5025" y="7553231"/>
            <a:ext cx="2495898" cy="676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114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Methods: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58309" y="2900958"/>
            <a:ext cx="4226838" cy="1673662"/>
          </a:xfrm>
          <a:prstGeom prst="roundRect">
            <a:avLst>
              <a:gd name="adj" fmla="val 8742"/>
            </a:avLst>
          </a:prstGeom>
          <a:noFill/>
          <a:ln w="30480">
            <a:solidFill>
              <a:srgbClr val="60646A"/>
            </a:solidFill>
            <a:prstDash val="solid"/>
          </a:ln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9" y="2900958"/>
            <a:ext cx="121920" cy="1673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6804" y="31480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initComponents()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6804" y="3634145"/>
            <a:ext cx="364128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Initializes GUI components, sets listeners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2900958"/>
            <a:ext cx="4226838" cy="1673662"/>
          </a:xfrm>
          <a:prstGeom prst="roundRect">
            <a:avLst>
              <a:gd name="adj" fmla="val 8742"/>
            </a:avLst>
          </a:prstGeom>
          <a:noFill/>
          <a:ln w="30480">
            <a:solidFill>
              <a:srgbClr val="60646A"/>
            </a:solidFill>
            <a:prstDash val="solid"/>
          </a:ln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242" y="2900958"/>
            <a:ext cx="121920" cy="1673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40216" y="3148013"/>
            <a:ext cx="306359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showPurchaserScreen()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40216" y="3634145"/>
            <a:ext cx="364128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Configures initial screen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9645134" y="2900958"/>
            <a:ext cx="4226957" cy="1673662"/>
          </a:xfrm>
          <a:prstGeom prst="roundRect">
            <a:avLst>
              <a:gd name="adj" fmla="val 8742"/>
            </a:avLst>
          </a:prstGeom>
          <a:noFill/>
          <a:ln w="30480">
            <a:solidFill>
              <a:srgbClr val="60646A"/>
            </a:solidFill>
            <a:prstDash val="solid"/>
          </a:ln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654" y="2900958"/>
            <a:ext cx="121920" cy="1673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3629" y="31480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showCatalogScreen()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3629" y="3634145"/>
            <a:ext cx="36414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Displays catalog-only screen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58309" y="4791194"/>
            <a:ext cx="6448544" cy="1326952"/>
          </a:xfrm>
          <a:prstGeom prst="roundRect">
            <a:avLst>
              <a:gd name="adj" fmla="val 11026"/>
            </a:avLst>
          </a:prstGeom>
          <a:noFill/>
          <a:ln w="30480">
            <a:solidFill>
              <a:srgbClr val="60646A"/>
            </a:solidFill>
            <a:prstDash val="solid"/>
          </a:ln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29" y="4791194"/>
            <a:ext cx="121920" cy="13269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6804" y="503824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addCatalogItem()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96804" y="5524381"/>
            <a:ext cx="586299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Validates, adds items, updates balance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7423428" y="4791194"/>
            <a:ext cx="6448663" cy="1326952"/>
          </a:xfrm>
          <a:prstGeom prst="roundRect">
            <a:avLst>
              <a:gd name="adj" fmla="val 11026"/>
            </a:avLst>
          </a:prstGeom>
          <a:noFill/>
          <a:ln w="30480">
            <a:solidFill>
              <a:srgbClr val="60646A"/>
            </a:solidFill>
            <a:prstDash val="solid"/>
          </a:ln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948" y="4791194"/>
            <a:ext cx="121920" cy="13269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61923" y="503824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triggerInvoice()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761923" y="5524381"/>
            <a:ext cx="586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Generates and displays invoice, resets application</a:t>
            </a:r>
            <a:endParaRPr lang="en-US" sz="1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B2194B-88CD-3E34-853B-06EF5968A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4502" y="7553231"/>
            <a:ext cx="2495898" cy="67636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46183"/>
            <a:ext cx="54855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Evaluation - Strengths &amp; Limitations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58309" y="27340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Strengths: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30684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Usability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Intuitive interface with clear labels and real-time feedback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075986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Robustness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Comprehensive validation prevents invalid data processing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84512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Accessibility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Keyboard shortcuts and mnemonics enhance usability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614273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Extensibility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Modular design allows for future enhancements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27340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Limitations: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7139" y="330684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Gaps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Limited phone/date/postal code validation (e.g., no region-specific checks)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4075986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Persistence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No storage mechanism; data loss on reset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7139" y="484512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Duplication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Catalog panel setup repeated across screen methods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7139" y="5614273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Cases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Current item ignored if invoice triggered without adding it</a:t>
            </a: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4E4248-3863-4D25-FA8C-284EF43E6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418" y="7529664"/>
            <a:ext cx="2495898" cy="676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073" y="460296"/>
            <a:ext cx="263937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Improvements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585073" y="1124545"/>
            <a:ext cx="167164" cy="1002983"/>
          </a:xfrm>
          <a:prstGeom prst="roundRect">
            <a:avLst>
              <a:gd name="adj" fmla="val 90000"/>
            </a:avLst>
          </a:prstGeom>
          <a:solidFill>
            <a:srgbClr val="282C32"/>
          </a:solidFill>
          <a:ln/>
          <a:effectLst>
            <a:outerShdw blurRad="40640" dist="2032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9401" y="1291709"/>
            <a:ext cx="2199442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Enhanced Validation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9401" y="1666756"/>
            <a:ext cx="1312592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Stricter phone, date (e.g., using LocalDate), and postal code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5819" y="2252901"/>
            <a:ext cx="167164" cy="1002983"/>
          </a:xfrm>
          <a:prstGeom prst="roundRect">
            <a:avLst>
              <a:gd name="adj" fmla="val 90000"/>
            </a:avLst>
          </a:prstGeom>
          <a:solidFill>
            <a:srgbClr val="282C32"/>
          </a:solidFill>
          <a:ln/>
          <a:effectLst>
            <a:outerShdw blurRad="40640" dist="2032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146" y="2420064"/>
            <a:ext cx="2199442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Persistence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146" y="2795111"/>
            <a:ext cx="1287518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file or database storage (JSON, SQLite)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86564" y="3381256"/>
            <a:ext cx="167164" cy="1002983"/>
          </a:xfrm>
          <a:prstGeom prst="roundRect">
            <a:avLst>
              <a:gd name="adj" fmla="val 90000"/>
            </a:avLst>
          </a:prstGeom>
          <a:solidFill>
            <a:srgbClr val="282C32"/>
          </a:solidFill>
          <a:ln/>
          <a:effectLst>
            <a:outerShdw blurRad="40640" dist="2032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20892" y="3548420"/>
            <a:ext cx="2199442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Code Refactoring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20892" y="3923467"/>
            <a:ext cx="12624435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duplicate catalog panel code into reusable method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37310" y="4509611"/>
            <a:ext cx="167164" cy="1002983"/>
          </a:xfrm>
          <a:prstGeom prst="roundRect">
            <a:avLst>
              <a:gd name="adj" fmla="val 90000"/>
            </a:avLst>
          </a:prstGeom>
          <a:solidFill>
            <a:srgbClr val="282C32"/>
          </a:solidFill>
          <a:ln/>
          <a:effectLst>
            <a:outerShdw blurRad="40640" dist="2032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71638" y="4676775"/>
            <a:ext cx="2199442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Edge Case Handling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71638" y="5051822"/>
            <a:ext cx="12373689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to add current itemstick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86564" y="5637967"/>
            <a:ext cx="167164" cy="1002983"/>
          </a:xfrm>
          <a:prstGeom prst="roundRect">
            <a:avLst>
              <a:gd name="adj" fmla="val 90000"/>
            </a:avLst>
          </a:prstGeom>
          <a:solidFill>
            <a:srgbClr val="282C32"/>
          </a:solidFill>
          <a:ln/>
          <a:effectLst>
            <a:outerShdw blurRad="40640" dist="2032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20892" y="5805130"/>
            <a:ext cx="2199442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Accessibility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20892" y="6180177"/>
            <a:ext cx="12624435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Associate labels with fields using setLabelFor for screen readers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5819" y="6766322"/>
            <a:ext cx="167164" cy="1002983"/>
          </a:xfrm>
          <a:prstGeom prst="roundRect">
            <a:avLst>
              <a:gd name="adj" fmla="val 90000"/>
            </a:avLst>
          </a:prstGeom>
          <a:solidFill>
            <a:srgbClr val="282C32"/>
          </a:solidFill>
          <a:ln/>
          <a:effectLst>
            <a:outerShdw blurRad="40640" dist="2032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70146" y="6933486"/>
            <a:ext cx="2199442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Internationalization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70146" y="7308533"/>
            <a:ext cx="1287518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Externalize strings for multi-language support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14C1466-6470-9230-AF79-F59837DA7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502" y="7456380"/>
            <a:ext cx="2495898" cy="676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081093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244709" y="2725222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Success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CheapShop successfully meets objectives for user-friendly catalog order management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3494365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Attributes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Robust validation, accessible design, and dynamic updates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426350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Effective for small-scale retail use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468594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Outlook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Addressing limitations will further improve functionality and reliability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44709" y="5455087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i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Demonstrates a solid foundation in Java Swing development with extensibility</a:t>
            </a: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96AA98-6BF4-3E2F-F772-F1851FD84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4418" y="7553231"/>
            <a:ext cx="2495898" cy="676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602</Words>
  <Application>Microsoft Office PowerPoint</Application>
  <PresentationFormat>Custom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Barlow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Ali Ayhan Günder</cp:lastModifiedBy>
  <cp:revision>3</cp:revision>
  <dcterms:created xsi:type="dcterms:W3CDTF">2025-07-14T20:08:40Z</dcterms:created>
  <dcterms:modified xsi:type="dcterms:W3CDTF">2025-07-16T07:31:24Z</dcterms:modified>
</cp:coreProperties>
</file>