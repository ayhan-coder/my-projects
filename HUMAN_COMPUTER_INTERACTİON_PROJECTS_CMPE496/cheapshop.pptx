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504" y="7482458"/>
            <a:ext cx="93345" cy="66040"/>
          </a:xfrm>
          <a:custGeom>
            <a:avLst/>
            <a:gdLst/>
            <a:ahLst/>
            <a:cxnLst/>
            <a:rect l="l" t="t" r="r" b="b"/>
            <a:pathLst>
              <a:path w="93345" h="66040">
                <a:moveTo>
                  <a:pt x="0" y="65627"/>
                </a:moveTo>
                <a:lnTo>
                  <a:pt x="93059" y="65627"/>
                </a:lnTo>
                <a:lnTo>
                  <a:pt x="93059" y="0"/>
                </a:lnTo>
                <a:lnTo>
                  <a:pt x="0" y="0"/>
                </a:lnTo>
                <a:lnTo>
                  <a:pt x="0" y="65627"/>
                </a:lnTo>
                <a:close/>
              </a:path>
            </a:pathLst>
          </a:custGeom>
          <a:ln w="12201">
            <a:solidFill>
              <a:srgbClr val="ACA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531578" y="7473315"/>
            <a:ext cx="55244" cy="84455"/>
          </a:xfrm>
          <a:custGeom>
            <a:avLst/>
            <a:gdLst/>
            <a:ahLst/>
            <a:cxnLst/>
            <a:rect l="l" t="t" r="r" b="b"/>
            <a:pathLst>
              <a:path w="55245" h="84454">
                <a:moveTo>
                  <a:pt x="54959" y="83915"/>
                </a:moveTo>
                <a:lnTo>
                  <a:pt x="0" y="41148"/>
                </a:lnTo>
                <a:lnTo>
                  <a:pt x="54959" y="0"/>
                </a:lnTo>
                <a:lnTo>
                  <a:pt x="54959" y="83915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920579" y="7473315"/>
            <a:ext cx="55244" cy="84455"/>
          </a:xfrm>
          <a:custGeom>
            <a:avLst/>
            <a:gdLst/>
            <a:ahLst/>
            <a:cxnLst/>
            <a:rect l="l" t="t" r="r" b="b"/>
            <a:pathLst>
              <a:path w="55245" h="84454">
                <a:moveTo>
                  <a:pt x="0" y="83915"/>
                </a:moveTo>
                <a:lnTo>
                  <a:pt x="0" y="0"/>
                </a:lnTo>
                <a:lnTo>
                  <a:pt x="54864" y="41148"/>
                </a:lnTo>
                <a:lnTo>
                  <a:pt x="0" y="83915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260717" y="7459598"/>
            <a:ext cx="140335" cy="111760"/>
          </a:xfrm>
          <a:custGeom>
            <a:avLst/>
            <a:gdLst/>
            <a:ahLst/>
            <a:cxnLst/>
            <a:rect l="l" t="t" r="r" b="b"/>
            <a:pathLst>
              <a:path w="140334" h="111759">
                <a:moveTo>
                  <a:pt x="0" y="111347"/>
                </a:moveTo>
                <a:lnTo>
                  <a:pt x="94583" y="111347"/>
                </a:lnTo>
                <a:lnTo>
                  <a:pt x="94583" y="44196"/>
                </a:lnTo>
                <a:lnTo>
                  <a:pt x="0" y="44196"/>
                </a:lnTo>
                <a:lnTo>
                  <a:pt x="0" y="111347"/>
                </a:lnTo>
                <a:close/>
              </a:path>
              <a:path w="140334" h="111759">
                <a:moveTo>
                  <a:pt x="22859" y="44196"/>
                </a:moveTo>
                <a:lnTo>
                  <a:pt x="22859" y="21336"/>
                </a:lnTo>
                <a:lnTo>
                  <a:pt x="117443" y="21336"/>
                </a:lnTo>
                <a:lnTo>
                  <a:pt x="117443" y="88487"/>
                </a:lnTo>
                <a:lnTo>
                  <a:pt x="96107" y="88487"/>
                </a:lnTo>
              </a:path>
              <a:path w="140334" h="111759">
                <a:moveTo>
                  <a:pt x="45719" y="21336"/>
                </a:moveTo>
                <a:lnTo>
                  <a:pt x="45719" y="0"/>
                </a:lnTo>
                <a:lnTo>
                  <a:pt x="140303" y="0"/>
                </a:lnTo>
                <a:lnTo>
                  <a:pt x="140303" y="67056"/>
                </a:lnTo>
                <a:lnTo>
                  <a:pt x="117443" y="67056"/>
                </a:lnTo>
              </a:path>
            </a:pathLst>
          </a:custGeom>
          <a:ln w="12201">
            <a:solidFill>
              <a:srgbClr val="ACA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123462" y="7473314"/>
            <a:ext cx="443865" cy="84455"/>
          </a:xfrm>
          <a:custGeom>
            <a:avLst/>
            <a:gdLst/>
            <a:ahLst/>
            <a:cxnLst/>
            <a:rect l="l" t="t" r="r" b="b"/>
            <a:pathLst>
              <a:path w="443865" h="84454">
                <a:moveTo>
                  <a:pt x="54864" y="83915"/>
                </a:moveTo>
                <a:lnTo>
                  <a:pt x="0" y="41148"/>
                </a:lnTo>
                <a:lnTo>
                  <a:pt x="54864" y="0"/>
                </a:lnTo>
                <a:lnTo>
                  <a:pt x="54864" y="83915"/>
                </a:lnTo>
                <a:close/>
              </a:path>
              <a:path w="443865" h="84454">
                <a:moveTo>
                  <a:pt x="388905" y="83915"/>
                </a:moveTo>
                <a:lnTo>
                  <a:pt x="388905" y="0"/>
                </a:lnTo>
                <a:lnTo>
                  <a:pt x="443864" y="41148"/>
                </a:lnTo>
                <a:lnTo>
                  <a:pt x="388905" y="83915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908988" y="7487030"/>
            <a:ext cx="84455" cy="0"/>
          </a:xfrm>
          <a:custGeom>
            <a:avLst/>
            <a:gdLst/>
            <a:ahLst/>
            <a:cxnLst/>
            <a:rect l="l" t="t" r="r" b="b"/>
            <a:pathLst>
              <a:path w="84454" h="0">
                <a:moveTo>
                  <a:pt x="0" y="0"/>
                </a:moveTo>
                <a:lnTo>
                  <a:pt x="83915" y="0"/>
                </a:lnTo>
              </a:path>
            </a:pathLst>
          </a:custGeom>
          <a:ln w="16783">
            <a:solidFill>
              <a:srgbClr val="ACA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715250" y="7473314"/>
            <a:ext cx="443865" cy="84455"/>
          </a:xfrm>
          <a:custGeom>
            <a:avLst/>
            <a:gdLst/>
            <a:ahLst/>
            <a:cxnLst/>
            <a:rect l="l" t="t" r="r" b="b"/>
            <a:pathLst>
              <a:path w="443865" h="84454">
                <a:moveTo>
                  <a:pt x="54959" y="83915"/>
                </a:moveTo>
                <a:lnTo>
                  <a:pt x="0" y="41148"/>
                </a:lnTo>
                <a:lnTo>
                  <a:pt x="54959" y="0"/>
                </a:lnTo>
                <a:lnTo>
                  <a:pt x="54959" y="83915"/>
                </a:lnTo>
                <a:close/>
              </a:path>
              <a:path w="443865" h="84454">
                <a:moveTo>
                  <a:pt x="389001" y="83915"/>
                </a:moveTo>
                <a:lnTo>
                  <a:pt x="389001" y="0"/>
                </a:lnTo>
                <a:lnTo>
                  <a:pt x="443864" y="41148"/>
                </a:lnTo>
                <a:lnTo>
                  <a:pt x="389001" y="83915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7881556" y="7459598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0"/>
                </a:moveTo>
                <a:lnTo>
                  <a:pt x="83820" y="0"/>
                </a:lnTo>
              </a:path>
              <a:path w="111759" h="111759">
                <a:moveTo>
                  <a:pt x="27432" y="54864"/>
                </a:moveTo>
                <a:lnTo>
                  <a:pt x="111347" y="54864"/>
                </a:lnTo>
              </a:path>
              <a:path w="111759" h="111759">
                <a:moveTo>
                  <a:pt x="0" y="82391"/>
                </a:moveTo>
                <a:lnTo>
                  <a:pt x="83820" y="82391"/>
                </a:lnTo>
              </a:path>
              <a:path w="111759" h="111759">
                <a:moveTo>
                  <a:pt x="27432" y="111347"/>
                </a:moveTo>
                <a:lnTo>
                  <a:pt x="111347" y="111347"/>
                </a:lnTo>
              </a:path>
            </a:pathLst>
          </a:custGeom>
          <a:ln w="16783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473345" y="7459598"/>
            <a:ext cx="111760" cy="55244"/>
          </a:xfrm>
          <a:custGeom>
            <a:avLst/>
            <a:gdLst/>
            <a:ahLst/>
            <a:cxnLst/>
            <a:rect l="l" t="t" r="r" b="b"/>
            <a:pathLst>
              <a:path w="111759" h="55245">
                <a:moveTo>
                  <a:pt x="0" y="0"/>
                </a:moveTo>
                <a:lnTo>
                  <a:pt x="83915" y="0"/>
                </a:lnTo>
              </a:path>
              <a:path w="111759" h="55245">
                <a:moveTo>
                  <a:pt x="28955" y="27432"/>
                </a:moveTo>
                <a:lnTo>
                  <a:pt x="111347" y="27432"/>
                </a:lnTo>
              </a:path>
              <a:path w="111759" h="55245">
                <a:moveTo>
                  <a:pt x="28955" y="54864"/>
                </a:moveTo>
                <a:lnTo>
                  <a:pt x="111347" y="54864"/>
                </a:lnTo>
              </a:path>
            </a:pathLst>
          </a:custGeom>
          <a:ln w="16783">
            <a:solidFill>
              <a:srgbClr val="ACA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8307134" y="7473314"/>
            <a:ext cx="443865" cy="84455"/>
          </a:xfrm>
          <a:custGeom>
            <a:avLst/>
            <a:gdLst/>
            <a:ahLst/>
            <a:cxnLst/>
            <a:rect l="l" t="t" r="r" b="b"/>
            <a:pathLst>
              <a:path w="443865" h="84454">
                <a:moveTo>
                  <a:pt x="56387" y="83915"/>
                </a:moveTo>
                <a:lnTo>
                  <a:pt x="0" y="41148"/>
                </a:lnTo>
                <a:lnTo>
                  <a:pt x="56387" y="0"/>
                </a:lnTo>
                <a:lnTo>
                  <a:pt x="56387" y="83915"/>
                </a:lnTo>
                <a:close/>
              </a:path>
              <a:path w="443865" h="84454">
                <a:moveTo>
                  <a:pt x="388905" y="83915"/>
                </a:moveTo>
                <a:lnTo>
                  <a:pt x="388905" y="0"/>
                </a:lnTo>
                <a:lnTo>
                  <a:pt x="443864" y="41148"/>
                </a:lnTo>
                <a:lnTo>
                  <a:pt x="388905" y="83915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8473345" y="7541990"/>
            <a:ext cx="111760" cy="29209"/>
          </a:xfrm>
          <a:custGeom>
            <a:avLst/>
            <a:gdLst/>
            <a:ahLst/>
            <a:cxnLst/>
            <a:rect l="l" t="t" r="r" b="b"/>
            <a:pathLst>
              <a:path w="111759" h="29209">
                <a:moveTo>
                  <a:pt x="0" y="0"/>
                </a:moveTo>
                <a:lnTo>
                  <a:pt x="83915" y="0"/>
                </a:lnTo>
              </a:path>
              <a:path w="111759" h="29209">
                <a:moveTo>
                  <a:pt x="28955" y="28955"/>
                </a:moveTo>
                <a:lnTo>
                  <a:pt x="111347" y="28955"/>
                </a:lnTo>
              </a:path>
            </a:pathLst>
          </a:custGeom>
          <a:ln w="16783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9065228" y="7459598"/>
            <a:ext cx="111760" cy="111760"/>
          </a:xfrm>
          <a:custGeom>
            <a:avLst/>
            <a:gdLst/>
            <a:ahLst/>
            <a:cxnLst/>
            <a:rect l="l" t="t" r="r" b="b"/>
            <a:pathLst>
              <a:path w="111759" h="111759">
                <a:moveTo>
                  <a:pt x="0" y="0"/>
                </a:moveTo>
                <a:lnTo>
                  <a:pt x="83915" y="0"/>
                </a:lnTo>
              </a:path>
              <a:path w="111759" h="111759">
                <a:moveTo>
                  <a:pt x="28956" y="27432"/>
                </a:moveTo>
                <a:lnTo>
                  <a:pt x="111347" y="27432"/>
                </a:lnTo>
              </a:path>
              <a:path w="111759" h="111759">
                <a:moveTo>
                  <a:pt x="28956" y="54864"/>
                </a:moveTo>
                <a:lnTo>
                  <a:pt x="111347" y="54864"/>
                </a:lnTo>
              </a:path>
              <a:path w="111759" h="111759">
                <a:moveTo>
                  <a:pt x="0" y="82391"/>
                </a:moveTo>
                <a:lnTo>
                  <a:pt x="83915" y="82391"/>
                </a:lnTo>
              </a:path>
              <a:path w="111759" h="111759">
                <a:moveTo>
                  <a:pt x="28956" y="111347"/>
                </a:moveTo>
                <a:lnTo>
                  <a:pt x="111347" y="111347"/>
                </a:lnTo>
              </a:path>
            </a:pathLst>
          </a:custGeom>
          <a:ln w="16783">
            <a:solidFill>
              <a:srgbClr val="ACACD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58536" y="7462642"/>
            <a:ext cx="118219" cy="116695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52605" y="7453497"/>
            <a:ext cx="155648" cy="123548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18746" y="7453497"/>
            <a:ext cx="155552" cy="1235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Relationship Id="rId24" Type="http://schemas.openxmlformats.org/officeDocument/2006/relationships/image" Target="../media/image26.png"/><Relationship Id="rId25" Type="http://schemas.openxmlformats.org/officeDocument/2006/relationships/image" Target="../media/image27.png"/><Relationship Id="rId26" Type="http://schemas.openxmlformats.org/officeDocument/2006/relationships/image" Target="../media/image28.png"/><Relationship Id="rId27" Type="http://schemas.openxmlformats.org/officeDocument/2006/relationships/image" Target="../media/image29.png"/><Relationship Id="rId28" Type="http://schemas.openxmlformats.org/officeDocument/2006/relationships/image" Target="../media/image30.png"/><Relationship Id="rId29" Type="http://schemas.openxmlformats.org/officeDocument/2006/relationships/image" Target="../media/image31.png"/><Relationship Id="rId30" Type="http://schemas.openxmlformats.org/officeDocument/2006/relationships/image" Target="../media/image32.png"/><Relationship Id="rId31" Type="http://schemas.openxmlformats.org/officeDocument/2006/relationships/image" Target="../media/image33.png"/><Relationship Id="rId32" Type="http://schemas.openxmlformats.org/officeDocument/2006/relationships/image" Target="../media/image34.png"/><Relationship Id="rId33" Type="http://schemas.openxmlformats.org/officeDocument/2006/relationships/image" Target="../media/image35.png"/><Relationship Id="rId34" Type="http://schemas.openxmlformats.org/officeDocument/2006/relationships/image" Target="../media/image36.png"/><Relationship Id="rId35" Type="http://schemas.openxmlformats.org/officeDocument/2006/relationships/image" Target="../media/image37.png"/><Relationship Id="rId36" Type="http://schemas.openxmlformats.org/officeDocument/2006/relationships/image" Target="../media/image38.png"/><Relationship Id="rId37" Type="http://schemas.openxmlformats.org/officeDocument/2006/relationships/image" Target="../media/image39.png"/><Relationship Id="rId38" Type="http://schemas.openxmlformats.org/officeDocument/2006/relationships/image" Target="../media/image40.png"/><Relationship Id="rId39" Type="http://schemas.openxmlformats.org/officeDocument/2006/relationships/image" Target="../media/image41.png"/><Relationship Id="rId40" Type="http://schemas.openxmlformats.org/officeDocument/2006/relationships/image" Target="../media/image42.png"/><Relationship Id="rId41" Type="http://schemas.openxmlformats.org/officeDocument/2006/relationships/image" Target="../media/image43.png"/><Relationship Id="rId42" Type="http://schemas.openxmlformats.org/officeDocument/2006/relationships/image" Target="../media/image44.png"/><Relationship Id="rId43" Type="http://schemas.openxmlformats.org/officeDocument/2006/relationships/image" Target="../media/image45.png"/><Relationship Id="rId44" Type="http://schemas.openxmlformats.org/officeDocument/2006/relationships/image" Target="../media/image46.png"/><Relationship Id="rId45" Type="http://schemas.openxmlformats.org/officeDocument/2006/relationships/image" Target="../media/image47.png"/><Relationship Id="rId46" Type="http://schemas.openxmlformats.org/officeDocument/2006/relationships/image" Target="../media/image48.png"/><Relationship Id="rId47" Type="http://schemas.openxmlformats.org/officeDocument/2006/relationships/image" Target="../media/image49.png"/><Relationship Id="rId48" Type="http://schemas.openxmlformats.org/officeDocument/2006/relationships/image" Target="../media/image50.png"/><Relationship Id="rId49" Type="http://schemas.openxmlformats.org/officeDocument/2006/relationships/image" Target="../media/image51.png"/><Relationship Id="rId50" Type="http://schemas.openxmlformats.org/officeDocument/2006/relationships/image" Target="../media/image52.png"/><Relationship Id="rId51" Type="http://schemas.openxmlformats.org/officeDocument/2006/relationships/image" Target="../media/image53.png"/><Relationship Id="rId52" Type="http://schemas.openxmlformats.org/officeDocument/2006/relationships/image" Target="../media/image54.png"/><Relationship Id="rId53" Type="http://schemas.openxmlformats.org/officeDocument/2006/relationships/image" Target="../media/image55.png"/><Relationship Id="rId54" Type="http://schemas.openxmlformats.org/officeDocument/2006/relationships/image" Target="../media/image56.png"/><Relationship Id="rId55" Type="http://schemas.openxmlformats.org/officeDocument/2006/relationships/image" Target="../media/image57.png"/><Relationship Id="rId56" Type="http://schemas.openxmlformats.org/officeDocument/2006/relationships/image" Target="../media/image58.png"/><Relationship Id="rId57" Type="http://schemas.openxmlformats.org/officeDocument/2006/relationships/image" Target="../media/image59.png"/><Relationship Id="rId58" Type="http://schemas.openxmlformats.org/officeDocument/2006/relationships/image" Target="../media/image60.png"/><Relationship Id="rId59" Type="http://schemas.openxmlformats.org/officeDocument/2006/relationships/image" Target="../media/image61.png"/><Relationship Id="rId60" Type="http://schemas.openxmlformats.org/officeDocument/2006/relationships/image" Target="../media/image62.png"/><Relationship Id="rId61" Type="http://schemas.openxmlformats.org/officeDocument/2006/relationships/image" Target="../media/image6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81.png"/><Relationship Id="rId20" Type="http://schemas.openxmlformats.org/officeDocument/2006/relationships/image" Target="../media/image82.png"/><Relationship Id="rId21" Type="http://schemas.openxmlformats.org/officeDocument/2006/relationships/image" Target="../media/image83.png"/><Relationship Id="rId22" Type="http://schemas.openxmlformats.org/officeDocument/2006/relationships/image" Target="../media/image84.png"/><Relationship Id="rId23" Type="http://schemas.openxmlformats.org/officeDocument/2006/relationships/image" Target="../media/image85.png"/><Relationship Id="rId24" Type="http://schemas.openxmlformats.org/officeDocument/2006/relationships/image" Target="../media/image86.png"/><Relationship Id="rId25" Type="http://schemas.openxmlformats.org/officeDocument/2006/relationships/image" Target="../media/image87.png"/><Relationship Id="rId26" Type="http://schemas.openxmlformats.org/officeDocument/2006/relationships/image" Target="../media/image88.png"/><Relationship Id="rId27" Type="http://schemas.openxmlformats.org/officeDocument/2006/relationships/image" Target="../media/image89.png"/><Relationship Id="rId28" Type="http://schemas.openxmlformats.org/officeDocument/2006/relationships/image" Target="../media/image90.png"/><Relationship Id="rId29" Type="http://schemas.openxmlformats.org/officeDocument/2006/relationships/image" Target="../media/image91.png"/><Relationship Id="rId30" Type="http://schemas.openxmlformats.org/officeDocument/2006/relationships/image" Target="../media/image92.png"/><Relationship Id="rId31" Type="http://schemas.openxmlformats.org/officeDocument/2006/relationships/image" Target="../media/image93.png"/><Relationship Id="rId32" Type="http://schemas.openxmlformats.org/officeDocument/2006/relationships/image" Target="../media/image94.png"/><Relationship Id="rId33" Type="http://schemas.openxmlformats.org/officeDocument/2006/relationships/image" Target="../media/image95.png"/><Relationship Id="rId34" Type="http://schemas.openxmlformats.org/officeDocument/2006/relationships/image" Target="../media/image96.png"/><Relationship Id="rId35" Type="http://schemas.openxmlformats.org/officeDocument/2006/relationships/image" Target="../media/image97.png"/><Relationship Id="rId36" Type="http://schemas.openxmlformats.org/officeDocument/2006/relationships/image" Target="../media/image98.png"/><Relationship Id="rId37" Type="http://schemas.openxmlformats.org/officeDocument/2006/relationships/image" Target="../media/image99.png"/><Relationship Id="rId38" Type="http://schemas.openxmlformats.org/officeDocument/2006/relationships/image" Target="../media/image100.png"/><Relationship Id="rId39" Type="http://schemas.openxmlformats.org/officeDocument/2006/relationships/image" Target="../media/image101.png"/><Relationship Id="rId40" Type="http://schemas.openxmlformats.org/officeDocument/2006/relationships/image" Target="../media/image102.png"/><Relationship Id="rId41" Type="http://schemas.openxmlformats.org/officeDocument/2006/relationships/image" Target="../media/image103.png"/><Relationship Id="rId42" Type="http://schemas.openxmlformats.org/officeDocument/2006/relationships/image" Target="../media/image104.png"/><Relationship Id="rId43" Type="http://schemas.openxmlformats.org/officeDocument/2006/relationships/image" Target="../media/image105.png"/><Relationship Id="rId44" Type="http://schemas.openxmlformats.org/officeDocument/2006/relationships/image" Target="../media/image106.png"/><Relationship Id="rId45" Type="http://schemas.openxmlformats.org/officeDocument/2006/relationships/image" Target="../media/image107.png"/><Relationship Id="rId46" Type="http://schemas.openxmlformats.org/officeDocument/2006/relationships/image" Target="../media/image108.png"/><Relationship Id="rId47" Type="http://schemas.openxmlformats.org/officeDocument/2006/relationships/image" Target="../media/image109.png"/><Relationship Id="rId48" Type="http://schemas.openxmlformats.org/officeDocument/2006/relationships/image" Target="../media/image110.png"/><Relationship Id="rId49" Type="http://schemas.openxmlformats.org/officeDocument/2006/relationships/image" Target="../media/image111.png"/><Relationship Id="rId50" Type="http://schemas.openxmlformats.org/officeDocument/2006/relationships/image" Target="../media/image112.png"/><Relationship Id="rId51" Type="http://schemas.openxmlformats.org/officeDocument/2006/relationships/image" Target="../media/image113.png"/><Relationship Id="rId52" Type="http://schemas.openxmlformats.org/officeDocument/2006/relationships/image" Target="../media/image114.png"/><Relationship Id="rId53" Type="http://schemas.openxmlformats.org/officeDocument/2006/relationships/image" Target="../media/image115.png"/><Relationship Id="rId54" Type="http://schemas.openxmlformats.org/officeDocument/2006/relationships/image" Target="../media/image116.png"/><Relationship Id="rId55" Type="http://schemas.openxmlformats.org/officeDocument/2006/relationships/image" Target="../media/image117.png"/><Relationship Id="rId56" Type="http://schemas.openxmlformats.org/officeDocument/2006/relationships/image" Target="../media/image118.png"/><Relationship Id="rId57" Type="http://schemas.openxmlformats.org/officeDocument/2006/relationships/image" Target="../media/image119.png"/><Relationship Id="rId58" Type="http://schemas.openxmlformats.org/officeDocument/2006/relationships/image" Target="../media/image120.png"/><Relationship Id="rId59" Type="http://schemas.openxmlformats.org/officeDocument/2006/relationships/image" Target="../media/image121.png"/><Relationship Id="rId60" Type="http://schemas.openxmlformats.org/officeDocument/2006/relationships/image" Target="../media/image122.png"/><Relationship Id="rId61" Type="http://schemas.openxmlformats.org/officeDocument/2006/relationships/image" Target="../media/image123.png"/><Relationship Id="rId62" Type="http://schemas.openxmlformats.org/officeDocument/2006/relationships/image" Target="../media/image124.png"/><Relationship Id="rId63" Type="http://schemas.openxmlformats.org/officeDocument/2006/relationships/image" Target="../media/image125.png"/><Relationship Id="rId64" Type="http://schemas.openxmlformats.org/officeDocument/2006/relationships/image" Target="../media/image126.png"/><Relationship Id="rId65" Type="http://schemas.openxmlformats.org/officeDocument/2006/relationships/image" Target="../media/image127.png"/><Relationship Id="rId66" Type="http://schemas.openxmlformats.org/officeDocument/2006/relationships/image" Target="../media/image128.png"/><Relationship Id="rId67" Type="http://schemas.openxmlformats.org/officeDocument/2006/relationships/image" Target="../media/image129.png"/><Relationship Id="rId68" Type="http://schemas.openxmlformats.org/officeDocument/2006/relationships/image" Target="../media/image130.png"/><Relationship Id="rId69" Type="http://schemas.openxmlformats.org/officeDocument/2006/relationships/image" Target="../media/image131.png"/><Relationship Id="rId70" Type="http://schemas.openxmlformats.org/officeDocument/2006/relationships/image" Target="../media/image132.png"/><Relationship Id="rId71" Type="http://schemas.openxmlformats.org/officeDocument/2006/relationships/image" Target="../media/image133.png"/><Relationship Id="rId72" Type="http://schemas.openxmlformats.org/officeDocument/2006/relationships/image" Target="../media/image134.png"/><Relationship Id="rId73" Type="http://schemas.openxmlformats.org/officeDocument/2006/relationships/image" Target="../media/image135.png"/><Relationship Id="rId74" Type="http://schemas.openxmlformats.org/officeDocument/2006/relationships/image" Target="../media/image136.png"/><Relationship Id="rId75" Type="http://schemas.openxmlformats.org/officeDocument/2006/relationships/image" Target="../media/image137.png"/><Relationship Id="rId76" Type="http://schemas.openxmlformats.org/officeDocument/2006/relationships/image" Target="../media/image138.png"/><Relationship Id="rId77" Type="http://schemas.openxmlformats.org/officeDocument/2006/relationships/image" Target="../media/image139.png"/><Relationship Id="rId78" Type="http://schemas.openxmlformats.org/officeDocument/2006/relationships/image" Target="../media/image140.png"/><Relationship Id="rId79" Type="http://schemas.openxmlformats.org/officeDocument/2006/relationships/image" Target="../media/image141.png"/><Relationship Id="rId80" Type="http://schemas.openxmlformats.org/officeDocument/2006/relationships/image" Target="../media/image142.png"/><Relationship Id="rId81" Type="http://schemas.openxmlformats.org/officeDocument/2006/relationships/image" Target="../media/image143.png"/><Relationship Id="rId82" Type="http://schemas.openxmlformats.org/officeDocument/2006/relationships/image" Target="../media/image144.png"/><Relationship Id="rId83" Type="http://schemas.openxmlformats.org/officeDocument/2006/relationships/image" Target="../media/image145.png"/><Relationship Id="rId84" Type="http://schemas.openxmlformats.org/officeDocument/2006/relationships/image" Target="../media/image146.png"/><Relationship Id="rId85" Type="http://schemas.openxmlformats.org/officeDocument/2006/relationships/image" Target="../media/image147.png"/><Relationship Id="rId86" Type="http://schemas.openxmlformats.org/officeDocument/2006/relationships/image" Target="../media/image148.png"/><Relationship Id="rId87" Type="http://schemas.openxmlformats.org/officeDocument/2006/relationships/image" Target="../media/image149.png"/><Relationship Id="rId88" Type="http://schemas.openxmlformats.org/officeDocument/2006/relationships/image" Target="../media/image150.png"/><Relationship Id="rId89" Type="http://schemas.openxmlformats.org/officeDocument/2006/relationships/image" Target="../media/image151.png"/><Relationship Id="rId90" Type="http://schemas.openxmlformats.org/officeDocument/2006/relationships/image" Target="../media/image152.png"/><Relationship Id="rId91" Type="http://schemas.openxmlformats.org/officeDocument/2006/relationships/image" Target="../media/image153.png"/><Relationship Id="rId92" Type="http://schemas.openxmlformats.org/officeDocument/2006/relationships/image" Target="../media/image154.png"/><Relationship Id="rId93" Type="http://schemas.openxmlformats.org/officeDocument/2006/relationships/image" Target="../media/image155.png"/><Relationship Id="rId94" Type="http://schemas.openxmlformats.org/officeDocument/2006/relationships/image" Target="../media/image156.png"/><Relationship Id="rId95" Type="http://schemas.openxmlformats.org/officeDocument/2006/relationships/image" Target="../media/image157.png"/><Relationship Id="rId96" Type="http://schemas.openxmlformats.org/officeDocument/2006/relationships/image" Target="../media/image158.png"/><Relationship Id="rId97" Type="http://schemas.openxmlformats.org/officeDocument/2006/relationships/image" Target="../media/image159.png"/><Relationship Id="rId98" Type="http://schemas.openxmlformats.org/officeDocument/2006/relationships/image" Target="../media/image160.png"/><Relationship Id="rId99" Type="http://schemas.openxmlformats.org/officeDocument/2006/relationships/image" Target="../media/image161.png"/><Relationship Id="rId100" Type="http://schemas.openxmlformats.org/officeDocument/2006/relationships/image" Target="../media/image162.png"/><Relationship Id="rId101" Type="http://schemas.openxmlformats.org/officeDocument/2006/relationships/image" Target="../media/image163.png"/><Relationship Id="rId102" Type="http://schemas.openxmlformats.org/officeDocument/2006/relationships/image" Target="../media/image164.png"/><Relationship Id="rId103" Type="http://schemas.openxmlformats.org/officeDocument/2006/relationships/image" Target="../media/image165.png"/><Relationship Id="rId104" Type="http://schemas.openxmlformats.org/officeDocument/2006/relationships/image" Target="../media/image166.png"/><Relationship Id="rId105" Type="http://schemas.openxmlformats.org/officeDocument/2006/relationships/image" Target="../media/image167.png"/><Relationship Id="rId106" Type="http://schemas.openxmlformats.org/officeDocument/2006/relationships/image" Target="../media/image168.png"/><Relationship Id="rId107" Type="http://schemas.openxmlformats.org/officeDocument/2006/relationships/image" Target="../media/image169.png"/><Relationship Id="rId108" Type="http://schemas.openxmlformats.org/officeDocument/2006/relationships/image" Target="../media/image170.png"/><Relationship Id="rId109" Type="http://schemas.openxmlformats.org/officeDocument/2006/relationships/image" Target="../media/image171.png"/><Relationship Id="rId110" Type="http://schemas.openxmlformats.org/officeDocument/2006/relationships/image" Target="../media/image172.png"/><Relationship Id="rId111" Type="http://schemas.openxmlformats.org/officeDocument/2006/relationships/image" Target="../media/image173.png"/><Relationship Id="rId112" Type="http://schemas.openxmlformats.org/officeDocument/2006/relationships/image" Target="../media/image174.png"/><Relationship Id="rId113" Type="http://schemas.openxmlformats.org/officeDocument/2006/relationships/image" Target="../media/image175.png"/><Relationship Id="rId114" Type="http://schemas.openxmlformats.org/officeDocument/2006/relationships/image" Target="../media/image176.png"/><Relationship Id="rId115" Type="http://schemas.openxmlformats.org/officeDocument/2006/relationships/image" Target="../media/image177.png"/><Relationship Id="rId116" Type="http://schemas.openxmlformats.org/officeDocument/2006/relationships/image" Target="../media/image178.png"/><Relationship Id="rId117" Type="http://schemas.openxmlformats.org/officeDocument/2006/relationships/image" Target="../media/image179.png"/><Relationship Id="rId118" Type="http://schemas.openxmlformats.org/officeDocument/2006/relationships/image" Target="../media/image180.png"/><Relationship Id="rId119" Type="http://schemas.openxmlformats.org/officeDocument/2006/relationships/image" Target="../media/image181.png"/><Relationship Id="rId120" Type="http://schemas.openxmlformats.org/officeDocument/2006/relationships/image" Target="../media/image182.png"/><Relationship Id="rId121" Type="http://schemas.openxmlformats.org/officeDocument/2006/relationships/image" Target="../media/image183.png"/><Relationship Id="rId122" Type="http://schemas.openxmlformats.org/officeDocument/2006/relationships/image" Target="../media/image184.png"/><Relationship Id="rId123" Type="http://schemas.openxmlformats.org/officeDocument/2006/relationships/image" Target="../media/image185.png"/><Relationship Id="rId124" Type="http://schemas.openxmlformats.org/officeDocument/2006/relationships/image" Target="../media/image186.png"/><Relationship Id="rId125" Type="http://schemas.openxmlformats.org/officeDocument/2006/relationships/image" Target="../media/image187.png"/><Relationship Id="rId126" Type="http://schemas.openxmlformats.org/officeDocument/2006/relationships/image" Target="../media/image188.png"/><Relationship Id="rId127" Type="http://schemas.openxmlformats.org/officeDocument/2006/relationships/image" Target="../media/image189.png"/><Relationship Id="rId128" Type="http://schemas.openxmlformats.org/officeDocument/2006/relationships/image" Target="../media/image190.png"/><Relationship Id="rId129" Type="http://schemas.openxmlformats.org/officeDocument/2006/relationships/image" Target="../media/image191.png"/><Relationship Id="rId130" Type="http://schemas.openxmlformats.org/officeDocument/2006/relationships/image" Target="../media/image192.png"/><Relationship Id="rId131" Type="http://schemas.openxmlformats.org/officeDocument/2006/relationships/image" Target="../media/image193.png"/><Relationship Id="rId132" Type="http://schemas.openxmlformats.org/officeDocument/2006/relationships/image" Target="../media/image194.png"/><Relationship Id="rId133" Type="http://schemas.openxmlformats.org/officeDocument/2006/relationships/image" Target="../media/image195.png"/><Relationship Id="rId134" Type="http://schemas.openxmlformats.org/officeDocument/2006/relationships/image" Target="../media/image196.png"/><Relationship Id="rId135" Type="http://schemas.openxmlformats.org/officeDocument/2006/relationships/image" Target="../media/image197.png"/><Relationship Id="rId136" Type="http://schemas.openxmlformats.org/officeDocument/2006/relationships/image" Target="../media/image198.png"/><Relationship Id="rId137" Type="http://schemas.openxmlformats.org/officeDocument/2006/relationships/image" Target="../media/image199.png"/><Relationship Id="rId138" Type="http://schemas.openxmlformats.org/officeDocument/2006/relationships/image" Target="../media/image200.png"/><Relationship Id="rId139" Type="http://schemas.openxmlformats.org/officeDocument/2006/relationships/image" Target="../media/image201.png"/><Relationship Id="rId140" Type="http://schemas.openxmlformats.org/officeDocument/2006/relationships/image" Target="../media/image202.png"/><Relationship Id="rId141" Type="http://schemas.openxmlformats.org/officeDocument/2006/relationships/image" Target="../media/image203.png"/><Relationship Id="rId142" Type="http://schemas.openxmlformats.org/officeDocument/2006/relationships/image" Target="../media/image204.png"/><Relationship Id="rId143" Type="http://schemas.openxmlformats.org/officeDocument/2006/relationships/image" Target="../media/image205.png"/><Relationship Id="rId144" Type="http://schemas.openxmlformats.org/officeDocument/2006/relationships/image" Target="../media/image206.png"/><Relationship Id="rId145" Type="http://schemas.openxmlformats.org/officeDocument/2006/relationships/image" Target="../media/image207.png"/><Relationship Id="rId146" Type="http://schemas.openxmlformats.org/officeDocument/2006/relationships/image" Target="../media/image208.png"/><Relationship Id="rId147" Type="http://schemas.openxmlformats.org/officeDocument/2006/relationships/image" Target="../media/image209.png"/><Relationship Id="rId148" Type="http://schemas.openxmlformats.org/officeDocument/2006/relationships/image" Target="../media/image210.png"/><Relationship Id="rId149" Type="http://schemas.openxmlformats.org/officeDocument/2006/relationships/image" Target="../media/image211.png"/><Relationship Id="rId150" Type="http://schemas.openxmlformats.org/officeDocument/2006/relationships/image" Target="../media/image212.png"/><Relationship Id="rId151" Type="http://schemas.openxmlformats.org/officeDocument/2006/relationships/image" Target="../media/image213.png"/><Relationship Id="rId152" Type="http://schemas.openxmlformats.org/officeDocument/2006/relationships/image" Target="../media/image214.png"/><Relationship Id="rId153" Type="http://schemas.openxmlformats.org/officeDocument/2006/relationships/image" Target="../media/image215.png"/><Relationship Id="rId154" Type="http://schemas.openxmlformats.org/officeDocument/2006/relationships/image" Target="../media/image216.png"/><Relationship Id="rId155" Type="http://schemas.openxmlformats.org/officeDocument/2006/relationships/image" Target="../media/image217.png"/><Relationship Id="rId156" Type="http://schemas.openxmlformats.org/officeDocument/2006/relationships/image" Target="../media/image218.png"/><Relationship Id="rId157" Type="http://schemas.openxmlformats.org/officeDocument/2006/relationships/image" Target="../media/image219.png"/><Relationship Id="rId158" Type="http://schemas.openxmlformats.org/officeDocument/2006/relationships/image" Target="../media/image220.png"/><Relationship Id="rId159" Type="http://schemas.openxmlformats.org/officeDocument/2006/relationships/image" Target="../media/image221.png"/><Relationship Id="rId160" Type="http://schemas.openxmlformats.org/officeDocument/2006/relationships/image" Target="../media/image222.png"/><Relationship Id="rId161" Type="http://schemas.openxmlformats.org/officeDocument/2006/relationships/image" Target="../media/image223.png"/><Relationship Id="rId162" Type="http://schemas.openxmlformats.org/officeDocument/2006/relationships/image" Target="../media/image224.png"/><Relationship Id="rId163" Type="http://schemas.openxmlformats.org/officeDocument/2006/relationships/image" Target="../media/image225.png"/><Relationship Id="rId164" Type="http://schemas.openxmlformats.org/officeDocument/2006/relationships/image" Target="../media/image226.png"/><Relationship Id="rId165" Type="http://schemas.openxmlformats.org/officeDocument/2006/relationships/image" Target="../media/image227.png"/><Relationship Id="rId166" Type="http://schemas.openxmlformats.org/officeDocument/2006/relationships/image" Target="../media/image228.png"/><Relationship Id="rId167" Type="http://schemas.openxmlformats.org/officeDocument/2006/relationships/image" Target="../media/image229.png"/><Relationship Id="rId168" Type="http://schemas.openxmlformats.org/officeDocument/2006/relationships/image" Target="../media/image230.png"/><Relationship Id="rId169" Type="http://schemas.openxmlformats.org/officeDocument/2006/relationships/image" Target="../media/image231.png"/><Relationship Id="rId170" Type="http://schemas.openxmlformats.org/officeDocument/2006/relationships/image" Target="../media/image232.png"/><Relationship Id="rId171" Type="http://schemas.openxmlformats.org/officeDocument/2006/relationships/image" Target="../media/image233.png"/><Relationship Id="rId172" Type="http://schemas.openxmlformats.org/officeDocument/2006/relationships/image" Target="../media/image234.png"/><Relationship Id="rId173" Type="http://schemas.openxmlformats.org/officeDocument/2006/relationships/image" Target="../media/image235.png"/><Relationship Id="rId174" Type="http://schemas.openxmlformats.org/officeDocument/2006/relationships/image" Target="../media/image236.png"/><Relationship Id="rId175" Type="http://schemas.openxmlformats.org/officeDocument/2006/relationships/image" Target="../media/image237.png"/><Relationship Id="rId176" Type="http://schemas.openxmlformats.org/officeDocument/2006/relationships/image" Target="../media/image238.png"/><Relationship Id="rId177" Type="http://schemas.openxmlformats.org/officeDocument/2006/relationships/image" Target="../media/image239.png"/><Relationship Id="rId178" Type="http://schemas.openxmlformats.org/officeDocument/2006/relationships/image" Target="../media/image240.png"/><Relationship Id="rId179" Type="http://schemas.openxmlformats.org/officeDocument/2006/relationships/image" Target="../media/image241.png"/><Relationship Id="rId180" Type="http://schemas.openxmlformats.org/officeDocument/2006/relationships/image" Target="../media/image242.png"/><Relationship Id="rId181" Type="http://schemas.openxmlformats.org/officeDocument/2006/relationships/image" Target="../media/image243.png"/><Relationship Id="rId182" Type="http://schemas.openxmlformats.org/officeDocument/2006/relationships/image" Target="../media/image244.png"/><Relationship Id="rId183" Type="http://schemas.openxmlformats.org/officeDocument/2006/relationships/image" Target="../media/image245.png"/><Relationship Id="rId184" Type="http://schemas.openxmlformats.org/officeDocument/2006/relationships/image" Target="../media/image246.png"/><Relationship Id="rId185" Type="http://schemas.openxmlformats.org/officeDocument/2006/relationships/image" Target="../media/image247.png"/><Relationship Id="rId186" Type="http://schemas.openxmlformats.org/officeDocument/2006/relationships/image" Target="../media/image248.png"/><Relationship Id="rId187" Type="http://schemas.openxmlformats.org/officeDocument/2006/relationships/image" Target="../media/image249.png"/><Relationship Id="rId188" Type="http://schemas.openxmlformats.org/officeDocument/2006/relationships/image" Target="../media/image250.png"/><Relationship Id="rId189" Type="http://schemas.openxmlformats.org/officeDocument/2006/relationships/image" Target="../media/image251.png"/><Relationship Id="rId190" Type="http://schemas.openxmlformats.org/officeDocument/2006/relationships/image" Target="../media/image252.png"/><Relationship Id="rId191" Type="http://schemas.openxmlformats.org/officeDocument/2006/relationships/image" Target="../media/image253.png"/><Relationship Id="rId192" Type="http://schemas.openxmlformats.org/officeDocument/2006/relationships/image" Target="../media/image254.png"/><Relationship Id="rId193" Type="http://schemas.openxmlformats.org/officeDocument/2006/relationships/image" Target="../media/image255.png"/><Relationship Id="rId194" Type="http://schemas.openxmlformats.org/officeDocument/2006/relationships/image" Target="../media/image256.png"/><Relationship Id="rId195" Type="http://schemas.openxmlformats.org/officeDocument/2006/relationships/image" Target="../media/image257.png"/><Relationship Id="rId196" Type="http://schemas.openxmlformats.org/officeDocument/2006/relationships/image" Target="../media/image258.png"/><Relationship Id="rId197" Type="http://schemas.openxmlformats.org/officeDocument/2006/relationships/image" Target="../media/image259.png"/><Relationship Id="rId198" Type="http://schemas.openxmlformats.org/officeDocument/2006/relationships/image" Target="../media/image260.png"/><Relationship Id="rId199" Type="http://schemas.openxmlformats.org/officeDocument/2006/relationships/image" Target="../media/image261.png"/><Relationship Id="rId200" Type="http://schemas.openxmlformats.org/officeDocument/2006/relationships/image" Target="../media/image262.png"/><Relationship Id="rId201" Type="http://schemas.openxmlformats.org/officeDocument/2006/relationships/image" Target="../media/image263.png"/><Relationship Id="rId202" Type="http://schemas.openxmlformats.org/officeDocument/2006/relationships/image" Target="../media/image264.png"/><Relationship Id="rId203" Type="http://schemas.openxmlformats.org/officeDocument/2006/relationships/image" Target="../media/image265.png"/><Relationship Id="rId204" Type="http://schemas.openxmlformats.org/officeDocument/2006/relationships/image" Target="../media/image266.png"/><Relationship Id="rId205" Type="http://schemas.openxmlformats.org/officeDocument/2006/relationships/image" Target="../media/image267.png"/><Relationship Id="rId206" Type="http://schemas.openxmlformats.org/officeDocument/2006/relationships/image" Target="../media/image268.png"/><Relationship Id="rId207" Type="http://schemas.openxmlformats.org/officeDocument/2006/relationships/image" Target="../media/image269.png"/><Relationship Id="rId208" Type="http://schemas.openxmlformats.org/officeDocument/2006/relationships/image" Target="../media/image270.png"/><Relationship Id="rId209" Type="http://schemas.openxmlformats.org/officeDocument/2006/relationships/image" Target="../media/image271.png"/><Relationship Id="rId210" Type="http://schemas.openxmlformats.org/officeDocument/2006/relationships/image" Target="../media/image272.png"/><Relationship Id="rId211" Type="http://schemas.openxmlformats.org/officeDocument/2006/relationships/image" Target="../media/image273.png"/><Relationship Id="rId212" Type="http://schemas.openxmlformats.org/officeDocument/2006/relationships/image" Target="../media/image274.png"/><Relationship Id="rId213" Type="http://schemas.openxmlformats.org/officeDocument/2006/relationships/image" Target="../media/image275.png"/><Relationship Id="rId214" Type="http://schemas.openxmlformats.org/officeDocument/2006/relationships/image" Target="../media/image276.png"/><Relationship Id="rId215" Type="http://schemas.openxmlformats.org/officeDocument/2006/relationships/image" Target="../media/image277.png"/><Relationship Id="rId216" Type="http://schemas.openxmlformats.org/officeDocument/2006/relationships/image" Target="../media/image278.png"/><Relationship Id="rId217" Type="http://schemas.openxmlformats.org/officeDocument/2006/relationships/image" Target="../media/image279.png"/><Relationship Id="rId218" Type="http://schemas.openxmlformats.org/officeDocument/2006/relationships/image" Target="../media/image280.png"/><Relationship Id="rId219" Type="http://schemas.openxmlformats.org/officeDocument/2006/relationships/image" Target="../media/image281.png"/><Relationship Id="rId220" Type="http://schemas.openxmlformats.org/officeDocument/2006/relationships/image" Target="../media/image282.png"/><Relationship Id="rId221" Type="http://schemas.openxmlformats.org/officeDocument/2006/relationships/image" Target="../media/image47.png"/><Relationship Id="rId222" Type="http://schemas.openxmlformats.org/officeDocument/2006/relationships/image" Target="../media/image283.png"/><Relationship Id="rId223" Type="http://schemas.openxmlformats.org/officeDocument/2006/relationships/image" Target="../media/image284.png"/><Relationship Id="rId224" Type="http://schemas.openxmlformats.org/officeDocument/2006/relationships/image" Target="../media/image285.png"/><Relationship Id="rId225" Type="http://schemas.openxmlformats.org/officeDocument/2006/relationships/image" Target="../media/image286.png"/><Relationship Id="rId226" Type="http://schemas.openxmlformats.org/officeDocument/2006/relationships/image" Target="../media/image287.png"/><Relationship Id="rId227" Type="http://schemas.openxmlformats.org/officeDocument/2006/relationships/image" Target="../media/image288.png"/><Relationship Id="rId228" Type="http://schemas.openxmlformats.org/officeDocument/2006/relationships/image" Target="../media/image289.png"/><Relationship Id="rId229" Type="http://schemas.openxmlformats.org/officeDocument/2006/relationships/image" Target="../media/image290.png"/><Relationship Id="rId230" Type="http://schemas.openxmlformats.org/officeDocument/2006/relationships/image" Target="../media/image291.png"/><Relationship Id="rId231" Type="http://schemas.openxmlformats.org/officeDocument/2006/relationships/image" Target="../media/image292.png"/><Relationship Id="rId232" Type="http://schemas.openxmlformats.org/officeDocument/2006/relationships/image" Target="../media/image293.png"/><Relationship Id="rId233" Type="http://schemas.openxmlformats.org/officeDocument/2006/relationships/image" Target="../media/image294.png"/><Relationship Id="rId234" Type="http://schemas.openxmlformats.org/officeDocument/2006/relationships/image" Target="../media/image295.png"/><Relationship Id="rId235" Type="http://schemas.openxmlformats.org/officeDocument/2006/relationships/image" Target="../media/image296.png"/><Relationship Id="rId236" Type="http://schemas.openxmlformats.org/officeDocument/2006/relationships/image" Target="../media/image297.png"/><Relationship Id="rId237" Type="http://schemas.openxmlformats.org/officeDocument/2006/relationships/image" Target="../media/image298.png"/><Relationship Id="rId238" Type="http://schemas.openxmlformats.org/officeDocument/2006/relationships/image" Target="../media/image299.png"/><Relationship Id="rId239" Type="http://schemas.openxmlformats.org/officeDocument/2006/relationships/image" Target="../media/image300.png"/><Relationship Id="rId240" Type="http://schemas.openxmlformats.org/officeDocument/2006/relationships/image" Target="../media/image301.png"/><Relationship Id="rId241" Type="http://schemas.openxmlformats.org/officeDocument/2006/relationships/image" Target="../media/image302.png"/><Relationship Id="rId242" Type="http://schemas.openxmlformats.org/officeDocument/2006/relationships/image" Target="../media/image303.png"/><Relationship Id="rId243" Type="http://schemas.openxmlformats.org/officeDocument/2006/relationships/image" Target="../media/image304.png"/><Relationship Id="rId244" Type="http://schemas.openxmlformats.org/officeDocument/2006/relationships/image" Target="../media/image305.png"/><Relationship Id="rId245" Type="http://schemas.openxmlformats.org/officeDocument/2006/relationships/image" Target="../media/image306.png"/><Relationship Id="rId246" Type="http://schemas.openxmlformats.org/officeDocument/2006/relationships/image" Target="../media/image307.png"/><Relationship Id="rId247" Type="http://schemas.openxmlformats.org/officeDocument/2006/relationships/image" Target="../media/image308.png"/><Relationship Id="rId248" Type="http://schemas.openxmlformats.org/officeDocument/2006/relationships/image" Target="../media/image309.png"/><Relationship Id="rId249" Type="http://schemas.openxmlformats.org/officeDocument/2006/relationships/image" Target="../media/image310.png"/><Relationship Id="rId250" Type="http://schemas.openxmlformats.org/officeDocument/2006/relationships/image" Target="../media/image311.png"/><Relationship Id="rId251" Type="http://schemas.openxmlformats.org/officeDocument/2006/relationships/image" Target="../media/image312.png"/><Relationship Id="rId252" Type="http://schemas.openxmlformats.org/officeDocument/2006/relationships/image" Target="../media/image313.png"/><Relationship Id="rId253" Type="http://schemas.openxmlformats.org/officeDocument/2006/relationships/image" Target="../media/image314.png"/><Relationship Id="rId254" Type="http://schemas.openxmlformats.org/officeDocument/2006/relationships/image" Target="../media/image315.png"/><Relationship Id="rId255" Type="http://schemas.openxmlformats.org/officeDocument/2006/relationships/image" Target="../media/image316.png"/><Relationship Id="rId256" Type="http://schemas.openxmlformats.org/officeDocument/2006/relationships/image" Target="../media/image317.png"/><Relationship Id="rId257" Type="http://schemas.openxmlformats.org/officeDocument/2006/relationships/image" Target="../media/image318.png"/><Relationship Id="rId258" Type="http://schemas.openxmlformats.org/officeDocument/2006/relationships/image" Target="../media/image319.png"/><Relationship Id="rId259" Type="http://schemas.openxmlformats.org/officeDocument/2006/relationships/image" Target="../media/image320.png"/><Relationship Id="rId260" Type="http://schemas.openxmlformats.org/officeDocument/2006/relationships/image" Target="../media/image321.png"/><Relationship Id="rId261" Type="http://schemas.openxmlformats.org/officeDocument/2006/relationships/image" Target="../media/image322.png"/><Relationship Id="rId262" Type="http://schemas.openxmlformats.org/officeDocument/2006/relationships/image" Target="../media/image323.png"/><Relationship Id="rId263" Type="http://schemas.openxmlformats.org/officeDocument/2006/relationships/image" Target="../media/image324.png"/><Relationship Id="rId264" Type="http://schemas.openxmlformats.org/officeDocument/2006/relationships/image" Target="../media/image325.png"/><Relationship Id="rId265" Type="http://schemas.openxmlformats.org/officeDocument/2006/relationships/image" Target="../media/image326.png"/><Relationship Id="rId266" Type="http://schemas.openxmlformats.org/officeDocument/2006/relationships/image" Target="../media/image327.png"/><Relationship Id="rId267" Type="http://schemas.openxmlformats.org/officeDocument/2006/relationships/image" Target="../media/image328.png"/><Relationship Id="rId268" Type="http://schemas.openxmlformats.org/officeDocument/2006/relationships/image" Target="../media/image329.png"/><Relationship Id="rId269" Type="http://schemas.openxmlformats.org/officeDocument/2006/relationships/image" Target="../media/image330.png"/><Relationship Id="rId270" Type="http://schemas.openxmlformats.org/officeDocument/2006/relationships/image" Target="../media/image331.png"/><Relationship Id="rId271" Type="http://schemas.openxmlformats.org/officeDocument/2006/relationships/image" Target="../media/image332.png"/><Relationship Id="rId272" Type="http://schemas.openxmlformats.org/officeDocument/2006/relationships/image" Target="../media/image333.png"/><Relationship Id="rId273" Type="http://schemas.openxmlformats.org/officeDocument/2006/relationships/image" Target="../media/image334.png"/><Relationship Id="rId274" Type="http://schemas.openxmlformats.org/officeDocument/2006/relationships/image" Target="../media/image335.png"/><Relationship Id="rId275" Type="http://schemas.openxmlformats.org/officeDocument/2006/relationships/image" Target="../media/image336.png"/><Relationship Id="rId276" Type="http://schemas.openxmlformats.org/officeDocument/2006/relationships/image" Target="../media/image337.png"/><Relationship Id="rId277" Type="http://schemas.openxmlformats.org/officeDocument/2006/relationships/image" Target="../media/image338.png"/><Relationship Id="rId278" Type="http://schemas.openxmlformats.org/officeDocument/2006/relationships/image" Target="../media/image339.png"/><Relationship Id="rId279" Type="http://schemas.openxmlformats.org/officeDocument/2006/relationships/image" Target="../media/image340.png"/><Relationship Id="rId280" Type="http://schemas.openxmlformats.org/officeDocument/2006/relationships/image" Target="../media/image341.png"/><Relationship Id="rId281" Type="http://schemas.openxmlformats.org/officeDocument/2006/relationships/image" Target="../media/image342.png"/><Relationship Id="rId282" Type="http://schemas.openxmlformats.org/officeDocument/2006/relationships/image" Target="../media/image343.png"/><Relationship Id="rId283" Type="http://schemas.openxmlformats.org/officeDocument/2006/relationships/image" Target="../media/image344.png"/><Relationship Id="rId284" Type="http://schemas.openxmlformats.org/officeDocument/2006/relationships/image" Target="../media/image345.png"/><Relationship Id="rId285" Type="http://schemas.openxmlformats.org/officeDocument/2006/relationships/image" Target="../media/image346.png"/><Relationship Id="rId286" Type="http://schemas.openxmlformats.org/officeDocument/2006/relationships/image" Target="../media/image347.png"/><Relationship Id="rId287" Type="http://schemas.openxmlformats.org/officeDocument/2006/relationships/image" Target="../media/image348.png"/><Relationship Id="rId288" Type="http://schemas.openxmlformats.org/officeDocument/2006/relationships/image" Target="../media/image349.png"/><Relationship Id="rId289" Type="http://schemas.openxmlformats.org/officeDocument/2006/relationships/image" Target="../media/image350.png"/><Relationship Id="rId290" Type="http://schemas.openxmlformats.org/officeDocument/2006/relationships/image" Target="../media/image351.png"/><Relationship Id="rId291" Type="http://schemas.openxmlformats.org/officeDocument/2006/relationships/image" Target="../media/image352.png"/><Relationship Id="rId292" Type="http://schemas.openxmlformats.org/officeDocument/2006/relationships/image" Target="../media/image353.png"/><Relationship Id="rId293" Type="http://schemas.openxmlformats.org/officeDocument/2006/relationships/image" Target="../media/image354.png"/><Relationship Id="rId294" Type="http://schemas.openxmlformats.org/officeDocument/2006/relationships/image" Target="../media/image355.png"/><Relationship Id="rId295" Type="http://schemas.openxmlformats.org/officeDocument/2006/relationships/image" Target="../media/image356.png"/><Relationship Id="rId296" Type="http://schemas.openxmlformats.org/officeDocument/2006/relationships/image" Target="../media/image357.png"/><Relationship Id="rId297" Type="http://schemas.openxmlformats.org/officeDocument/2006/relationships/image" Target="../media/image358.png"/><Relationship Id="rId298" Type="http://schemas.openxmlformats.org/officeDocument/2006/relationships/image" Target="../media/image359.png"/><Relationship Id="rId299" Type="http://schemas.openxmlformats.org/officeDocument/2006/relationships/image" Target="../media/image360.png"/><Relationship Id="rId300" Type="http://schemas.openxmlformats.org/officeDocument/2006/relationships/image" Target="../media/image361.png"/><Relationship Id="rId301" Type="http://schemas.openxmlformats.org/officeDocument/2006/relationships/image" Target="../media/image362.png"/><Relationship Id="rId302" Type="http://schemas.openxmlformats.org/officeDocument/2006/relationships/image" Target="../media/image363.png"/><Relationship Id="rId303" Type="http://schemas.openxmlformats.org/officeDocument/2006/relationships/image" Target="../media/image364.png"/><Relationship Id="rId304" Type="http://schemas.openxmlformats.org/officeDocument/2006/relationships/image" Target="../media/image365.png"/><Relationship Id="rId305" Type="http://schemas.openxmlformats.org/officeDocument/2006/relationships/image" Target="../media/image366.png"/><Relationship Id="rId306" Type="http://schemas.openxmlformats.org/officeDocument/2006/relationships/image" Target="../media/image367.png"/><Relationship Id="rId307" Type="http://schemas.openxmlformats.org/officeDocument/2006/relationships/image" Target="../media/image368.png"/><Relationship Id="rId308" Type="http://schemas.openxmlformats.org/officeDocument/2006/relationships/image" Target="../media/image369.png"/><Relationship Id="rId309" Type="http://schemas.openxmlformats.org/officeDocument/2006/relationships/image" Target="../media/image370.png"/><Relationship Id="rId310" Type="http://schemas.openxmlformats.org/officeDocument/2006/relationships/image" Target="../media/image371.png"/><Relationship Id="rId311" Type="http://schemas.openxmlformats.org/officeDocument/2006/relationships/image" Target="../media/image372.png"/><Relationship Id="rId312" Type="http://schemas.openxmlformats.org/officeDocument/2006/relationships/image" Target="../media/image37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4.png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Relationship Id="rId7" Type="http://schemas.openxmlformats.org/officeDocument/2006/relationships/image" Target="../media/image379.png"/><Relationship Id="rId8" Type="http://schemas.openxmlformats.org/officeDocument/2006/relationships/image" Target="../media/image380.png"/><Relationship Id="rId9" Type="http://schemas.openxmlformats.org/officeDocument/2006/relationships/image" Target="../media/image381.png"/><Relationship Id="rId10" Type="http://schemas.openxmlformats.org/officeDocument/2006/relationships/image" Target="../media/image382.png"/><Relationship Id="rId11" Type="http://schemas.openxmlformats.org/officeDocument/2006/relationships/image" Target="../media/image65.png"/><Relationship Id="rId12" Type="http://schemas.openxmlformats.org/officeDocument/2006/relationships/image" Target="../media/image383.png"/><Relationship Id="rId13" Type="http://schemas.openxmlformats.org/officeDocument/2006/relationships/image" Target="../media/image384.png"/><Relationship Id="rId14" Type="http://schemas.openxmlformats.org/officeDocument/2006/relationships/image" Target="../media/image385.png"/><Relationship Id="rId15" Type="http://schemas.openxmlformats.org/officeDocument/2006/relationships/image" Target="../media/image72.png"/><Relationship Id="rId16" Type="http://schemas.openxmlformats.org/officeDocument/2006/relationships/image" Target="../media/image386.png"/><Relationship Id="rId17" Type="http://schemas.openxmlformats.org/officeDocument/2006/relationships/image" Target="../media/image387.png"/><Relationship Id="rId18" Type="http://schemas.openxmlformats.org/officeDocument/2006/relationships/image" Target="../media/image388.png"/><Relationship Id="rId19" Type="http://schemas.openxmlformats.org/officeDocument/2006/relationships/image" Target="../media/image389.png"/><Relationship Id="rId20" Type="http://schemas.openxmlformats.org/officeDocument/2006/relationships/image" Target="../media/image390.png"/><Relationship Id="rId21" Type="http://schemas.openxmlformats.org/officeDocument/2006/relationships/image" Target="../media/image391.png"/><Relationship Id="rId22" Type="http://schemas.openxmlformats.org/officeDocument/2006/relationships/image" Target="../media/image392.png"/><Relationship Id="rId23" Type="http://schemas.openxmlformats.org/officeDocument/2006/relationships/image" Target="../media/image393.png"/><Relationship Id="rId24" Type="http://schemas.openxmlformats.org/officeDocument/2006/relationships/image" Target="../media/image394.png"/><Relationship Id="rId25" Type="http://schemas.openxmlformats.org/officeDocument/2006/relationships/image" Target="../media/image395.png"/><Relationship Id="rId26" Type="http://schemas.openxmlformats.org/officeDocument/2006/relationships/image" Target="../media/image396.png"/><Relationship Id="rId27" Type="http://schemas.openxmlformats.org/officeDocument/2006/relationships/image" Target="../media/image397.png"/><Relationship Id="rId28" Type="http://schemas.openxmlformats.org/officeDocument/2006/relationships/image" Target="../media/image398.png"/><Relationship Id="rId29" Type="http://schemas.openxmlformats.org/officeDocument/2006/relationships/image" Target="../media/image399.png"/><Relationship Id="rId30" Type="http://schemas.openxmlformats.org/officeDocument/2006/relationships/image" Target="../media/image400.png"/><Relationship Id="rId31" Type="http://schemas.openxmlformats.org/officeDocument/2006/relationships/image" Target="../media/image401.png"/><Relationship Id="rId32" Type="http://schemas.openxmlformats.org/officeDocument/2006/relationships/image" Target="../media/image402.png"/><Relationship Id="rId33" Type="http://schemas.openxmlformats.org/officeDocument/2006/relationships/image" Target="../media/image403.png"/><Relationship Id="rId34" Type="http://schemas.openxmlformats.org/officeDocument/2006/relationships/image" Target="../media/image404.png"/><Relationship Id="rId35" Type="http://schemas.openxmlformats.org/officeDocument/2006/relationships/image" Target="../media/image405.png"/><Relationship Id="rId36" Type="http://schemas.openxmlformats.org/officeDocument/2006/relationships/image" Target="../media/image406.png"/><Relationship Id="rId37" Type="http://schemas.openxmlformats.org/officeDocument/2006/relationships/image" Target="../media/image407.png"/><Relationship Id="rId38" Type="http://schemas.openxmlformats.org/officeDocument/2006/relationships/image" Target="../media/image408.png"/><Relationship Id="rId39" Type="http://schemas.openxmlformats.org/officeDocument/2006/relationships/image" Target="../media/image409.png"/><Relationship Id="rId40" Type="http://schemas.openxmlformats.org/officeDocument/2006/relationships/image" Target="../media/image410.png"/><Relationship Id="rId41" Type="http://schemas.openxmlformats.org/officeDocument/2006/relationships/image" Target="../media/image411.png"/><Relationship Id="rId42" Type="http://schemas.openxmlformats.org/officeDocument/2006/relationships/image" Target="../media/image309.png"/><Relationship Id="rId43" Type="http://schemas.openxmlformats.org/officeDocument/2006/relationships/image" Target="../media/image412.png"/><Relationship Id="rId44" Type="http://schemas.openxmlformats.org/officeDocument/2006/relationships/image" Target="../media/image413.png"/><Relationship Id="rId45" Type="http://schemas.openxmlformats.org/officeDocument/2006/relationships/image" Target="../media/image414.png"/><Relationship Id="rId46" Type="http://schemas.openxmlformats.org/officeDocument/2006/relationships/image" Target="../media/image415.png"/><Relationship Id="rId47" Type="http://schemas.openxmlformats.org/officeDocument/2006/relationships/image" Target="../media/image416.png"/><Relationship Id="rId48" Type="http://schemas.openxmlformats.org/officeDocument/2006/relationships/image" Target="../media/image417.png"/><Relationship Id="rId49" Type="http://schemas.openxmlformats.org/officeDocument/2006/relationships/image" Target="../media/image418.png"/><Relationship Id="rId50" Type="http://schemas.openxmlformats.org/officeDocument/2006/relationships/image" Target="../media/image419.png"/><Relationship Id="rId51" Type="http://schemas.openxmlformats.org/officeDocument/2006/relationships/image" Target="../media/image420.png"/><Relationship Id="rId52" Type="http://schemas.openxmlformats.org/officeDocument/2006/relationships/image" Target="../media/image311.png"/><Relationship Id="rId53" Type="http://schemas.openxmlformats.org/officeDocument/2006/relationships/image" Target="../media/image421.png"/><Relationship Id="rId54" Type="http://schemas.openxmlformats.org/officeDocument/2006/relationships/image" Target="../media/image422.png"/><Relationship Id="rId55" Type="http://schemas.openxmlformats.org/officeDocument/2006/relationships/image" Target="../media/image423.png"/><Relationship Id="rId56" Type="http://schemas.openxmlformats.org/officeDocument/2006/relationships/image" Target="../media/image424.png"/><Relationship Id="rId57" Type="http://schemas.openxmlformats.org/officeDocument/2006/relationships/image" Target="../media/image425.png"/><Relationship Id="rId58" Type="http://schemas.openxmlformats.org/officeDocument/2006/relationships/image" Target="../media/image426.png"/><Relationship Id="rId59" Type="http://schemas.openxmlformats.org/officeDocument/2006/relationships/image" Target="../media/image427.png"/><Relationship Id="rId60" Type="http://schemas.openxmlformats.org/officeDocument/2006/relationships/image" Target="../media/image428.png"/><Relationship Id="rId61" Type="http://schemas.openxmlformats.org/officeDocument/2006/relationships/image" Target="../media/image429.png"/><Relationship Id="rId62" Type="http://schemas.openxmlformats.org/officeDocument/2006/relationships/image" Target="../media/image430.png"/><Relationship Id="rId63" Type="http://schemas.openxmlformats.org/officeDocument/2006/relationships/image" Target="../media/image431.png"/><Relationship Id="rId64" Type="http://schemas.openxmlformats.org/officeDocument/2006/relationships/image" Target="../media/image432.png"/><Relationship Id="rId65" Type="http://schemas.openxmlformats.org/officeDocument/2006/relationships/image" Target="../media/image433.png"/><Relationship Id="rId66" Type="http://schemas.openxmlformats.org/officeDocument/2006/relationships/image" Target="../media/image434.png"/><Relationship Id="rId67" Type="http://schemas.openxmlformats.org/officeDocument/2006/relationships/image" Target="../media/image435.png"/><Relationship Id="rId68" Type="http://schemas.openxmlformats.org/officeDocument/2006/relationships/image" Target="../media/image436.png"/><Relationship Id="rId69" Type="http://schemas.openxmlformats.org/officeDocument/2006/relationships/image" Target="../media/image437.png"/><Relationship Id="rId70" Type="http://schemas.openxmlformats.org/officeDocument/2006/relationships/image" Target="../media/image339.png"/><Relationship Id="rId71" Type="http://schemas.openxmlformats.org/officeDocument/2006/relationships/image" Target="../media/image438.png"/><Relationship Id="rId72" Type="http://schemas.openxmlformats.org/officeDocument/2006/relationships/image" Target="../media/image439.png"/><Relationship Id="rId73" Type="http://schemas.openxmlformats.org/officeDocument/2006/relationships/image" Target="../media/image440.png"/><Relationship Id="rId74" Type="http://schemas.openxmlformats.org/officeDocument/2006/relationships/image" Target="../media/image441.png"/><Relationship Id="rId75" Type="http://schemas.openxmlformats.org/officeDocument/2006/relationships/image" Target="../media/image442.png"/><Relationship Id="rId76" Type="http://schemas.openxmlformats.org/officeDocument/2006/relationships/image" Target="../media/image443.png"/><Relationship Id="rId77" Type="http://schemas.openxmlformats.org/officeDocument/2006/relationships/image" Target="../media/image444.png"/><Relationship Id="rId78" Type="http://schemas.openxmlformats.org/officeDocument/2006/relationships/image" Target="../media/image445.png"/><Relationship Id="rId79" Type="http://schemas.openxmlformats.org/officeDocument/2006/relationships/image" Target="../media/image446.png"/><Relationship Id="rId80" Type="http://schemas.openxmlformats.org/officeDocument/2006/relationships/image" Target="../media/image447.png"/><Relationship Id="rId81" Type="http://schemas.openxmlformats.org/officeDocument/2006/relationships/image" Target="../media/image448.png"/><Relationship Id="rId82" Type="http://schemas.openxmlformats.org/officeDocument/2006/relationships/image" Target="../media/image449.png"/><Relationship Id="rId83" Type="http://schemas.openxmlformats.org/officeDocument/2006/relationships/image" Target="../media/image450.png"/><Relationship Id="rId84" Type="http://schemas.openxmlformats.org/officeDocument/2006/relationships/image" Target="../media/image451.png"/><Relationship Id="rId85" Type="http://schemas.openxmlformats.org/officeDocument/2006/relationships/image" Target="../media/image452.png"/><Relationship Id="rId86" Type="http://schemas.openxmlformats.org/officeDocument/2006/relationships/image" Target="../media/image453.png"/><Relationship Id="rId87" Type="http://schemas.openxmlformats.org/officeDocument/2006/relationships/image" Target="../media/image454.png"/><Relationship Id="rId88" Type="http://schemas.openxmlformats.org/officeDocument/2006/relationships/image" Target="../media/image455.png"/><Relationship Id="rId89" Type="http://schemas.openxmlformats.org/officeDocument/2006/relationships/image" Target="../media/image456.png"/><Relationship Id="rId90" Type="http://schemas.openxmlformats.org/officeDocument/2006/relationships/image" Target="../media/image457.png"/><Relationship Id="rId91" Type="http://schemas.openxmlformats.org/officeDocument/2006/relationships/image" Target="../media/image458.png"/><Relationship Id="rId92" Type="http://schemas.openxmlformats.org/officeDocument/2006/relationships/image" Target="../media/image459.png"/><Relationship Id="rId93" Type="http://schemas.openxmlformats.org/officeDocument/2006/relationships/image" Target="../media/image460.png"/><Relationship Id="rId94" Type="http://schemas.openxmlformats.org/officeDocument/2006/relationships/image" Target="../media/image461.png"/><Relationship Id="rId95" Type="http://schemas.openxmlformats.org/officeDocument/2006/relationships/image" Target="../media/image462.png"/><Relationship Id="rId96" Type="http://schemas.openxmlformats.org/officeDocument/2006/relationships/image" Target="../media/image463.png"/><Relationship Id="rId97" Type="http://schemas.openxmlformats.org/officeDocument/2006/relationships/image" Target="../media/image464.png"/><Relationship Id="rId98" Type="http://schemas.openxmlformats.org/officeDocument/2006/relationships/image" Target="../media/image465.png"/><Relationship Id="rId99" Type="http://schemas.openxmlformats.org/officeDocument/2006/relationships/image" Target="../media/image466.png"/><Relationship Id="rId100" Type="http://schemas.openxmlformats.org/officeDocument/2006/relationships/image" Target="../media/image467.png"/><Relationship Id="rId101" Type="http://schemas.openxmlformats.org/officeDocument/2006/relationships/image" Target="../media/image468.png"/><Relationship Id="rId102" Type="http://schemas.openxmlformats.org/officeDocument/2006/relationships/image" Target="../media/image469.png"/><Relationship Id="rId103" Type="http://schemas.openxmlformats.org/officeDocument/2006/relationships/image" Target="../media/image470.png"/><Relationship Id="rId104" Type="http://schemas.openxmlformats.org/officeDocument/2006/relationships/image" Target="../media/image471.png"/><Relationship Id="rId105" Type="http://schemas.openxmlformats.org/officeDocument/2006/relationships/image" Target="../media/image472.png"/><Relationship Id="rId106" Type="http://schemas.openxmlformats.org/officeDocument/2006/relationships/image" Target="../media/image207.png"/><Relationship Id="rId107" Type="http://schemas.openxmlformats.org/officeDocument/2006/relationships/image" Target="../media/image473.png"/><Relationship Id="rId108" Type="http://schemas.openxmlformats.org/officeDocument/2006/relationships/image" Target="../media/image474.png"/><Relationship Id="rId109" Type="http://schemas.openxmlformats.org/officeDocument/2006/relationships/image" Target="../media/image475.png"/><Relationship Id="rId110" Type="http://schemas.openxmlformats.org/officeDocument/2006/relationships/image" Target="../media/image476.png"/><Relationship Id="rId111" Type="http://schemas.openxmlformats.org/officeDocument/2006/relationships/image" Target="../media/image477.png"/><Relationship Id="rId112" Type="http://schemas.openxmlformats.org/officeDocument/2006/relationships/image" Target="../media/image478.png"/><Relationship Id="rId113" Type="http://schemas.openxmlformats.org/officeDocument/2006/relationships/image" Target="../media/image479.png"/><Relationship Id="rId114" Type="http://schemas.openxmlformats.org/officeDocument/2006/relationships/image" Target="../media/image480.png"/><Relationship Id="rId115" Type="http://schemas.openxmlformats.org/officeDocument/2006/relationships/image" Target="../media/image481.png"/><Relationship Id="rId116" Type="http://schemas.openxmlformats.org/officeDocument/2006/relationships/image" Target="../media/image482.png"/><Relationship Id="rId117" Type="http://schemas.openxmlformats.org/officeDocument/2006/relationships/image" Target="../media/image483.png"/><Relationship Id="rId118" Type="http://schemas.openxmlformats.org/officeDocument/2006/relationships/image" Target="../media/image484.png"/><Relationship Id="rId119" Type="http://schemas.openxmlformats.org/officeDocument/2006/relationships/image" Target="../media/image485.png"/><Relationship Id="rId120" Type="http://schemas.openxmlformats.org/officeDocument/2006/relationships/image" Target="../media/image486.png"/><Relationship Id="rId121" Type="http://schemas.openxmlformats.org/officeDocument/2006/relationships/image" Target="../media/image487.png"/><Relationship Id="rId122" Type="http://schemas.openxmlformats.org/officeDocument/2006/relationships/image" Target="../media/image488.png"/><Relationship Id="rId123" Type="http://schemas.openxmlformats.org/officeDocument/2006/relationships/image" Target="../media/image357.png"/><Relationship Id="rId124" Type="http://schemas.openxmlformats.org/officeDocument/2006/relationships/image" Target="../media/image489.png"/><Relationship Id="rId125" Type="http://schemas.openxmlformats.org/officeDocument/2006/relationships/image" Target="../media/image490.png"/><Relationship Id="rId126" Type="http://schemas.openxmlformats.org/officeDocument/2006/relationships/image" Target="../media/image491.png"/><Relationship Id="rId127" Type="http://schemas.openxmlformats.org/officeDocument/2006/relationships/image" Target="../media/image492.png"/><Relationship Id="rId128" Type="http://schemas.openxmlformats.org/officeDocument/2006/relationships/image" Target="../media/image493.png"/><Relationship Id="rId129" Type="http://schemas.openxmlformats.org/officeDocument/2006/relationships/image" Target="../media/image494.png"/><Relationship Id="rId130" Type="http://schemas.openxmlformats.org/officeDocument/2006/relationships/image" Target="../media/image495.png"/><Relationship Id="rId131" Type="http://schemas.openxmlformats.org/officeDocument/2006/relationships/image" Target="../media/image496.png"/><Relationship Id="rId132" Type="http://schemas.openxmlformats.org/officeDocument/2006/relationships/image" Target="../media/image497.png"/><Relationship Id="rId133" Type="http://schemas.openxmlformats.org/officeDocument/2006/relationships/image" Target="../media/image332.png"/><Relationship Id="rId134" Type="http://schemas.openxmlformats.org/officeDocument/2006/relationships/image" Target="../media/image498.png"/><Relationship Id="rId135" Type="http://schemas.openxmlformats.org/officeDocument/2006/relationships/image" Target="../media/image499.png"/><Relationship Id="rId136" Type="http://schemas.openxmlformats.org/officeDocument/2006/relationships/image" Target="../media/image500.png"/><Relationship Id="rId137" Type="http://schemas.openxmlformats.org/officeDocument/2006/relationships/image" Target="../media/image501.png"/><Relationship Id="rId138" Type="http://schemas.openxmlformats.org/officeDocument/2006/relationships/image" Target="../media/image502.png"/><Relationship Id="rId139" Type="http://schemas.openxmlformats.org/officeDocument/2006/relationships/image" Target="../media/image503.png"/><Relationship Id="rId140" Type="http://schemas.openxmlformats.org/officeDocument/2006/relationships/image" Target="../media/image504.png"/><Relationship Id="rId141" Type="http://schemas.openxmlformats.org/officeDocument/2006/relationships/image" Target="../media/image505.png"/><Relationship Id="rId142" Type="http://schemas.openxmlformats.org/officeDocument/2006/relationships/image" Target="../media/image506.png"/><Relationship Id="rId143" Type="http://schemas.openxmlformats.org/officeDocument/2006/relationships/image" Target="../media/image507.png"/><Relationship Id="rId144" Type="http://schemas.openxmlformats.org/officeDocument/2006/relationships/image" Target="../media/image508.png"/><Relationship Id="rId145" Type="http://schemas.openxmlformats.org/officeDocument/2006/relationships/image" Target="../media/image509.png"/><Relationship Id="rId146" Type="http://schemas.openxmlformats.org/officeDocument/2006/relationships/image" Target="../media/image510.png"/><Relationship Id="rId147" Type="http://schemas.openxmlformats.org/officeDocument/2006/relationships/image" Target="../media/image511.png"/><Relationship Id="rId148" Type="http://schemas.openxmlformats.org/officeDocument/2006/relationships/image" Target="../media/image512.png"/><Relationship Id="rId149" Type="http://schemas.openxmlformats.org/officeDocument/2006/relationships/image" Target="../media/image513.png"/><Relationship Id="rId150" Type="http://schemas.openxmlformats.org/officeDocument/2006/relationships/image" Target="../media/image514.png"/><Relationship Id="rId151" Type="http://schemas.openxmlformats.org/officeDocument/2006/relationships/image" Target="../media/image515.png"/><Relationship Id="rId152" Type="http://schemas.openxmlformats.org/officeDocument/2006/relationships/image" Target="../media/image516.png"/><Relationship Id="rId153" Type="http://schemas.openxmlformats.org/officeDocument/2006/relationships/image" Target="../media/image517.png"/><Relationship Id="rId154" Type="http://schemas.openxmlformats.org/officeDocument/2006/relationships/image" Target="../media/image518.png"/><Relationship Id="rId155" Type="http://schemas.openxmlformats.org/officeDocument/2006/relationships/image" Target="../media/image519.png"/><Relationship Id="rId156" Type="http://schemas.openxmlformats.org/officeDocument/2006/relationships/image" Target="../media/image520.png"/><Relationship Id="rId157" Type="http://schemas.openxmlformats.org/officeDocument/2006/relationships/image" Target="../media/image521.png"/><Relationship Id="rId158" Type="http://schemas.openxmlformats.org/officeDocument/2006/relationships/image" Target="../media/image522.png"/><Relationship Id="rId159" Type="http://schemas.openxmlformats.org/officeDocument/2006/relationships/image" Target="../media/image523.png"/><Relationship Id="rId160" Type="http://schemas.openxmlformats.org/officeDocument/2006/relationships/image" Target="../media/image524.png"/><Relationship Id="rId161" Type="http://schemas.openxmlformats.org/officeDocument/2006/relationships/image" Target="../media/image525.png"/><Relationship Id="rId162" Type="http://schemas.openxmlformats.org/officeDocument/2006/relationships/image" Target="../media/image526.png"/><Relationship Id="rId163" Type="http://schemas.openxmlformats.org/officeDocument/2006/relationships/image" Target="../media/image527.png"/><Relationship Id="rId164" Type="http://schemas.openxmlformats.org/officeDocument/2006/relationships/image" Target="../media/image528.png"/><Relationship Id="rId165" Type="http://schemas.openxmlformats.org/officeDocument/2006/relationships/image" Target="../media/image529.png"/><Relationship Id="rId166" Type="http://schemas.openxmlformats.org/officeDocument/2006/relationships/image" Target="../media/image530.png"/><Relationship Id="rId167" Type="http://schemas.openxmlformats.org/officeDocument/2006/relationships/image" Target="../media/image531.png"/><Relationship Id="rId168" Type="http://schemas.openxmlformats.org/officeDocument/2006/relationships/image" Target="../media/image532.png"/><Relationship Id="rId169" Type="http://schemas.openxmlformats.org/officeDocument/2006/relationships/image" Target="../media/image533.png"/><Relationship Id="rId170" Type="http://schemas.openxmlformats.org/officeDocument/2006/relationships/image" Target="../media/image534.png"/><Relationship Id="rId171" Type="http://schemas.openxmlformats.org/officeDocument/2006/relationships/image" Target="../media/image535.png"/><Relationship Id="rId172" Type="http://schemas.openxmlformats.org/officeDocument/2006/relationships/image" Target="../media/image536.png"/><Relationship Id="rId173" Type="http://schemas.openxmlformats.org/officeDocument/2006/relationships/image" Target="../media/image537.png"/><Relationship Id="rId174" Type="http://schemas.openxmlformats.org/officeDocument/2006/relationships/image" Target="../media/image538.png"/><Relationship Id="rId175" Type="http://schemas.openxmlformats.org/officeDocument/2006/relationships/image" Target="../media/image539.png"/><Relationship Id="rId176" Type="http://schemas.openxmlformats.org/officeDocument/2006/relationships/image" Target="../media/image540.png"/><Relationship Id="rId177" Type="http://schemas.openxmlformats.org/officeDocument/2006/relationships/image" Target="../media/image541.png"/><Relationship Id="rId178" Type="http://schemas.openxmlformats.org/officeDocument/2006/relationships/image" Target="../media/image542.png"/><Relationship Id="rId179" Type="http://schemas.openxmlformats.org/officeDocument/2006/relationships/image" Target="../media/image543.png"/><Relationship Id="rId180" Type="http://schemas.openxmlformats.org/officeDocument/2006/relationships/image" Target="../media/image544.png"/><Relationship Id="rId181" Type="http://schemas.openxmlformats.org/officeDocument/2006/relationships/image" Target="../media/image545.png"/><Relationship Id="rId182" Type="http://schemas.openxmlformats.org/officeDocument/2006/relationships/image" Target="../media/image546.png"/><Relationship Id="rId183" Type="http://schemas.openxmlformats.org/officeDocument/2006/relationships/image" Target="../media/image547.png"/><Relationship Id="rId184" Type="http://schemas.openxmlformats.org/officeDocument/2006/relationships/image" Target="../media/image548.png"/><Relationship Id="rId185" Type="http://schemas.openxmlformats.org/officeDocument/2006/relationships/image" Target="../media/image549.png"/><Relationship Id="rId186" Type="http://schemas.openxmlformats.org/officeDocument/2006/relationships/image" Target="../media/image550.png"/><Relationship Id="rId187" Type="http://schemas.openxmlformats.org/officeDocument/2006/relationships/image" Target="../media/image551.png"/><Relationship Id="rId188" Type="http://schemas.openxmlformats.org/officeDocument/2006/relationships/image" Target="../media/image552.png"/><Relationship Id="rId189" Type="http://schemas.openxmlformats.org/officeDocument/2006/relationships/image" Target="../media/image553.png"/><Relationship Id="rId190" Type="http://schemas.openxmlformats.org/officeDocument/2006/relationships/image" Target="../media/image554.png"/><Relationship Id="rId191" Type="http://schemas.openxmlformats.org/officeDocument/2006/relationships/image" Target="../media/image555.png"/><Relationship Id="rId192" Type="http://schemas.openxmlformats.org/officeDocument/2006/relationships/image" Target="../media/image556.png"/><Relationship Id="rId193" Type="http://schemas.openxmlformats.org/officeDocument/2006/relationships/image" Target="../media/image557.png"/><Relationship Id="rId194" Type="http://schemas.openxmlformats.org/officeDocument/2006/relationships/image" Target="../media/image558.png"/><Relationship Id="rId195" Type="http://schemas.openxmlformats.org/officeDocument/2006/relationships/image" Target="../media/image559.png"/><Relationship Id="rId196" Type="http://schemas.openxmlformats.org/officeDocument/2006/relationships/image" Target="../media/image560.png"/><Relationship Id="rId197" Type="http://schemas.openxmlformats.org/officeDocument/2006/relationships/image" Target="../media/image561.png"/><Relationship Id="rId198" Type="http://schemas.openxmlformats.org/officeDocument/2006/relationships/image" Target="../media/image562.png"/><Relationship Id="rId199" Type="http://schemas.openxmlformats.org/officeDocument/2006/relationships/image" Target="../media/image563.png"/><Relationship Id="rId200" Type="http://schemas.openxmlformats.org/officeDocument/2006/relationships/image" Target="../media/image51.png"/><Relationship Id="rId201" Type="http://schemas.openxmlformats.org/officeDocument/2006/relationships/image" Target="../media/image564.png"/><Relationship Id="rId202" Type="http://schemas.openxmlformats.org/officeDocument/2006/relationships/image" Target="../media/image565.png"/><Relationship Id="rId203" Type="http://schemas.openxmlformats.org/officeDocument/2006/relationships/image" Target="../media/image566.png"/><Relationship Id="rId204" Type="http://schemas.openxmlformats.org/officeDocument/2006/relationships/image" Target="../media/image567.png"/><Relationship Id="rId205" Type="http://schemas.openxmlformats.org/officeDocument/2006/relationships/image" Target="../media/image568.png"/><Relationship Id="rId206" Type="http://schemas.openxmlformats.org/officeDocument/2006/relationships/image" Target="../media/image569.png"/><Relationship Id="rId207" Type="http://schemas.openxmlformats.org/officeDocument/2006/relationships/image" Target="../media/image570.png"/><Relationship Id="rId208" Type="http://schemas.openxmlformats.org/officeDocument/2006/relationships/image" Target="../media/image571.png"/><Relationship Id="rId209" Type="http://schemas.openxmlformats.org/officeDocument/2006/relationships/image" Target="../media/image572.png"/><Relationship Id="rId210" Type="http://schemas.openxmlformats.org/officeDocument/2006/relationships/image" Target="../media/image573.png"/><Relationship Id="rId211" Type="http://schemas.openxmlformats.org/officeDocument/2006/relationships/image" Target="../media/image574.png"/><Relationship Id="rId212" Type="http://schemas.openxmlformats.org/officeDocument/2006/relationships/image" Target="../media/image296.png"/><Relationship Id="rId213" Type="http://schemas.openxmlformats.org/officeDocument/2006/relationships/image" Target="../media/image575.png"/><Relationship Id="rId214" Type="http://schemas.openxmlformats.org/officeDocument/2006/relationships/image" Target="../media/image576.png"/><Relationship Id="rId215" Type="http://schemas.openxmlformats.org/officeDocument/2006/relationships/image" Target="../media/image577.png"/><Relationship Id="rId216" Type="http://schemas.openxmlformats.org/officeDocument/2006/relationships/image" Target="../media/image578.png"/><Relationship Id="rId217" Type="http://schemas.openxmlformats.org/officeDocument/2006/relationships/image" Target="../media/image579.png"/><Relationship Id="rId218" Type="http://schemas.openxmlformats.org/officeDocument/2006/relationships/image" Target="../media/image580.png"/><Relationship Id="rId219" Type="http://schemas.openxmlformats.org/officeDocument/2006/relationships/image" Target="../media/image581.png"/><Relationship Id="rId220" Type="http://schemas.openxmlformats.org/officeDocument/2006/relationships/image" Target="../media/image582.png"/><Relationship Id="rId221" Type="http://schemas.openxmlformats.org/officeDocument/2006/relationships/image" Target="../media/image583.png"/><Relationship Id="rId222" Type="http://schemas.openxmlformats.org/officeDocument/2006/relationships/image" Target="../media/image584.png"/><Relationship Id="rId223" Type="http://schemas.openxmlformats.org/officeDocument/2006/relationships/image" Target="../media/image585.png"/><Relationship Id="rId224" Type="http://schemas.openxmlformats.org/officeDocument/2006/relationships/image" Target="../media/image586.png"/><Relationship Id="rId225" Type="http://schemas.openxmlformats.org/officeDocument/2006/relationships/image" Target="../media/image587.png"/><Relationship Id="rId226" Type="http://schemas.openxmlformats.org/officeDocument/2006/relationships/image" Target="../media/image588.png"/><Relationship Id="rId227" Type="http://schemas.openxmlformats.org/officeDocument/2006/relationships/image" Target="../media/image589.png"/><Relationship Id="rId228" Type="http://schemas.openxmlformats.org/officeDocument/2006/relationships/image" Target="../media/image590.png"/><Relationship Id="rId229" Type="http://schemas.openxmlformats.org/officeDocument/2006/relationships/image" Target="../media/image591.png"/><Relationship Id="rId230" Type="http://schemas.openxmlformats.org/officeDocument/2006/relationships/image" Target="../media/image592.png"/><Relationship Id="rId231" Type="http://schemas.openxmlformats.org/officeDocument/2006/relationships/image" Target="../media/image593.png"/><Relationship Id="rId232" Type="http://schemas.openxmlformats.org/officeDocument/2006/relationships/image" Target="../media/image594.png"/><Relationship Id="rId233" Type="http://schemas.openxmlformats.org/officeDocument/2006/relationships/image" Target="../media/image595.png"/><Relationship Id="rId234" Type="http://schemas.openxmlformats.org/officeDocument/2006/relationships/image" Target="../media/image596.png"/><Relationship Id="rId235" Type="http://schemas.openxmlformats.org/officeDocument/2006/relationships/image" Target="../media/image597.png"/><Relationship Id="rId236" Type="http://schemas.openxmlformats.org/officeDocument/2006/relationships/image" Target="../media/image598.png"/><Relationship Id="rId237" Type="http://schemas.openxmlformats.org/officeDocument/2006/relationships/image" Target="../media/image599.png"/><Relationship Id="rId238" Type="http://schemas.openxmlformats.org/officeDocument/2006/relationships/image" Target="../media/image600.png"/><Relationship Id="rId239" Type="http://schemas.openxmlformats.org/officeDocument/2006/relationships/image" Target="../media/image601.png"/><Relationship Id="rId240" Type="http://schemas.openxmlformats.org/officeDocument/2006/relationships/image" Target="../media/image602.png"/><Relationship Id="rId241" Type="http://schemas.openxmlformats.org/officeDocument/2006/relationships/image" Target="../media/image603.png"/><Relationship Id="rId242" Type="http://schemas.openxmlformats.org/officeDocument/2006/relationships/image" Target="../media/image604.png"/><Relationship Id="rId243" Type="http://schemas.openxmlformats.org/officeDocument/2006/relationships/image" Target="../media/image605.png"/><Relationship Id="rId244" Type="http://schemas.openxmlformats.org/officeDocument/2006/relationships/image" Target="../media/image606.png"/><Relationship Id="rId245" Type="http://schemas.openxmlformats.org/officeDocument/2006/relationships/image" Target="../media/image607.png"/><Relationship Id="rId246" Type="http://schemas.openxmlformats.org/officeDocument/2006/relationships/image" Target="../media/image608.png"/><Relationship Id="rId247" Type="http://schemas.openxmlformats.org/officeDocument/2006/relationships/image" Target="../media/image609.png"/><Relationship Id="rId248" Type="http://schemas.openxmlformats.org/officeDocument/2006/relationships/image" Target="../media/image610.png"/><Relationship Id="rId249" Type="http://schemas.openxmlformats.org/officeDocument/2006/relationships/image" Target="../media/image611.png"/><Relationship Id="rId250" Type="http://schemas.openxmlformats.org/officeDocument/2006/relationships/image" Target="../media/image612.png"/><Relationship Id="rId251" Type="http://schemas.openxmlformats.org/officeDocument/2006/relationships/image" Target="../media/image613.png"/><Relationship Id="rId252" Type="http://schemas.openxmlformats.org/officeDocument/2006/relationships/image" Target="../media/image614.png"/><Relationship Id="rId253" Type="http://schemas.openxmlformats.org/officeDocument/2006/relationships/image" Target="../media/image615.png"/><Relationship Id="rId254" Type="http://schemas.openxmlformats.org/officeDocument/2006/relationships/image" Target="../media/image616.png"/><Relationship Id="rId255" Type="http://schemas.openxmlformats.org/officeDocument/2006/relationships/image" Target="../media/image617.png"/><Relationship Id="rId256" Type="http://schemas.openxmlformats.org/officeDocument/2006/relationships/image" Target="../media/image618.png"/><Relationship Id="rId257" Type="http://schemas.openxmlformats.org/officeDocument/2006/relationships/image" Target="../media/image619.png"/><Relationship Id="rId258" Type="http://schemas.openxmlformats.org/officeDocument/2006/relationships/image" Target="../media/image620.png"/><Relationship Id="rId259" Type="http://schemas.openxmlformats.org/officeDocument/2006/relationships/image" Target="../media/image621.png"/><Relationship Id="rId260" Type="http://schemas.openxmlformats.org/officeDocument/2006/relationships/image" Target="../media/image622.png"/><Relationship Id="rId261" Type="http://schemas.openxmlformats.org/officeDocument/2006/relationships/image" Target="../media/image623.png"/><Relationship Id="rId262" Type="http://schemas.openxmlformats.org/officeDocument/2006/relationships/image" Target="../media/image624.png"/><Relationship Id="rId263" Type="http://schemas.openxmlformats.org/officeDocument/2006/relationships/image" Target="../media/image625.png"/><Relationship Id="rId264" Type="http://schemas.openxmlformats.org/officeDocument/2006/relationships/image" Target="../media/image626.png"/><Relationship Id="rId265" Type="http://schemas.openxmlformats.org/officeDocument/2006/relationships/image" Target="../media/image627.png"/><Relationship Id="rId266" Type="http://schemas.openxmlformats.org/officeDocument/2006/relationships/image" Target="../media/image628.png"/><Relationship Id="rId267" Type="http://schemas.openxmlformats.org/officeDocument/2006/relationships/image" Target="../media/image62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0.png"/><Relationship Id="rId3" Type="http://schemas.openxmlformats.org/officeDocument/2006/relationships/image" Target="../media/image631.png"/><Relationship Id="rId4" Type="http://schemas.openxmlformats.org/officeDocument/2006/relationships/image" Target="../media/image632.png"/><Relationship Id="rId5" Type="http://schemas.openxmlformats.org/officeDocument/2006/relationships/image" Target="../media/image633.png"/><Relationship Id="rId6" Type="http://schemas.openxmlformats.org/officeDocument/2006/relationships/image" Target="../media/image634.png"/><Relationship Id="rId7" Type="http://schemas.openxmlformats.org/officeDocument/2006/relationships/image" Target="../media/image635.png"/><Relationship Id="rId8" Type="http://schemas.openxmlformats.org/officeDocument/2006/relationships/image" Target="../media/image636.png"/><Relationship Id="rId9" Type="http://schemas.openxmlformats.org/officeDocument/2006/relationships/image" Target="../media/image637.png"/><Relationship Id="rId10" Type="http://schemas.openxmlformats.org/officeDocument/2006/relationships/image" Target="../media/image638.png"/><Relationship Id="rId11" Type="http://schemas.openxmlformats.org/officeDocument/2006/relationships/image" Target="../media/image639.png"/><Relationship Id="rId12" Type="http://schemas.openxmlformats.org/officeDocument/2006/relationships/image" Target="../media/image79.png"/><Relationship Id="rId13" Type="http://schemas.openxmlformats.org/officeDocument/2006/relationships/image" Target="../media/image640.png"/><Relationship Id="rId14" Type="http://schemas.openxmlformats.org/officeDocument/2006/relationships/image" Target="../media/image641.png"/><Relationship Id="rId15" Type="http://schemas.openxmlformats.org/officeDocument/2006/relationships/image" Target="../media/image642.png"/><Relationship Id="rId16" Type="http://schemas.openxmlformats.org/officeDocument/2006/relationships/image" Target="../media/image643.png"/><Relationship Id="rId17" Type="http://schemas.openxmlformats.org/officeDocument/2006/relationships/image" Target="../media/image644.png"/><Relationship Id="rId18" Type="http://schemas.openxmlformats.org/officeDocument/2006/relationships/image" Target="../media/image645.png"/><Relationship Id="rId19" Type="http://schemas.openxmlformats.org/officeDocument/2006/relationships/image" Target="../media/image563.png"/><Relationship Id="rId20" Type="http://schemas.openxmlformats.org/officeDocument/2006/relationships/image" Target="../media/image646.png"/><Relationship Id="rId21" Type="http://schemas.openxmlformats.org/officeDocument/2006/relationships/image" Target="../media/image647.png"/><Relationship Id="rId22" Type="http://schemas.openxmlformats.org/officeDocument/2006/relationships/image" Target="../media/image648.png"/><Relationship Id="rId23" Type="http://schemas.openxmlformats.org/officeDocument/2006/relationships/image" Target="../media/image272.png"/><Relationship Id="rId24" Type="http://schemas.openxmlformats.org/officeDocument/2006/relationships/image" Target="../media/image649.png"/><Relationship Id="rId25" Type="http://schemas.openxmlformats.org/officeDocument/2006/relationships/image" Target="../media/image650.png"/><Relationship Id="rId26" Type="http://schemas.openxmlformats.org/officeDocument/2006/relationships/image" Target="../media/image651.png"/><Relationship Id="rId27" Type="http://schemas.openxmlformats.org/officeDocument/2006/relationships/image" Target="../media/image652.png"/><Relationship Id="rId28" Type="http://schemas.openxmlformats.org/officeDocument/2006/relationships/image" Target="../media/image653.png"/><Relationship Id="rId29" Type="http://schemas.openxmlformats.org/officeDocument/2006/relationships/image" Target="../media/image654.png"/><Relationship Id="rId30" Type="http://schemas.openxmlformats.org/officeDocument/2006/relationships/image" Target="../media/image655.png"/><Relationship Id="rId31" Type="http://schemas.openxmlformats.org/officeDocument/2006/relationships/image" Target="../media/image656.png"/><Relationship Id="rId32" Type="http://schemas.openxmlformats.org/officeDocument/2006/relationships/image" Target="../media/image657.png"/><Relationship Id="rId33" Type="http://schemas.openxmlformats.org/officeDocument/2006/relationships/image" Target="../media/image658.png"/><Relationship Id="rId34" Type="http://schemas.openxmlformats.org/officeDocument/2006/relationships/image" Target="../media/image659.png"/><Relationship Id="rId35" Type="http://schemas.openxmlformats.org/officeDocument/2006/relationships/image" Target="../media/image660.png"/><Relationship Id="rId36" Type="http://schemas.openxmlformats.org/officeDocument/2006/relationships/image" Target="../media/image661.png"/><Relationship Id="rId37" Type="http://schemas.openxmlformats.org/officeDocument/2006/relationships/image" Target="../media/image662.png"/><Relationship Id="rId38" Type="http://schemas.openxmlformats.org/officeDocument/2006/relationships/image" Target="../media/image663.png"/><Relationship Id="rId39" Type="http://schemas.openxmlformats.org/officeDocument/2006/relationships/image" Target="../media/image664.png"/><Relationship Id="rId40" Type="http://schemas.openxmlformats.org/officeDocument/2006/relationships/image" Target="../media/image665.png"/><Relationship Id="rId41" Type="http://schemas.openxmlformats.org/officeDocument/2006/relationships/image" Target="../media/image666.png"/><Relationship Id="rId42" Type="http://schemas.openxmlformats.org/officeDocument/2006/relationships/image" Target="../media/image667.png"/><Relationship Id="rId43" Type="http://schemas.openxmlformats.org/officeDocument/2006/relationships/image" Target="../media/image668.png"/><Relationship Id="rId44" Type="http://schemas.openxmlformats.org/officeDocument/2006/relationships/image" Target="../media/image669.png"/><Relationship Id="rId45" Type="http://schemas.openxmlformats.org/officeDocument/2006/relationships/image" Target="../media/image670.png"/><Relationship Id="rId46" Type="http://schemas.openxmlformats.org/officeDocument/2006/relationships/image" Target="../media/image671.png"/><Relationship Id="rId47" Type="http://schemas.openxmlformats.org/officeDocument/2006/relationships/image" Target="../media/image672.png"/><Relationship Id="rId48" Type="http://schemas.openxmlformats.org/officeDocument/2006/relationships/image" Target="../media/image673.png"/><Relationship Id="rId49" Type="http://schemas.openxmlformats.org/officeDocument/2006/relationships/image" Target="../media/image674.png"/><Relationship Id="rId50" Type="http://schemas.openxmlformats.org/officeDocument/2006/relationships/image" Target="../media/image675.png"/><Relationship Id="rId51" Type="http://schemas.openxmlformats.org/officeDocument/2006/relationships/image" Target="../media/image676.png"/><Relationship Id="rId52" Type="http://schemas.openxmlformats.org/officeDocument/2006/relationships/image" Target="../media/image677.png"/><Relationship Id="rId53" Type="http://schemas.openxmlformats.org/officeDocument/2006/relationships/image" Target="../media/image678.png"/><Relationship Id="rId54" Type="http://schemas.openxmlformats.org/officeDocument/2006/relationships/image" Target="../media/image679.png"/><Relationship Id="rId55" Type="http://schemas.openxmlformats.org/officeDocument/2006/relationships/image" Target="../media/image680.png"/><Relationship Id="rId56" Type="http://schemas.openxmlformats.org/officeDocument/2006/relationships/image" Target="../media/image681.png"/><Relationship Id="rId57" Type="http://schemas.openxmlformats.org/officeDocument/2006/relationships/image" Target="../media/image188.png"/><Relationship Id="rId58" Type="http://schemas.openxmlformats.org/officeDocument/2006/relationships/image" Target="../media/image682.png"/><Relationship Id="rId59" Type="http://schemas.openxmlformats.org/officeDocument/2006/relationships/image" Target="../media/image683.png"/><Relationship Id="rId60" Type="http://schemas.openxmlformats.org/officeDocument/2006/relationships/image" Target="../media/image684.png"/><Relationship Id="rId61" Type="http://schemas.openxmlformats.org/officeDocument/2006/relationships/image" Target="../media/image685.png"/><Relationship Id="rId62" Type="http://schemas.openxmlformats.org/officeDocument/2006/relationships/image" Target="../media/image686.png"/><Relationship Id="rId63" Type="http://schemas.openxmlformats.org/officeDocument/2006/relationships/image" Target="../media/image687.png"/><Relationship Id="rId64" Type="http://schemas.openxmlformats.org/officeDocument/2006/relationships/image" Target="../media/image688.png"/><Relationship Id="rId65" Type="http://schemas.openxmlformats.org/officeDocument/2006/relationships/image" Target="../media/image689.png"/><Relationship Id="rId66" Type="http://schemas.openxmlformats.org/officeDocument/2006/relationships/image" Target="../media/image690.png"/><Relationship Id="rId67" Type="http://schemas.openxmlformats.org/officeDocument/2006/relationships/image" Target="../media/image691.png"/><Relationship Id="rId68" Type="http://schemas.openxmlformats.org/officeDocument/2006/relationships/image" Target="../media/image692.png"/><Relationship Id="rId69" Type="http://schemas.openxmlformats.org/officeDocument/2006/relationships/image" Target="../media/image693.png"/><Relationship Id="rId70" Type="http://schemas.openxmlformats.org/officeDocument/2006/relationships/image" Target="../media/image694.png"/><Relationship Id="rId71" Type="http://schemas.openxmlformats.org/officeDocument/2006/relationships/image" Target="../media/image695.png"/><Relationship Id="rId72" Type="http://schemas.openxmlformats.org/officeDocument/2006/relationships/image" Target="../media/image696.png"/><Relationship Id="rId73" Type="http://schemas.openxmlformats.org/officeDocument/2006/relationships/image" Target="../media/image697.png"/><Relationship Id="rId74" Type="http://schemas.openxmlformats.org/officeDocument/2006/relationships/image" Target="../media/image698.png"/><Relationship Id="rId75" Type="http://schemas.openxmlformats.org/officeDocument/2006/relationships/image" Target="../media/image699.png"/><Relationship Id="rId76" Type="http://schemas.openxmlformats.org/officeDocument/2006/relationships/image" Target="../media/image700.png"/><Relationship Id="rId77" Type="http://schemas.openxmlformats.org/officeDocument/2006/relationships/image" Target="../media/image701.png"/><Relationship Id="rId78" Type="http://schemas.openxmlformats.org/officeDocument/2006/relationships/image" Target="../media/image702.png"/><Relationship Id="rId79" Type="http://schemas.openxmlformats.org/officeDocument/2006/relationships/image" Target="../media/image703.png"/><Relationship Id="rId80" Type="http://schemas.openxmlformats.org/officeDocument/2006/relationships/image" Target="../media/image704.png"/><Relationship Id="rId81" Type="http://schemas.openxmlformats.org/officeDocument/2006/relationships/image" Target="../media/image705.png"/><Relationship Id="rId82" Type="http://schemas.openxmlformats.org/officeDocument/2006/relationships/image" Target="../media/image706.png"/><Relationship Id="rId83" Type="http://schemas.openxmlformats.org/officeDocument/2006/relationships/image" Target="../media/image707.png"/><Relationship Id="rId84" Type="http://schemas.openxmlformats.org/officeDocument/2006/relationships/image" Target="../media/image708.png"/><Relationship Id="rId85" Type="http://schemas.openxmlformats.org/officeDocument/2006/relationships/image" Target="../media/image709.png"/><Relationship Id="rId86" Type="http://schemas.openxmlformats.org/officeDocument/2006/relationships/image" Target="../media/image710.png"/><Relationship Id="rId87" Type="http://schemas.openxmlformats.org/officeDocument/2006/relationships/image" Target="../media/image711.png"/><Relationship Id="rId88" Type="http://schemas.openxmlformats.org/officeDocument/2006/relationships/image" Target="../media/image712.png"/><Relationship Id="rId89" Type="http://schemas.openxmlformats.org/officeDocument/2006/relationships/image" Target="../media/image713.png"/><Relationship Id="rId90" Type="http://schemas.openxmlformats.org/officeDocument/2006/relationships/image" Target="../media/image714.png"/><Relationship Id="rId91" Type="http://schemas.openxmlformats.org/officeDocument/2006/relationships/image" Target="../media/image715.png"/><Relationship Id="rId92" Type="http://schemas.openxmlformats.org/officeDocument/2006/relationships/image" Target="../media/image716.png"/><Relationship Id="rId93" Type="http://schemas.openxmlformats.org/officeDocument/2006/relationships/image" Target="../media/image717.png"/><Relationship Id="rId94" Type="http://schemas.openxmlformats.org/officeDocument/2006/relationships/image" Target="../media/image718.png"/><Relationship Id="rId95" Type="http://schemas.openxmlformats.org/officeDocument/2006/relationships/image" Target="../media/image719.png"/><Relationship Id="rId96" Type="http://schemas.openxmlformats.org/officeDocument/2006/relationships/image" Target="../media/image720.png"/><Relationship Id="rId97" Type="http://schemas.openxmlformats.org/officeDocument/2006/relationships/image" Target="../media/image721.png"/><Relationship Id="rId98" Type="http://schemas.openxmlformats.org/officeDocument/2006/relationships/image" Target="../media/image722.png"/><Relationship Id="rId99" Type="http://schemas.openxmlformats.org/officeDocument/2006/relationships/image" Target="../media/image723.png"/><Relationship Id="rId100" Type="http://schemas.openxmlformats.org/officeDocument/2006/relationships/image" Target="../media/image724.png"/><Relationship Id="rId101" Type="http://schemas.openxmlformats.org/officeDocument/2006/relationships/image" Target="../media/image725.png"/><Relationship Id="rId102" Type="http://schemas.openxmlformats.org/officeDocument/2006/relationships/image" Target="../media/image726.png"/><Relationship Id="rId103" Type="http://schemas.openxmlformats.org/officeDocument/2006/relationships/image" Target="../media/image727.png"/><Relationship Id="rId104" Type="http://schemas.openxmlformats.org/officeDocument/2006/relationships/image" Target="../media/image728.png"/><Relationship Id="rId105" Type="http://schemas.openxmlformats.org/officeDocument/2006/relationships/image" Target="../media/image729.png"/><Relationship Id="rId106" Type="http://schemas.openxmlformats.org/officeDocument/2006/relationships/image" Target="../media/image730.png"/><Relationship Id="rId107" Type="http://schemas.openxmlformats.org/officeDocument/2006/relationships/image" Target="../media/image731.png"/><Relationship Id="rId108" Type="http://schemas.openxmlformats.org/officeDocument/2006/relationships/image" Target="../media/image732.png"/><Relationship Id="rId109" Type="http://schemas.openxmlformats.org/officeDocument/2006/relationships/image" Target="../media/image733.png"/><Relationship Id="rId110" Type="http://schemas.openxmlformats.org/officeDocument/2006/relationships/image" Target="../media/image734.png"/><Relationship Id="rId111" Type="http://schemas.openxmlformats.org/officeDocument/2006/relationships/image" Target="../media/image735.png"/><Relationship Id="rId112" Type="http://schemas.openxmlformats.org/officeDocument/2006/relationships/image" Target="../media/image736.png"/><Relationship Id="rId113" Type="http://schemas.openxmlformats.org/officeDocument/2006/relationships/image" Target="../media/image737.png"/><Relationship Id="rId114" Type="http://schemas.openxmlformats.org/officeDocument/2006/relationships/image" Target="../media/image738.png"/><Relationship Id="rId115" Type="http://schemas.openxmlformats.org/officeDocument/2006/relationships/image" Target="../media/image739.png"/><Relationship Id="rId116" Type="http://schemas.openxmlformats.org/officeDocument/2006/relationships/image" Target="../media/image740.png"/><Relationship Id="rId117" Type="http://schemas.openxmlformats.org/officeDocument/2006/relationships/image" Target="../media/image265.png"/><Relationship Id="rId118" Type="http://schemas.openxmlformats.org/officeDocument/2006/relationships/image" Target="../media/image741.png"/><Relationship Id="rId119" Type="http://schemas.openxmlformats.org/officeDocument/2006/relationships/image" Target="../media/image742.png"/><Relationship Id="rId120" Type="http://schemas.openxmlformats.org/officeDocument/2006/relationships/image" Target="../media/image743.png"/><Relationship Id="rId121" Type="http://schemas.openxmlformats.org/officeDocument/2006/relationships/image" Target="../media/image744.png"/><Relationship Id="rId122" Type="http://schemas.openxmlformats.org/officeDocument/2006/relationships/image" Target="../media/image745.png"/><Relationship Id="rId123" Type="http://schemas.openxmlformats.org/officeDocument/2006/relationships/image" Target="../media/image746.png"/><Relationship Id="rId124" Type="http://schemas.openxmlformats.org/officeDocument/2006/relationships/image" Target="../media/image747.png"/><Relationship Id="rId125" Type="http://schemas.openxmlformats.org/officeDocument/2006/relationships/image" Target="../media/image748.png"/><Relationship Id="rId126" Type="http://schemas.openxmlformats.org/officeDocument/2006/relationships/image" Target="../media/image749.png"/><Relationship Id="rId127" Type="http://schemas.openxmlformats.org/officeDocument/2006/relationships/image" Target="../media/image750.png"/><Relationship Id="rId128" Type="http://schemas.openxmlformats.org/officeDocument/2006/relationships/image" Target="../media/image751.png"/><Relationship Id="rId129" Type="http://schemas.openxmlformats.org/officeDocument/2006/relationships/image" Target="../media/image752.png"/><Relationship Id="rId130" Type="http://schemas.openxmlformats.org/officeDocument/2006/relationships/image" Target="../media/image753.png"/><Relationship Id="rId131" Type="http://schemas.openxmlformats.org/officeDocument/2006/relationships/image" Target="../media/image754.png"/><Relationship Id="rId132" Type="http://schemas.openxmlformats.org/officeDocument/2006/relationships/image" Target="../media/image755.png"/><Relationship Id="rId133" Type="http://schemas.openxmlformats.org/officeDocument/2006/relationships/image" Target="../media/image756.png"/><Relationship Id="rId134" Type="http://schemas.openxmlformats.org/officeDocument/2006/relationships/image" Target="../media/image757.png"/><Relationship Id="rId135" Type="http://schemas.openxmlformats.org/officeDocument/2006/relationships/image" Target="../media/image758.png"/><Relationship Id="rId136" Type="http://schemas.openxmlformats.org/officeDocument/2006/relationships/image" Target="../media/image759.png"/><Relationship Id="rId137" Type="http://schemas.openxmlformats.org/officeDocument/2006/relationships/image" Target="../media/image760.png"/><Relationship Id="rId138" Type="http://schemas.openxmlformats.org/officeDocument/2006/relationships/image" Target="../media/image761.png"/><Relationship Id="rId139" Type="http://schemas.openxmlformats.org/officeDocument/2006/relationships/image" Target="../media/image762.png"/><Relationship Id="rId140" Type="http://schemas.openxmlformats.org/officeDocument/2006/relationships/image" Target="../media/image763.png"/><Relationship Id="rId141" Type="http://schemas.openxmlformats.org/officeDocument/2006/relationships/image" Target="../media/image764.png"/><Relationship Id="rId142" Type="http://schemas.openxmlformats.org/officeDocument/2006/relationships/image" Target="../media/image765.png"/><Relationship Id="rId143" Type="http://schemas.openxmlformats.org/officeDocument/2006/relationships/image" Target="../media/image766.png"/><Relationship Id="rId144" Type="http://schemas.openxmlformats.org/officeDocument/2006/relationships/image" Target="../media/image767.png"/><Relationship Id="rId145" Type="http://schemas.openxmlformats.org/officeDocument/2006/relationships/image" Target="../media/image768.png"/><Relationship Id="rId146" Type="http://schemas.openxmlformats.org/officeDocument/2006/relationships/image" Target="../media/image769.png"/><Relationship Id="rId147" Type="http://schemas.openxmlformats.org/officeDocument/2006/relationships/image" Target="../media/image770.png"/><Relationship Id="rId148" Type="http://schemas.openxmlformats.org/officeDocument/2006/relationships/image" Target="../media/image771.png"/><Relationship Id="rId149" Type="http://schemas.openxmlformats.org/officeDocument/2006/relationships/image" Target="../media/image772.png"/><Relationship Id="rId150" Type="http://schemas.openxmlformats.org/officeDocument/2006/relationships/image" Target="../media/image773.png"/><Relationship Id="rId151" Type="http://schemas.openxmlformats.org/officeDocument/2006/relationships/image" Target="../media/image774.png"/><Relationship Id="rId152" Type="http://schemas.openxmlformats.org/officeDocument/2006/relationships/image" Target="../media/image775.png"/><Relationship Id="rId153" Type="http://schemas.openxmlformats.org/officeDocument/2006/relationships/image" Target="../media/image776.png"/><Relationship Id="rId154" Type="http://schemas.openxmlformats.org/officeDocument/2006/relationships/image" Target="../media/image777.png"/><Relationship Id="rId155" Type="http://schemas.openxmlformats.org/officeDocument/2006/relationships/image" Target="../media/image778.png"/><Relationship Id="rId156" Type="http://schemas.openxmlformats.org/officeDocument/2006/relationships/image" Target="../media/image779.png"/><Relationship Id="rId157" Type="http://schemas.openxmlformats.org/officeDocument/2006/relationships/image" Target="../media/image780.png"/><Relationship Id="rId158" Type="http://schemas.openxmlformats.org/officeDocument/2006/relationships/image" Target="../media/image781.png"/><Relationship Id="rId159" Type="http://schemas.openxmlformats.org/officeDocument/2006/relationships/image" Target="../media/image296.png"/><Relationship Id="rId160" Type="http://schemas.openxmlformats.org/officeDocument/2006/relationships/image" Target="../media/image782.png"/><Relationship Id="rId161" Type="http://schemas.openxmlformats.org/officeDocument/2006/relationships/image" Target="../media/image783.png"/><Relationship Id="rId162" Type="http://schemas.openxmlformats.org/officeDocument/2006/relationships/image" Target="../media/image784.png"/><Relationship Id="rId163" Type="http://schemas.openxmlformats.org/officeDocument/2006/relationships/image" Target="../media/image785.png"/><Relationship Id="rId164" Type="http://schemas.openxmlformats.org/officeDocument/2006/relationships/image" Target="../media/image165.png"/><Relationship Id="rId165" Type="http://schemas.openxmlformats.org/officeDocument/2006/relationships/image" Target="../media/image786.png"/><Relationship Id="rId166" Type="http://schemas.openxmlformats.org/officeDocument/2006/relationships/image" Target="../media/image787.png"/><Relationship Id="rId167" Type="http://schemas.openxmlformats.org/officeDocument/2006/relationships/image" Target="../media/image309.png"/><Relationship Id="rId168" Type="http://schemas.openxmlformats.org/officeDocument/2006/relationships/image" Target="../media/image788.png"/><Relationship Id="rId169" Type="http://schemas.openxmlformats.org/officeDocument/2006/relationships/image" Target="../media/image789.png"/><Relationship Id="rId170" Type="http://schemas.openxmlformats.org/officeDocument/2006/relationships/image" Target="../media/image236.png"/><Relationship Id="rId171" Type="http://schemas.openxmlformats.org/officeDocument/2006/relationships/image" Target="../media/image790.png"/><Relationship Id="rId172" Type="http://schemas.openxmlformats.org/officeDocument/2006/relationships/image" Target="../media/image791.png"/><Relationship Id="rId173" Type="http://schemas.openxmlformats.org/officeDocument/2006/relationships/image" Target="../media/image792.png"/><Relationship Id="rId174" Type="http://schemas.openxmlformats.org/officeDocument/2006/relationships/image" Target="../media/image793.png"/><Relationship Id="rId175" Type="http://schemas.openxmlformats.org/officeDocument/2006/relationships/image" Target="../media/image794.png"/><Relationship Id="rId176" Type="http://schemas.openxmlformats.org/officeDocument/2006/relationships/image" Target="../media/image795.png"/><Relationship Id="rId177" Type="http://schemas.openxmlformats.org/officeDocument/2006/relationships/image" Target="../media/image796.png"/><Relationship Id="rId178" Type="http://schemas.openxmlformats.org/officeDocument/2006/relationships/image" Target="../media/image797.png"/><Relationship Id="rId179" Type="http://schemas.openxmlformats.org/officeDocument/2006/relationships/image" Target="../media/image798.png"/><Relationship Id="rId180" Type="http://schemas.openxmlformats.org/officeDocument/2006/relationships/image" Target="../media/image799.png"/><Relationship Id="rId181" Type="http://schemas.openxmlformats.org/officeDocument/2006/relationships/image" Target="../media/image800.png"/><Relationship Id="rId182" Type="http://schemas.openxmlformats.org/officeDocument/2006/relationships/image" Target="../media/image801.png"/><Relationship Id="rId183" Type="http://schemas.openxmlformats.org/officeDocument/2006/relationships/image" Target="../media/image802.png"/><Relationship Id="rId184" Type="http://schemas.openxmlformats.org/officeDocument/2006/relationships/image" Target="../media/image803.png"/><Relationship Id="rId185" Type="http://schemas.openxmlformats.org/officeDocument/2006/relationships/image" Target="../media/image804.png"/><Relationship Id="rId186" Type="http://schemas.openxmlformats.org/officeDocument/2006/relationships/image" Target="../media/image805.png"/><Relationship Id="rId187" Type="http://schemas.openxmlformats.org/officeDocument/2006/relationships/image" Target="../media/image806.png"/><Relationship Id="rId188" Type="http://schemas.openxmlformats.org/officeDocument/2006/relationships/image" Target="../media/image807.png"/><Relationship Id="rId189" Type="http://schemas.openxmlformats.org/officeDocument/2006/relationships/image" Target="../media/image808.png"/><Relationship Id="rId190" Type="http://schemas.openxmlformats.org/officeDocument/2006/relationships/image" Target="../media/image809.png"/><Relationship Id="rId191" Type="http://schemas.openxmlformats.org/officeDocument/2006/relationships/image" Target="../media/image810.png"/><Relationship Id="rId192" Type="http://schemas.openxmlformats.org/officeDocument/2006/relationships/image" Target="../media/image579.png"/><Relationship Id="rId193" Type="http://schemas.openxmlformats.org/officeDocument/2006/relationships/image" Target="../media/image811.png"/><Relationship Id="rId194" Type="http://schemas.openxmlformats.org/officeDocument/2006/relationships/image" Target="../media/image812.png"/><Relationship Id="rId195" Type="http://schemas.openxmlformats.org/officeDocument/2006/relationships/image" Target="../media/image409.png"/><Relationship Id="rId196" Type="http://schemas.openxmlformats.org/officeDocument/2006/relationships/image" Target="../media/image813.png"/><Relationship Id="rId197" Type="http://schemas.openxmlformats.org/officeDocument/2006/relationships/image" Target="../media/image814.png"/><Relationship Id="rId198" Type="http://schemas.openxmlformats.org/officeDocument/2006/relationships/image" Target="../media/image815.png"/><Relationship Id="rId199" Type="http://schemas.openxmlformats.org/officeDocument/2006/relationships/image" Target="../media/image419.png"/><Relationship Id="rId200" Type="http://schemas.openxmlformats.org/officeDocument/2006/relationships/image" Target="../media/image816.png"/><Relationship Id="rId201" Type="http://schemas.openxmlformats.org/officeDocument/2006/relationships/image" Target="../media/image817.png"/><Relationship Id="rId202" Type="http://schemas.openxmlformats.org/officeDocument/2006/relationships/image" Target="../media/image82.png"/><Relationship Id="rId203" Type="http://schemas.openxmlformats.org/officeDocument/2006/relationships/image" Target="../media/image818.png"/><Relationship Id="rId204" Type="http://schemas.openxmlformats.org/officeDocument/2006/relationships/image" Target="../media/image819.png"/><Relationship Id="rId205" Type="http://schemas.openxmlformats.org/officeDocument/2006/relationships/image" Target="../media/image820.png"/><Relationship Id="rId206" Type="http://schemas.openxmlformats.org/officeDocument/2006/relationships/image" Target="../media/image821.png"/><Relationship Id="rId207" Type="http://schemas.openxmlformats.org/officeDocument/2006/relationships/image" Target="../media/image822.png"/><Relationship Id="rId208" Type="http://schemas.openxmlformats.org/officeDocument/2006/relationships/image" Target="../media/image823.png"/><Relationship Id="rId209" Type="http://schemas.openxmlformats.org/officeDocument/2006/relationships/image" Target="../media/image824.png"/><Relationship Id="rId210" Type="http://schemas.openxmlformats.org/officeDocument/2006/relationships/image" Target="../media/image825.png"/><Relationship Id="rId211" Type="http://schemas.openxmlformats.org/officeDocument/2006/relationships/image" Target="../media/image826.png"/><Relationship Id="rId212" Type="http://schemas.openxmlformats.org/officeDocument/2006/relationships/image" Target="../media/image827.png"/><Relationship Id="rId213" Type="http://schemas.openxmlformats.org/officeDocument/2006/relationships/image" Target="../media/image828.png"/><Relationship Id="rId214" Type="http://schemas.openxmlformats.org/officeDocument/2006/relationships/image" Target="../media/image829.png"/><Relationship Id="rId215" Type="http://schemas.openxmlformats.org/officeDocument/2006/relationships/image" Target="../media/image830.png"/><Relationship Id="rId216" Type="http://schemas.openxmlformats.org/officeDocument/2006/relationships/image" Target="../media/image831.png"/><Relationship Id="rId217" Type="http://schemas.openxmlformats.org/officeDocument/2006/relationships/image" Target="../media/image832.png"/><Relationship Id="rId218" Type="http://schemas.openxmlformats.org/officeDocument/2006/relationships/image" Target="../media/image833.png"/><Relationship Id="rId219" Type="http://schemas.openxmlformats.org/officeDocument/2006/relationships/image" Target="../media/image834.png"/><Relationship Id="rId220" Type="http://schemas.openxmlformats.org/officeDocument/2006/relationships/image" Target="../media/image835.png"/><Relationship Id="rId221" Type="http://schemas.openxmlformats.org/officeDocument/2006/relationships/image" Target="../media/image836.png"/><Relationship Id="rId222" Type="http://schemas.openxmlformats.org/officeDocument/2006/relationships/image" Target="../media/image837.png"/><Relationship Id="rId223" Type="http://schemas.openxmlformats.org/officeDocument/2006/relationships/image" Target="../media/image838.png"/><Relationship Id="rId224" Type="http://schemas.openxmlformats.org/officeDocument/2006/relationships/image" Target="../media/image839.png"/><Relationship Id="rId225" Type="http://schemas.openxmlformats.org/officeDocument/2006/relationships/image" Target="../media/image840.png"/><Relationship Id="rId226" Type="http://schemas.openxmlformats.org/officeDocument/2006/relationships/image" Target="../media/image841.png"/><Relationship Id="rId227" Type="http://schemas.openxmlformats.org/officeDocument/2006/relationships/image" Target="../media/image842.png"/><Relationship Id="rId228" Type="http://schemas.openxmlformats.org/officeDocument/2006/relationships/image" Target="../media/image843.png"/><Relationship Id="rId229" Type="http://schemas.openxmlformats.org/officeDocument/2006/relationships/image" Target="../media/image844.png"/><Relationship Id="rId230" Type="http://schemas.openxmlformats.org/officeDocument/2006/relationships/image" Target="../media/image845.png"/><Relationship Id="rId231" Type="http://schemas.openxmlformats.org/officeDocument/2006/relationships/image" Target="../media/image846.png"/><Relationship Id="rId232" Type="http://schemas.openxmlformats.org/officeDocument/2006/relationships/image" Target="../media/image847.png"/><Relationship Id="rId233" Type="http://schemas.openxmlformats.org/officeDocument/2006/relationships/image" Target="../media/image848.png"/><Relationship Id="rId234" Type="http://schemas.openxmlformats.org/officeDocument/2006/relationships/image" Target="../media/image849.png"/><Relationship Id="rId235" Type="http://schemas.openxmlformats.org/officeDocument/2006/relationships/image" Target="../media/image850.png"/><Relationship Id="rId236" Type="http://schemas.openxmlformats.org/officeDocument/2006/relationships/image" Target="../media/image851.png"/><Relationship Id="rId237" Type="http://schemas.openxmlformats.org/officeDocument/2006/relationships/image" Target="../media/image852.png"/><Relationship Id="rId238" Type="http://schemas.openxmlformats.org/officeDocument/2006/relationships/image" Target="../media/image853.png"/><Relationship Id="rId239" Type="http://schemas.openxmlformats.org/officeDocument/2006/relationships/image" Target="../media/image854.png"/><Relationship Id="rId240" Type="http://schemas.openxmlformats.org/officeDocument/2006/relationships/image" Target="../media/image855.png"/><Relationship Id="rId241" Type="http://schemas.openxmlformats.org/officeDocument/2006/relationships/image" Target="../media/image856.png"/><Relationship Id="rId242" Type="http://schemas.openxmlformats.org/officeDocument/2006/relationships/image" Target="../media/image857.png"/><Relationship Id="rId243" Type="http://schemas.openxmlformats.org/officeDocument/2006/relationships/image" Target="../media/image858.png"/><Relationship Id="rId244" Type="http://schemas.openxmlformats.org/officeDocument/2006/relationships/image" Target="../media/image859.png"/><Relationship Id="rId245" Type="http://schemas.openxmlformats.org/officeDocument/2006/relationships/image" Target="../media/image860.png"/><Relationship Id="rId246" Type="http://schemas.openxmlformats.org/officeDocument/2006/relationships/image" Target="../media/image861.png"/><Relationship Id="rId247" Type="http://schemas.openxmlformats.org/officeDocument/2006/relationships/image" Target="../media/image862.png"/><Relationship Id="rId248" Type="http://schemas.openxmlformats.org/officeDocument/2006/relationships/image" Target="../media/image863.png"/><Relationship Id="rId249" Type="http://schemas.openxmlformats.org/officeDocument/2006/relationships/image" Target="../media/image864.png"/><Relationship Id="rId250" Type="http://schemas.openxmlformats.org/officeDocument/2006/relationships/image" Target="../media/image190.png"/><Relationship Id="rId251" Type="http://schemas.openxmlformats.org/officeDocument/2006/relationships/image" Target="../media/image865.png"/><Relationship Id="rId252" Type="http://schemas.openxmlformats.org/officeDocument/2006/relationships/image" Target="../media/image866.png"/><Relationship Id="rId253" Type="http://schemas.openxmlformats.org/officeDocument/2006/relationships/image" Target="../media/image867.png"/><Relationship Id="rId254" Type="http://schemas.openxmlformats.org/officeDocument/2006/relationships/image" Target="../media/image868.png"/><Relationship Id="rId255" Type="http://schemas.openxmlformats.org/officeDocument/2006/relationships/image" Target="../media/image869.png"/><Relationship Id="rId256" Type="http://schemas.openxmlformats.org/officeDocument/2006/relationships/image" Target="../media/image870.png"/><Relationship Id="rId257" Type="http://schemas.openxmlformats.org/officeDocument/2006/relationships/image" Target="../media/image871.png"/><Relationship Id="rId258" Type="http://schemas.openxmlformats.org/officeDocument/2006/relationships/image" Target="../media/image872.png"/><Relationship Id="rId259" Type="http://schemas.openxmlformats.org/officeDocument/2006/relationships/image" Target="../media/image576.png"/><Relationship Id="rId260" Type="http://schemas.openxmlformats.org/officeDocument/2006/relationships/image" Target="../media/image873.png"/><Relationship Id="rId261" Type="http://schemas.openxmlformats.org/officeDocument/2006/relationships/image" Target="../media/image874.png"/><Relationship Id="rId262" Type="http://schemas.openxmlformats.org/officeDocument/2006/relationships/image" Target="../media/image875.png"/><Relationship Id="rId263" Type="http://schemas.openxmlformats.org/officeDocument/2006/relationships/image" Target="../media/image876.png"/><Relationship Id="rId264" Type="http://schemas.openxmlformats.org/officeDocument/2006/relationships/image" Target="../media/image877.png"/><Relationship Id="rId265" Type="http://schemas.openxmlformats.org/officeDocument/2006/relationships/image" Target="../media/image878.png"/><Relationship Id="rId266" Type="http://schemas.openxmlformats.org/officeDocument/2006/relationships/image" Target="../media/image879.png"/><Relationship Id="rId267" Type="http://schemas.openxmlformats.org/officeDocument/2006/relationships/image" Target="../media/image880.png"/><Relationship Id="rId268" Type="http://schemas.openxmlformats.org/officeDocument/2006/relationships/image" Target="../media/image881.png"/><Relationship Id="rId269" Type="http://schemas.openxmlformats.org/officeDocument/2006/relationships/image" Target="../media/image882.png"/><Relationship Id="rId270" Type="http://schemas.openxmlformats.org/officeDocument/2006/relationships/image" Target="../media/image883.png"/><Relationship Id="rId271" Type="http://schemas.openxmlformats.org/officeDocument/2006/relationships/image" Target="../media/image884.png"/><Relationship Id="rId272" Type="http://schemas.openxmlformats.org/officeDocument/2006/relationships/image" Target="../media/image885.png"/><Relationship Id="rId273" Type="http://schemas.openxmlformats.org/officeDocument/2006/relationships/image" Target="../media/image886.png"/><Relationship Id="rId274" Type="http://schemas.openxmlformats.org/officeDocument/2006/relationships/image" Target="../media/image887.png"/><Relationship Id="rId275" Type="http://schemas.openxmlformats.org/officeDocument/2006/relationships/image" Target="../media/image888.png"/><Relationship Id="rId276" Type="http://schemas.openxmlformats.org/officeDocument/2006/relationships/image" Target="../media/image889.png"/><Relationship Id="rId277" Type="http://schemas.openxmlformats.org/officeDocument/2006/relationships/image" Target="../media/image890.png"/><Relationship Id="rId278" Type="http://schemas.openxmlformats.org/officeDocument/2006/relationships/image" Target="../media/image891.png"/><Relationship Id="rId279" Type="http://schemas.openxmlformats.org/officeDocument/2006/relationships/image" Target="../media/image892.png"/><Relationship Id="rId280" Type="http://schemas.openxmlformats.org/officeDocument/2006/relationships/image" Target="../media/image893.png"/><Relationship Id="rId281" Type="http://schemas.openxmlformats.org/officeDocument/2006/relationships/image" Target="../media/image894.png"/><Relationship Id="rId282" Type="http://schemas.openxmlformats.org/officeDocument/2006/relationships/image" Target="../media/image895.png"/><Relationship Id="rId283" Type="http://schemas.openxmlformats.org/officeDocument/2006/relationships/image" Target="../media/image896.png"/><Relationship Id="rId284" Type="http://schemas.openxmlformats.org/officeDocument/2006/relationships/image" Target="../media/image897.png"/><Relationship Id="rId285" Type="http://schemas.openxmlformats.org/officeDocument/2006/relationships/image" Target="../media/image898.png"/><Relationship Id="rId286" Type="http://schemas.openxmlformats.org/officeDocument/2006/relationships/image" Target="../media/image899.png"/><Relationship Id="rId287" Type="http://schemas.openxmlformats.org/officeDocument/2006/relationships/image" Target="../media/image900.png"/><Relationship Id="rId288" Type="http://schemas.openxmlformats.org/officeDocument/2006/relationships/image" Target="../media/image901.png"/><Relationship Id="rId289" Type="http://schemas.openxmlformats.org/officeDocument/2006/relationships/image" Target="../media/image902.png"/><Relationship Id="rId290" Type="http://schemas.openxmlformats.org/officeDocument/2006/relationships/image" Target="../media/image903.png"/><Relationship Id="rId291" Type="http://schemas.openxmlformats.org/officeDocument/2006/relationships/image" Target="../media/image280.png"/><Relationship Id="rId292" Type="http://schemas.openxmlformats.org/officeDocument/2006/relationships/image" Target="../media/image904.png"/><Relationship Id="rId293" Type="http://schemas.openxmlformats.org/officeDocument/2006/relationships/image" Target="../media/image905.png"/><Relationship Id="rId294" Type="http://schemas.openxmlformats.org/officeDocument/2006/relationships/image" Target="../media/image906.png"/><Relationship Id="rId295" Type="http://schemas.openxmlformats.org/officeDocument/2006/relationships/image" Target="../media/image907.png"/><Relationship Id="rId296" Type="http://schemas.openxmlformats.org/officeDocument/2006/relationships/image" Target="../media/image908.png"/><Relationship Id="rId297" Type="http://schemas.openxmlformats.org/officeDocument/2006/relationships/image" Target="../media/image909.png"/><Relationship Id="rId298" Type="http://schemas.openxmlformats.org/officeDocument/2006/relationships/image" Target="../media/image910.png"/><Relationship Id="rId299" Type="http://schemas.openxmlformats.org/officeDocument/2006/relationships/image" Target="../media/image911.png"/><Relationship Id="rId300" Type="http://schemas.openxmlformats.org/officeDocument/2006/relationships/image" Target="../media/image912.png"/><Relationship Id="rId301" Type="http://schemas.openxmlformats.org/officeDocument/2006/relationships/image" Target="../media/image913.png"/><Relationship Id="rId302" Type="http://schemas.openxmlformats.org/officeDocument/2006/relationships/image" Target="../media/image914.png"/><Relationship Id="rId303" Type="http://schemas.openxmlformats.org/officeDocument/2006/relationships/image" Target="../media/image915.png"/><Relationship Id="rId304" Type="http://schemas.openxmlformats.org/officeDocument/2006/relationships/image" Target="../media/image916.png"/><Relationship Id="rId305" Type="http://schemas.openxmlformats.org/officeDocument/2006/relationships/image" Target="../media/image917.png"/><Relationship Id="rId306" Type="http://schemas.openxmlformats.org/officeDocument/2006/relationships/image" Target="../media/image918.png"/><Relationship Id="rId307" Type="http://schemas.openxmlformats.org/officeDocument/2006/relationships/image" Target="../media/image919.png"/><Relationship Id="rId308" Type="http://schemas.openxmlformats.org/officeDocument/2006/relationships/image" Target="../media/image920.png"/><Relationship Id="rId309" Type="http://schemas.openxmlformats.org/officeDocument/2006/relationships/image" Target="../media/image921.png"/><Relationship Id="rId310" Type="http://schemas.openxmlformats.org/officeDocument/2006/relationships/image" Target="../media/image922.png"/><Relationship Id="rId311" Type="http://schemas.openxmlformats.org/officeDocument/2006/relationships/image" Target="../media/image923.png"/><Relationship Id="rId312" Type="http://schemas.openxmlformats.org/officeDocument/2006/relationships/image" Target="../media/image924.png"/><Relationship Id="rId313" Type="http://schemas.openxmlformats.org/officeDocument/2006/relationships/image" Target="../media/image925.png"/><Relationship Id="rId314" Type="http://schemas.openxmlformats.org/officeDocument/2006/relationships/image" Target="../media/image926.png"/><Relationship Id="rId315" Type="http://schemas.openxmlformats.org/officeDocument/2006/relationships/image" Target="../media/image927.png"/><Relationship Id="rId316" Type="http://schemas.openxmlformats.org/officeDocument/2006/relationships/image" Target="../media/image928.png"/><Relationship Id="rId317" Type="http://schemas.openxmlformats.org/officeDocument/2006/relationships/image" Target="../media/image929.png"/><Relationship Id="rId318" Type="http://schemas.openxmlformats.org/officeDocument/2006/relationships/image" Target="../media/image930.png"/><Relationship Id="rId319" Type="http://schemas.openxmlformats.org/officeDocument/2006/relationships/image" Target="../media/image931.png"/><Relationship Id="rId320" Type="http://schemas.openxmlformats.org/officeDocument/2006/relationships/image" Target="../media/image932.png"/><Relationship Id="rId321" Type="http://schemas.openxmlformats.org/officeDocument/2006/relationships/image" Target="../media/image933.png"/><Relationship Id="rId322" Type="http://schemas.openxmlformats.org/officeDocument/2006/relationships/image" Target="../media/image934.png"/><Relationship Id="rId323" Type="http://schemas.openxmlformats.org/officeDocument/2006/relationships/image" Target="../media/image935.png"/><Relationship Id="rId324" Type="http://schemas.openxmlformats.org/officeDocument/2006/relationships/image" Target="../media/image936.png"/><Relationship Id="rId325" Type="http://schemas.openxmlformats.org/officeDocument/2006/relationships/image" Target="../media/image937.png"/><Relationship Id="rId326" Type="http://schemas.openxmlformats.org/officeDocument/2006/relationships/image" Target="../media/image938.png"/><Relationship Id="rId327" Type="http://schemas.openxmlformats.org/officeDocument/2006/relationships/image" Target="../media/image575.png"/><Relationship Id="rId328" Type="http://schemas.openxmlformats.org/officeDocument/2006/relationships/image" Target="../media/image939.png"/><Relationship Id="rId329" Type="http://schemas.openxmlformats.org/officeDocument/2006/relationships/image" Target="../media/image940.png"/><Relationship Id="rId330" Type="http://schemas.openxmlformats.org/officeDocument/2006/relationships/image" Target="../media/image941.png"/><Relationship Id="rId331" Type="http://schemas.openxmlformats.org/officeDocument/2006/relationships/image" Target="../media/image942.png"/><Relationship Id="rId332" Type="http://schemas.openxmlformats.org/officeDocument/2006/relationships/image" Target="../media/image943.png"/><Relationship Id="rId333" Type="http://schemas.openxmlformats.org/officeDocument/2006/relationships/image" Target="../media/image94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45.png"/><Relationship Id="rId3" Type="http://schemas.openxmlformats.org/officeDocument/2006/relationships/image" Target="../media/image946.png"/><Relationship Id="rId4" Type="http://schemas.openxmlformats.org/officeDocument/2006/relationships/image" Target="../media/image947.png"/><Relationship Id="rId5" Type="http://schemas.openxmlformats.org/officeDocument/2006/relationships/image" Target="../media/image948.png"/><Relationship Id="rId6" Type="http://schemas.openxmlformats.org/officeDocument/2006/relationships/image" Target="../media/image949.png"/><Relationship Id="rId7" Type="http://schemas.openxmlformats.org/officeDocument/2006/relationships/image" Target="../media/image950.png"/><Relationship Id="rId8" Type="http://schemas.openxmlformats.org/officeDocument/2006/relationships/image" Target="../media/image951.png"/><Relationship Id="rId9" Type="http://schemas.openxmlformats.org/officeDocument/2006/relationships/image" Target="../media/image952.png"/><Relationship Id="rId10" Type="http://schemas.openxmlformats.org/officeDocument/2006/relationships/image" Target="../media/image64.png"/><Relationship Id="rId11" Type="http://schemas.openxmlformats.org/officeDocument/2006/relationships/image" Target="../media/image953.png"/><Relationship Id="rId12" Type="http://schemas.openxmlformats.org/officeDocument/2006/relationships/image" Target="../media/image954.png"/><Relationship Id="rId13" Type="http://schemas.openxmlformats.org/officeDocument/2006/relationships/image" Target="../media/image955.png"/><Relationship Id="rId14" Type="http://schemas.openxmlformats.org/officeDocument/2006/relationships/image" Target="../media/image956.png"/><Relationship Id="rId15" Type="http://schemas.openxmlformats.org/officeDocument/2006/relationships/image" Target="../media/image957.png"/><Relationship Id="rId16" Type="http://schemas.openxmlformats.org/officeDocument/2006/relationships/image" Target="../media/image958.png"/><Relationship Id="rId17" Type="http://schemas.openxmlformats.org/officeDocument/2006/relationships/image" Target="../media/image959.png"/><Relationship Id="rId18" Type="http://schemas.openxmlformats.org/officeDocument/2006/relationships/image" Target="../media/image960.png"/><Relationship Id="rId19" Type="http://schemas.openxmlformats.org/officeDocument/2006/relationships/image" Target="../media/image961.png"/><Relationship Id="rId20" Type="http://schemas.openxmlformats.org/officeDocument/2006/relationships/image" Target="../media/image962.png"/><Relationship Id="rId21" Type="http://schemas.openxmlformats.org/officeDocument/2006/relationships/image" Target="../media/image963.png"/><Relationship Id="rId22" Type="http://schemas.openxmlformats.org/officeDocument/2006/relationships/image" Target="../media/image964.png"/><Relationship Id="rId23" Type="http://schemas.openxmlformats.org/officeDocument/2006/relationships/image" Target="../media/image965.png"/><Relationship Id="rId24" Type="http://schemas.openxmlformats.org/officeDocument/2006/relationships/image" Target="../media/image966.png"/><Relationship Id="rId25" Type="http://schemas.openxmlformats.org/officeDocument/2006/relationships/image" Target="../media/image201.png"/><Relationship Id="rId26" Type="http://schemas.openxmlformats.org/officeDocument/2006/relationships/image" Target="../media/image967.png"/><Relationship Id="rId27" Type="http://schemas.openxmlformats.org/officeDocument/2006/relationships/image" Target="../media/image968.png"/><Relationship Id="rId28" Type="http://schemas.openxmlformats.org/officeDocument/2006/relationships/image" Target="../media/image969.png"/><Relationship Id="rId29" Type="http://schemas.openxmlformats.org/officeDocument/2006/relationships/image" Target="../media/image970.png"/><Relationship Id="rId30" Type="http://schemas.openxmlformats.org/officeDocument/2006/relationships/image" Target="../media/image971.png"/><Relationship Id="rId31" Type="http://schemas.openxmlformats.org/officeDocument/2006/relationships/image" Target="../media/image972.png"/><Relationship Id="rId32" Type="http://schemas.openxmlformats.org/officeDocument/2006/relationships/image" Target="../media/image973.png"/><Relationship Id="rId33" Type="http://schemas.openxmlformats.org/officeDocument/2006/relationships/image" Target="../media/image974.png"/><Relationship Id="rId34" Type="http://schemas.openxmlformats.org/officeDocument/2006/relationships/image" Target="../media/image975.png"/><Relationship Id="rId35" Type="http://schemas.openxmlformats.org/officeDocument/2006/relationships/image" Target="../media/image976.png"/><Relationship Id="rId36" Type="http://schemas.openxmlformats.org/officeDocument/2006/relationships/image" Target="../media/image977.png"/><Relationship Id="rId37" Type="http://schemas.openxmlformats.org/officeDocument/2006/relationships/image" Target="../media/image978.png"/><Relationship Id="rId38" Type="http://schemas.openxmlformats.org/officeDocument/2006/relationships/image" Target="../media/image979.png"/><Relationship Id="rId39" Type="http://schemas.openxmlformats.org/officeDocument/2006/relationships/image" Target="../media/image980.png"/><Relationship Id="rId40" Type="http://schemas.openxmlformats.org/officeDocument/2006/relationships/image" Target="../media/image981.png"/><Relationship Id="rId41" Type="http://schemas.openxmlformats.org/officeDocument/2006/relationships/image" Target="../media/image982.png"/><Relationship Id="rId42" Type="http://schemas.openxmlformats.org/officeDocument/2006/relationships/image" Target="../media/image983.png"/><Relationship Id="rId43" Type="http://schemas.openxmlformats.org/officeDocument/2006/relationships/image" Target="../media/image984.png"/><Relationship Id="rId44" Type="http://schemas.openxmlformats.org/officeDocument/2006/relationships/image" Target="../media/image985.png"/><Relationship Id="rId45" Type="http://schemas.openxmlformats.org/officeDocument/2006/relationships/image" Target="../media/image986.png"/><Relationship Id="rId46" Type="http://schemas.openxmlformats.org/officeDocument/2006/relationships/image" Target="../media/image987.png"/><Relationship Id="rId47" Type="http://schemas.openxmlformats.org/officeDocument/2006/relationships/image" Target="../media/image988.png"/><Relationship Id="rId48" Type="http://schemas.openxmlformats.org/officeDocument/2006/relationships/image" Target="../media/image989.png"/><Relationship Id="rId49" Type="http://schemas.openxmlformats.org/officeDocument/2006/relationships/image" Target="../media/image990.png"/><Relationship Id="rId50" Type="http://schemas.openxmlformats.org/officeDocument/2006/relationships/image" Target="../media/image991.png"/><Relationship Id="rId51" Type="http://schemas.openxmlformats.org/officeDocument/2006/relationships/image" Target="../media/image992.png"/><Relationship Id="rId52" Type="http://schemas.openxmlformats.org/officeDocument/2006/relationships/image" Target="../media/image993.png"/><Relationship Id="rId53" Type="http://schemas.openxmlformats.org/officeDocument/2006/relationships/image" Target="../media/image994.png"/><Relationship Id="rId54" Type="http://schemas.openxmlformats.org/officeDocument/2006/relationships/image" Target="../media/image995.png"/><Relationship Id="rId55" Type="http://schemas.openxmlformats.org/officeDocument/2006/relationships/image" Target="../media/image996.png"/><Relationship Id="rId56" Type="http://schemas.openxmlformats.org/officeDocument/2006/relationships/image" Target="../media/image997.png"/><Relationship Id="rId57" Type="http://schemas.openxmlformats.org/officeDocument/2006/relationships/image" Target="../media/image82.png"/><Relationship Id="rId58" Type="http://schemas.openxmlformats.org/officeDocument/2006/relationships/image" Target="../media/image998.png"/><Relationship Id="rId59" Type="http://schemas.openxmlformats.org/officeDocument/2006/relationships/image" Target="../media/image999.png"/><Relationship Id="rId60" Type="http://schemas.openxmlformats.org/officeDocument/2006/relationships/image" Target="../media/image1000.png"/><Relationship Id="rId61" Type="http://schemas.openxmlformats.org/officeDocument/2006/relationships/image" Target="../media/image1001.png"/><Relationship Id="rId62" Type="http://schemas.openxmlformats.org/officeDocument/2006/relationships/image" Target="../media/image1002.png"/><Relationship Id="rId63" Type="http://schemas.openxmlformats.org/officeDocument/2006/relationships/image" Target="../media/image1003.png"/><Relationship Id="rId64" Type="http://schemas.openxmlformats.org/officeDocument/2006/relationships/image" Target="../media/image1004.png"/><Relationship Id="rId65" Type="http://schemas.openxmlformats.org/officeDocument/2006/relationships/image" Target="../media/image1005.png"/><Relationship Id="rId66" Type="http://schemas.openxmlformats.org/officeDocument/2006/relationships/image" Target="../media/image1006.png"/><Relationship Id="rId67" Type="http://schemas.openxmlformats.org/officeDocument/2006/relationships/image" Target="../media/image1007.png"/><Relationship Id="rId68" Type="http://schemas.openxmlformats.org/officeDocument/2006/relationships/image" Target="../media/image1008.png"/><Relationship Id="rId69" Type="http://schemas.openxmlformats.org/officeDocument/2006/relationships/image" Target="../media/image1009.png"/><Relationship Id="rId70" Type="http://schemas.openxmlformats.org/officeDocument/2006/relationships/image" Target="../media/image1010.png"/><Relationship Id="rId71" Type="http://schemas.openxmlformats.org/officeDocument/2006/relationships/image" Target="../media/image1011.png"/><Relationship Id="rId72" Type="http://schemas.openxmlformats.org/officeDocument/2006/relationships/image" Target="../media/image1012.png"/><Relationship Id="rId73" Type="http://schemas.openxmlformats.org/officeDocument/2006/relationships/image" Target="../media/image1013.png"/><Relationship Id="rId74" Type="http://schemas.openxmlformats.org/officeDocument/2006/relationships/image" Target="../media/image1014.png"/><Relationship Id="rId75" Type="http://schemas.openxmlformats.org/officeDocument/2006/relationships/image" Target="../media/image1015.png"/><Relationship Id="rId76" Type="http://schemas.openxmlformats.org/officeDocument/2006/relationships/image" Target="../media/image1016.png"/><Relationship Id="rId77" Type="http://schemas.openxmlformats.org/officeDocument/2006/relationships/image" Target="../media/image1017.png"/><Relationship Id="rId78" Type="http://schemas.openxmlformats.org/officeDocument/2006/relationships/image" Target="../media/image1018.png"/><Relationship Id="rId79" Type="http://schemas.openxmlformats.org/officeDocument/2006/relationships/image" Target="../media/image1019.png"/><Relationship Id="rId80" Type="http://schemas.openxmlformats.org/officeDocument/2006/relationships/image" Target="../media/image1020.png"/><Relationship Id="rId81" Type="http://schemas.openxmlformats.org/officeDocument/2006/relationships/image" Target="../media/image1021.png"/><Relationship Id="rId82" Type="http://schemas.openxmlformats.org/officeDocument/2006/relationships/image" Target="../media/image689.png"/><Relationship Id="rId83" Type="http://schemas.openxmlformats.org/officeDocument/2006/relationships/image" Target="../media/image1022.png"/><Relationship Id="rId84" Type="http://schemas.openxmlformats.org/officeDocument/2006/relationships/image" Target="../media/image845.png"/><Relationship Id="rId85" Type="http://schemas.openxmlformats.org/officeDocument/2006/relationships/image" Target="../media/image1023.png"/><Relationship Id="rId86" Type="http://schemas.openxmlformats.org/officeDocument/2006/relationships/image" Target="../media/image1024.png"/><Relationship Id="rId87" Type="http://schemas.openxmlformats.org/officeDocument/2006/relationships/image" Target="../media/image1025.png"/><Relationship Id="rId88" Type="http://schemas.openxmlformats.org/officeDocument/2006/relationships/image" Target="../media/image1026.png"/><Relationship Id="rId89" Type="http://schemas.openxmlformats.org/officeDocument/2006/relationships/image" Target="../media/image1027.png"/><Relationship Id="rId90" Type="http://schemas.openxmlformats.org/officeDocument/2006/relationships/image" Target="../media/image1028.png"/><Relationship Id="rId91" Type="http://schemas.openxmlformats.org/officeDocument/2006/relationships/image" Target="../media/image1029.png"/><Relationship Id="rId92" Type="http://schemas.openxmlformats.org/officeDocument/2006/relationships/image" Target="../media/image1030.png"/><Relationship Id="rId93" Type="http://schemas.openxmlformats.org/officeDocument/2006/relationships/image" Target="../media/image1031.png"/><Relationship Id="rId94" Type="http://schemas.openxmlformats.org/officeDocument/2006/relationships/image" Target="../media/image1032.png"/><Relationship Id="rId95" Type="http://schemas.openxmlformats.org/officeDocument/2006/relationships/image" Target="../media/image1033.png"/><Relationship Id="rId96" Type="http://schemas.openxmlformats.org/officeDocument/2006/relationships/image" Target="../media/image1034.png"/><Relationship Id="rId97" Type="http://schemas.openxmlformats.org/officeDocument/2006/relationships/image" Target="../media/image1035.png"/><Relationship Id="rId98" Type="http://schemas.openxmlformats.org/officeDocument/2006/relationships/image" Target="../media/image1036.png"/><Relationship Id="rId99" Type="http://schemas.openxmlformats.org/officeDocument/2006/relationships/image" Target="../media/image1037.png"/><Relationship Id="rId100" Type="http://schemas.openxmlformats.org/officeDocument/2006/relationships/image" Target="../media/image1038.png"/><Relationship Id="rId101" Type="http://schemas.openxmlformats.org/officeDocument/2006/relationships/image" Target="../media/image1039.png"/><Relationship Id="rId102" Type="http://schemas.openxmlformats.org/officeDocument/2006/relationships/image" Target="../media/image1040.png"/><Relationship Id="rId103" Type="http://schemas.openxmlformats.org/officeDocument/2006/relationships/image" Target="../media/image1041.png"/><Relationship Id="rId104" Type="http://schemas.openxmlformats.org/officeDocument/2006/relationships/image" Target="../media/image1042.png"/><Relationship Id="rId105" Type="http://schemas.openxmlformats.org/officeDocument/2006/relationships/image" Target="../media/image1043.png"/><Relationship Id="rId106" Type="http://schemas.openxmlformats.org/officeDocument/2006/relationships/image" Target="../media/image1044.png"/><Relationship Id="rId107" Type="http://schemas.openxmlformats.org/officeDocument/2006/relationships/image" Target="../media/image1045.png"/><Relationship Id="rId108" Type="http://schemas.openxmlformats.org/officeDocument/2006/relationships/image" Target="../media/image1046.png"/><Relationship Id="rId109" Type="http://schemas.openxmlformats.org/officeDocument/2006/relationships/image" Target="../media/image1047.png"/><Relationship Id="rId110" Type="http://schemas.openxmlformats.org/officeDocument/2006/relationships/image" Target="../media/image1048.png"/><Relationship Id="rId111" Type="http://schemas.openxmlformats.org/officeDocument/2006/relationships/image" Target="../media/image1049.png"/><Relationship Id="rId112" Type="http://schemas.openxmlformats.org/officeDocument/2006/relationships/image" Target="../media/image225.png"/><Relationship Id="rId113" Type="http://schemas.openxmlformats.org/officeDocument/2006/relationships/image" Target="../media/image1050.png"/><Relationship Id="rId114" Type="http://schemas.openxmlformats.org/officeDocument/2006/relationships/image" Target="../media/image1051.png"/><Relationship Id="rId115" Type="http://schemas.openxmlformats.org/officeDocument/2006/relationships/image" Target="../media/image1052.png"/><Relationship Id="rId116" Type="http://schemas.openxmlformats.org/officeDocument/2006/relationships/image" Target="../media/image165.png"/><Relationship Id="rId117" Type="http://schemas.openxmlformats.org/officeDocument/2006/relationships/image" Target="../media/image1053.png"/><Relationship Id="rId118" Type="http://schemas.openxmlformats.org/officeDocument/2006/relationships/image" Target="../media/image1054.png"/><Relationship Id="rId119" Type="http://schemas.openxmlformats.org/officeDocument/2006/relationships/image" Target="../media/image1055.png"/><Relationship Id="rId120" Type="http://schemas.openxmlformats.org/officeDocument/2006/relationships/image" Target="../media/image1056.png"/><Relationship Id="rId121" Type="http://schemas.openxmlformats.org/officeDocument/2006/relationships/image" Target="../media/image1057.png"/><Relationship Id="rId122" Type="http://schemas.openxmlformats.org/officeDocument/2006/relationships/image" Target="../media/image418.png"/><Relationship Id="rId123" Type="http://schemas.openxmlformats.org/officeDocument/2006/relationships/image" Target="../media/image1058.png"/><Relationship Id="rId124" Type="http://schemas.openxmlformats.org/officeDocument/2006/relationships/image" Target="../media/image1059.png"/><Relationship Id="rId125" Type="http://schemas.openxmlformats.org/officeDocument/2006/relationships/image" Target="../media/image1060.png"/><Relationship Id="rId126" Type="http://schemas.openxmlformats.org/officeDocument/2006/relationships/image" Target="../media/image1061.png"/><Relationship Id="rId127" Type="http://schemas.openxmlformats.org/officeDocument/2006/relationships/image" Target="../media/image242.png"/><Relationship Id="rId128" Type="http://schemas.openxmlformats.org/officeDocument/2006/relationships/image" Target="../media/image1062.png"/><Relationship Id="rId129" Type="http://schemas.openxmlformats.org/officeDocument/2006/relationships/image" Target="../media/image1063.png"/><Relationship Id="rId130" Type="http://schemas.openxmlformats.org/officeDocument/2006/relationships/image" Target="../media/image1064.png"/><Relationship Id="rId131" Type="http://schemas.openxmlformats.org/officeDocument/2006/relationships/image" Target="../media/image1065.png"/><Relationship Id="rId132" Type="http://schemas.openxmlformats.org/officeDocument/2006/relationships/image" Target="../media/image1066.png"/><Relationship Id="rId133" Type="http://schemas.openxmlformats.org/officeDocument/2006/relationships/image" Target="../media/image1067.png"/><Relationship Id="rId134" Type="http://schemas.openxmlformats.org/officeDocument/2006/relationships/image" Target="../media/image1068.png"/><Relationship Id="rId135" Type="http://schemas.openxmlformats.org/officeDocument/2006/relationships/image" Target="../media/image1069.png"/><Relationship Id="rId136" Type="http://schemas.openxmlformats.org/officeDocument/2006/relationships/image" Target="../media/image1070.png"/><Relationship Id="rId137" Type="http://schemas.openxmlformats.org/officeDocument/2006/relationships/image" Target="../media/image227.png"/><Relationship Id="rId138" Type="http://schemas.openxmlformats.org/officeDocument/2006/relationships/image" Target="../media/image1071.png"/><Relationship Id="rId139" Type="http://schemas.openxmlformats.org/officeDocument/2006/relationships/image" Target="../media/image1072.png"/><Relationship Id="rId140" Type="http://schemas.openxmlformats.org/officeDocument/2006/relationships/image" Target="../media/image1073.png"/><Relationship Id="rId141" Type="http://schemas.openxmlformats.org/officeDocument/2006/relationships/image" Target="../media/image1074.png"/><Relationship Id="rId142" Type="http://schemas.openxmlformats.org/officeDocument/2006/relationships/image" Target="../media/image1075.png"/><Relationship Id="rId143" Type="http://schemas.openxmlformats.org/officeDocument/2006/relationships/image" Target="../media/image1076.png"/><Relationship Id="rId144" Type="http://schemas.openxmlformats.org/officeDocument/2006/relationships/image" Target="../media/image1077.png"/><Relationship Id="rId145" Type="http://schemas.openxmlformats.org/officeDocument/2006/relationships/image" Target="../media/image1078.png"/><Relationship Id="rId146" Type="http://schemas.openxmlformats.org/officeDocument/2006/relationships/image" Target="../media/image1079.png"/><Relationship Id="rId147" Type="http://schemas.openxmlformats.org/officeDocument/2006/relationships/image" Target="../media/image1080.png"/><Relationship Id="rId148" Type="http://schemas.openxmlformats.org/officeDocument/2006/relationships/image" Target="../media/image1081.png"/><Relationship Id="rId149" Type="http://schemas.openxmlformats.org/officeDocument/2006/relationships/image" Target="../media/image1082.png"/><Relationship Id="rId150" Type="http://schemas.openxmlformats.org/officeDocument/2006/relationships/image" Target="../media/image1083.png"/><Relationship Id="rId151" Type="http://schemas.openxmlformats.org/officeDocument/2006/relationships/image" Target="../media/image1084.png"/><Relationship Id="rId152" Type="http://schemas.openxmlformats.org/officeDocument/2006/relationships/image" Target="../media/image1085.png"/><Relationship Id="rId153" Type="http://schemas.openxmlformats.org/officeDocument/2006/relationships/image" Target="../media/image1086.png"/><Relationship Id="rId154" Type="http://schemas.openxmlformats.org/officeDocument/2006/relationships/image" Target="../media/image1087.png"/><Relationship Id="rId155" Type="http://schemas.openxmlformats.org/officeDocument/2006/relationships/image" Target="../media/image1088.png"/><Relationship Id="rId156" Type="http://schemas.openxmlformats.org/officeDocument/2006/relationships/image" Target="../media/image1089.png"/><Relationship Id="rId157" Type="http://schemas.openxmlformats.org/officeDocument/2006/relationships/image" Target="../media/image1090.png"/><Relationship Id="rId158" Type="http://schemas.openxmlformats.org/officeDocument/2006/relationships/image" Target="../media/image1091.png"/><Relationship Id="rId159" Type="http://schemas.openxmlformats.org/officeDocument/2006/relationships/image" Target="../media/image130.png"/><Relationship Id="rId160" Type="http://schemas.openxmlformats.org/officeDocument/2006/relationships/image" Target="../media/image1092.png"/><Relationship Id="rId161" Type="http://schemas.openxmlformats.org/officeDocument/2006/relationships/image" Target="../media/image1093.png"/><Relationship Id="rId162" Type="http://schemas.openxmlformats.org/officeDocument/2006/relationships/image" Target="../media/image1094.png"/><Relationship Id="rId163" Type="http://schemas.openxmlformats.org/officeDocument/2006/relationships/image" Target="../media/image1095.png"/><Relationship Id="rId164" Type="http://schemas.openxmlformats.org/officeDocument/2006/relationships/image" Target="../media/image1096.png"/><Relationship Id="rId165" Type="http://schemas.openxmlformats.org/officeDocument/2006/relationships/image" Target="../media/image1097.png"/><Relationship Id="rId166" Type="http://schemas.openxmlformats.org/officeDocument/2006/relationships/image" Target="../media/image1098.png"/><Relationship Id="rId167" Type="http://schemas.openxmlformats.org/officeDocument/2006/relationships/image" Target="../media/image1099.png"/><Relationship Id="rId168" Type="http://schemas.openxmlformats.org/officeDocument/2006/relationships/image" Target="../media/image1100.png"/><Relationship Id="rId169" Type="http://schemas.openxmlformats.org/officeDocument/2006/relationships/image" Target="../media/image1101.png"/><Relationship Id="rId170" Type="http://schemas.openxmlformats.org/officeDocument/2006/relationships/image" Target="../media/image1102.png"/><Relationship Id="rId171" Type="http://schemas.openxmlformats.org/officeDocument/2006/relationships/image" Target="../media/image1103.png"/><Relationship Id="rId172" Type="http://schemas.openxmlformats.org/officeDocument/2006/relationships/image" Target="../media/image1104.png"/><Relationship Id="rId173" Type="http://schemas.openxmlformats.org/officeDocument/2006/relationships/image" Target="../media/image1105.png"/><Relationship Id="rId174" Type="http://schemas.openxmlformats.org/officeDocument/2006/relationships/image" Target="../media/image1106.png"/><Relationship Id="rId175" Type="http://schemas.openxmlformats.org/officeDocument/2006/relationships/image" Target="../media/image1107.png"/><Relationship Id="rId176" Type="http://schemas.openxmlformats.org/officeDocument/2006/relationships/image" Target="../media/image1108.png"/><Relationship Id="rId177" Type="http://schemas.openxmlformats.org/officeDocument/2006/relationships/image" Target="../media/image1109.png"/><Relationship Id="rId178" Type="http://schemas.openxmlformats.org/officeDocument/2006/relationships/image" Target="../media/image1110.png"/><Relationship Id="rId179" Type="http://schemas.openxmlformats.org/officeDocument/2006/relationships/image" Target="../media/image1111.png"/><Relationship Id="rId180" Type="http://schemas.openxmlformats.org/officeDocument/2006/relationships/image" Target="../media/image1112.png"/><Relationship Id="rId181" Type="http://schemas.openxmlformats.org/officeDocument/2006/relationships/image" Target="../media/image1113.png"/><Relationship Id="rId182" Type="http://schemas.openxmlformats.org/officeDocument/2006/relationships/image" Target="../media/image1114.png"/><Relationship Id="rId183" Type="http://schemas.openxmlformats.org/officeDocument/2006/relationships/image" Target="../media/image1115.png"/><Relationship Id="rId184" Type="http://schemas.openxmlformats.org/officeDocument/2006/relationships/image" Target="../media/image1116.png"/><Relationship Id="rId185" Type="http://schemas.openxmlformats.org/officeDocument/2006/relationships/image" Target="../media/image1117.png"/><Relationship Id="rId186" Type="http://schemas.openxmlformats.org/officeDocument/2006/relationships/image" Target="../media/image1118.png"/><Relationship Id="rId187" Type="http://schemas.openxmlformats.org/officeDocument/2006/relationships/image" Target="../media/image1119.png"/><Relationship Id="rId188" Type="http://schemas.openxmlformats.org/officeDocument/2006/relationships/image" Target="../media/image1120.png"/><Relationship Id="rId189" Type="http://schemas.openxmlformats.org/officeDocument/2006/relationships/image" Target="../media/image1121.png"/><Relationship Id="rId190" Type="http://schemas.openxmlformats.org/officeDocument/2006/relationships/image" Target="../media/image1122.png"/><Relationship Id="rId191" Type="http://schemas.openxmlformats.org/officeDocument/2006/relationships/image" Target="../media/image1123.png"/><Relationship Id="rId192" Type="http://schemas.openxmlformats.org/officeDocument/2006/relationships/image" Target="../media/image1124.png"/><Relationship Id="rId193" Type="http://schemas.openxmlformats.org/officeDocument/2006/relationships/image" Target="../media/image1125.png"/><Relationship Id="rId194" Type="http://schemas.openxmlformats.org/officeDocument/2006/relationships/image" Target="../media/image1126.png"/><Relationship Id="rId195" Type="http://schemas.openxmlformats.org/officeDocument/2006/relationships/image" Target="../media/image1127.png"/><Relationship Id="rId196" Type="http://schemas.openxmlformats.org/officeDocument/2006/relationships/image" Target="../media/image1128.png"/><Relationship Id="rId197" Type="http://schemas.openxmlformats.org/officeDocument/2006/relationships/image" Target="../media/image1129.png"/><Relationship Id="rId198" Type="http://schemas.openxmlformats.org/officeDocument/2006/relationships/image" Target="../media/image1130.png"/><Relationship Id="rId199" Type="http://schemas.openxmlformats.org/officeDocument/2006/relationships/image" Target="../media/image1131.png"/><Relationship Id="rId200" Type="http://schemas.openxmlformats.org/officeDocument/2006/relationships/image" Target="../media/image1132.png"/><Relationship Id="rId201" Type="http://schemas.openxmlformats.org/officeDocument/2006/relationships/image" Target="../media/image1133.png"/><Relationship Id="rId202" Type="http://schemas.openxmlformats.org/officeDocument/2006/relationships/image" Target="../media/image1134.png"/><Relationship Id="rId203" Type="http://schemas.openxmlformats.org/officeDocument/2006/relationships/image" Target="../media/image1135.png"/><Relationship Id="rId204" Type="http://schemas.openxmlformats.org/officeDocument/2006/relationships/image" Target="../media/image1136.png"/><Relationship Id="rId205" Type="http://schemas.openxmlformats.org/officeDocument/2006/relationships/image" Target="../media/image1137.png"/><Relationship Id="rId206" Type="http://schemas.openxmlformats.org/officeDocument/2006/relationships/image" Target="../media/image1138.png"/><Relationship Id="rId207" Type="http://schemas.openxmlformats.org/officeDocument/2006/relationships/image" Target="../media/image1139.png"/><Relationship Id="rId208" Type="http://schemas.openxmlformats.org/officeDocument/2006/relationships/image" Target="../media/image1140.png"/><Relationship Id="rId209" Type="http://schemas.openxmlformats.org/officeDocument/2006/relationships/image" Target="../media/image1141.png"/><Relationship Id="rId210" Type="http://schemas.openxmlformats.org/officeDocument/2006/relationships/image" Target="../media/image1142.png"/><Relationship Id="rId211" Type="http://schemas.openxmlformats.org/officeDocument/2006/relationships/image" Target="../media/image1143.png"/><Relationship Id="rId212" Type="http://schemas.openxmlformats.org/officeDocument/2006/relationships/image" Target="../media/image1144.png"/><Relationship Id="rId213" Type="http://schemas.openxmlformats.org/officeDocument/2006/relationships/image" Target="../media/image1145.png"/><Relationship Id="rId214" Type="http://schemas.openxmlformats.org/officeDocument/2006/relationships/image" Target="../media/image1146.png"/><Relationship Id="rId215" Type="http://schemas.openxmlformats.org/officeDocument/2006/relationships/image" Target="../media/image388.png"/><Relationship Id="rId216" Type="http://schemas.openxmlformats.org/officeDocument/2006/relationships/image" Target="../media/image1147.png"/><Relationship Id="rId217" Type="http://schemas.openxmlformats.org/officeDocument/2006/relationships/image" Target="../media/image1148.png"/><Relationship Id="rId218" Type="http://schemas.openxmlformats.org/officeDocument/2006/relationships/image" Target="../media/image1149.png"/><Relationship Id="rId219" Type="http://schemas.openxmlformats.org/officeDocument/2006/relationships/image" Target="../media/image563.png"/><Relationship Id="rId220" Type="http://schemas.openxmlformats.org/officeDocument/2006/relationships/image" Target="../media/image1150.png"/><Relationship Id="rId221" Type="http://schemas.openxmlformats.org/officeDocument/2006/relationships/image" Target="../media/image1151.png"/><Relationship Id="rId222" Type="http://schemas.openxmlformats.org/officeDocument/2006/relationships/image" Target="../media/image1152.png"/><Relationship Id="rId223" Type="http://schemas.openxmlformats.org/officeDocument/2006/relationships/image" Target="../media/image1153.png"/><Relationship Id="rId224" Type="http://schemas.openxmlformats.org/officeDocument/2006/relationships/image" Target="../media/image1154.png"/><Relationship Id="rId225" Type="http://schemas.openxmlformats.org/officeDocument/2006/relationships/image" Target="../media/image1155.png"/><Relationship Id="rId226" Type="http://schemas.openxmlformats.org/officeDocument/2006/relationships/image" Target="../media/image1156.png"/><Relationship Id="rId227" Type="http://schemas.openxmlformats.org/officeDocument/2006/relationships/image" Target="../media/image1157.png"/><Relationship Id="rId228" Type="http://schemas.openxmlformats.org/officeDocument/2006/relationships/image" Target="../media/image1158.png"/><Relationship Id="rId229" Type="http://schemas.openxmlformats.org/officeDocument/2006/relationships/image" Target="../media/image1159.png"/><Relationship Id="rId230" Type="http://schemas.openxmlformats.org/officeDocument/2006/relationships/image" Target="../media/image1160.png"/><Relationship Id="rId231" Type="http://schemas.openxmlformats.org/officeDocument/2006/relationships/image" Target="../media/image1161.png"/><Relationship Id="rId232" Type="http://schemas.openxmlformats.org/officeDocument/2006/relationships/image" Target="../media/image1162.png"/><Relationship Id="rId233" Type="http://schemas.openxmlformats.org/officeDocument/2006/relationships/image" Target="../media/image182.png"/><Relationship Id="rId234" Type="http://schemas.openxmlformats.org/officeDocument/2006/relationships/image" Target="../media/image1163.png"/><Relationship Id="rId235" Type="http://schemas.openxmlformats.org/officeDocument/2006/relationships/image" Target="../media/image1164.png"/><Relationship Id="rId236" Type="http://schemas.openxmlformats.org/officeDocument/2006/relationships/image" Target="../media/image1165.png"/><Relationship Id="rId237" Type="http://schemas.openxmlformats.org/officeDocument/2006/relationships/image" Target="../media/image1166.png"/><Relationship Id="rId238" Type="http://schemas.openxmlformats.org/officeDocument/2006/relationships/image" Target="../media/image772.png"/><Relationship Id="rId239" Type="http://schemas.openxmlformats.org/officeDocument/2006/relationships/image" Target="../media/image1167.png"/><Relationship Id="rId240" Type="http://schemas.openxmlformats.org/officeDocument/2006/relationships/image" Target="../media/image184.png"/><Relationship Id="rId241" Type="http://schemas.openxmlformats.org/officeDocument/2006/relationships/image" Target="../media/image1168.png"/><Relationship Id="rId242" Type="http://schemas.openxmlformats.org/officeDocument/2006/relationships/image" Target="../media/image1169.png"/><Relationship Id="rId243" Type="http://schemas.openxmlformats.org/officeDocument/2006/relationships/image" Target="../media/image235.png"/><Relationship Id="rId244" Type="http://schemas.openxmlformats.org/officeDocument/2006/relationships/image" Target="../media/image1170.png"/><Relationship Id="rId245" Type="http://schemas.openxmlformats.org/officeDocument/2006/relationships/image" Target="../media/image1171.png"/><Relationship Id="rId246" Type="http://schemas.openxmlformats.org/officeDocument/2006/relationships/image" Target="../media/image1172.png"/><Relationship Id="rId247" Type="http://schemas.openxmlformats.org/officeDocument/2006/relationships/image" Target="../media/image1173.png"/><Relationship Id="rId248" Type="http://schemas.openxmlformats.org/officeDocument/2006/relationships/image" Target="../media/image345.png"/><Relationship Id="rId249" Type="http://schemas.openxmlformats.org/officeDocument/2006/relationships/image" Target="../media/image1174.png"/><Relationship Id="rId250" Type="http://schemas.openxmlformats.org/officeDocument/2006/relationships/image" Target="../media/image1175.png"/><Relationship Id="rId251" Type="http://schemas.openxmlformats.org/officeDocument/2006/relationships/image" Target="../media/image1176.png"/><Relationship Id="rId252" Type="http://schemas.openxmlformats.org/officeDocument/2006/relationships/image" Target="../media/image1177.png"/><Relationship Id="rId253" Type="http://schemas.openxmlformats.org/officeDocument/2006/relationships/image" Target="../media/image1178.png"/><Relationship Id="rId254" Type="http://schemas.openxmlformats.org/officeDocument/2006/relationships/image" Target="../media/image1179.png"/><Relationship Id="rId255" Type="http://schemas.openxmlformats.org/officeDocument/2006/relationships/image" Target="../media/image1180.png"/><Relationship Id="rId256" Type="http://schemas.openxmlformats.org/officeDocument/2006/relationships/image" Target="../media/image1181.png"/><Relationship Id="rId257" Type="http://schemas.openxmlformats.org/officeDocument/2006/relationships/image" Target="../media/image272.png"/><Relationship Id="rId258" Type="http://schemas.openxmlformats.org/officeDocument/2006/relationships/image" Target="../media/image1182.png"/><Relationship Id="rId259" Type="http://schemas.openxmlformats.org/officeDocument/2006/relationships/image" Target="../media/image1183.png"/><Relationship Id="rId260" Type="http://schemas.openxmlformats.org/officeDocument/2006/relationships/image" Target="../media/image1184.png"/><Relationship Id="rId261" Type="http://schemas.openxmlformats.org/officeDocument/2006/relationships/image" Target="../media/image1185.png"/><Relationship Id="rId262" Type="http://schemas.openxmlformats.org/officeDocument/2006/relationships/image" Target="../media/image1186.png"/><Relationship Id="rId263" Type="http://schemas.openxmlformats.org/officeDocument/2006/relationships/image" Target="../media/image1187.png"/><Relationship Id="rId264" Type="http://schemas.openxmlformats.org/officeDocument/2006/relationships/image" Target="../media/image1188.png"/><Relationship Id="rId265" Type="http://schemas.openxmlformats.org/officeDocument/2006/relationships/image" Target="../media/image1189.png"/><Relationship Id="rId266" Type="http://schemas.openxmlformats.org/officeDocument/2006/relationships/image" Target="../media/image1190.png"/><Relationship Id="rId267" Type="http://schemas.openxmlformats.org/officeDocument/2006/relationships/image" Target="../media/image1191.png"/><Relationship Id="rId268" Type="http://schemas.openxmlformats.org/officeDocument/2006/relationships/image" Target="../media/image1192.png"/><Relationship Id="rId269" Type="http://schemas.openxmlformats.org/officeDocument/2006/relationships/image" Target="../media/image1193.png"/><Relationship Id="rId270" Type="http://schemas.openxmlformats.org/officeDocument/2006/relationships/image" Target="../media/image1194.png"/><Relationship Id="rId271" Type="http://schemas.openxmlformats.org/officeDocument/2006/relationships/image" Target="../media/image1195.png"/><Relationship Id="rId272" Type="http://schemas.openxmlformats.org/officeDocument/2006/relationships/image" Target="../media/image1196.png"/><Relationship Id="rId273" Type="http://schemas.openxmlformats.org/officeDocument/2006/relationships/image" Target="../media/image1197.png"/><Relationship Id="rId274" Type="http://schemas.openxmlformats.org/officeDocument/2006/relationships/image" Target="../media/image1198.png"/><Relationship Id="rId275" Type="http://schemas.openxmlformats.org/officeDocument/2006/relationships/image" Target="../media/image1199.png"/><Relationship Id="rId276" Type="http://schemas.openxmlformats.org/officeDocument/2006/relationships/image" Target="../media/image1200.png"/><Relationship Id="rId277" Type="http://schemas.openxmlformats.org/officeDocument/2006/relationships/image" Target="../media/image1201.png"/><Relationship Id="rId278" Type="http://schemas.openxmlformats.org/officeDocument/2006/relationships/image" Target="../media/image188.png"/><Relationship Id="rId279" Type="http://schemas.openxmlformats.org/officeDocument/2006/relationships/image" Target="../media/image1202.png"/><Relationship Id="rId280" Type="http://schemas.openxmlformats.org/officeDocument/2006/relationships/image" Target="../media/image1203.png"/><Relationship Id="rId281" Type="http://schemas.openxmlformats.org/officeDocument/2006/relationships/image" Target="../media/image1204.png"/><Relationship Id="rId282" Type="http://schemas.openxmlformats.org/officeDocument/2006/relationships/image" Target="../media/image1205.png"/><Relationship Id="rId283" Type="http://schemas.openxmlformats.org/officeDocument/2006/relationships/image" Target="../media/image1206.png"/><Relationship Id="rId284" Type="http://schemas.openxmlformats.org/officeDocument/2006/relationships/image" Target="../media/image1207.png"/><Relationship Id="rId285" Type="http://schemas.openxmlformats.org/officeDocument/2006/relationships/image" Target="../media/image1208.png"/><Relationship Id="rId286" Type="http://schemas.openxmlformats.org/officeDocument/2006/relationships/image" Target="../media/image1209.png"/><Relationship Id="rId287" Type="http://schemas.openxmlformats.org/officeDocument/2006/relationships/image" Target="../media/image1210.png"/><Relationship Id="rId288" Type="http://schemas.openxmlformats.org/officeDocument/2006/relationships/image" Target="../media/image1211.png"/><Relationship Id="rId289" Type="http://schemas.openxmlformats.org/officeDocument/2006/relationships/image" Target="../media/image1212.png"/><Relationship Id="rId290" Type="http://schemas.openxmlformats.org/officeDocument/2006/relationships/image" Target="../media/image1213.png"/><Relationship Id="rId291" Type="http://schemas.openxmlformats.org/officeDocument/2006/relationships/image" Target="../media/image1214.png"/><Relationship Id="rId292" Type="http://schemas.openxmlformats.org/officeDocument/2006/relationships/image" Target="../media/image1215.png"/><Relationship Id="rId293" Type="http://schemas.openxmlformats.org/officeDocument/2006/relationships/image" Target="../media/image1216.png"/><Relationship Id="rId294" Type="http://schemas.openxmlformats.org/officeDocument/2006/relationships/image" Target="../media/image1217.png"/><Relationship Id="rId295" Type="http://schemas.openxmlformats.org/officeDocument/2006/relationships/image" Target="../media/image1218.png"/><Relationship Id="rId296" Type="http://schemas.openxmlformats.org/officeDocument/2006/relationships/image" Target="../media/image1219.png"/><Relationship Id="rId297" Type="http://schemas.openxmlformats.org/officeDocument/2006/relationships/image" Target="../media/image1220.png"/><Relationship Id="rId298" Type="http://schemas.openxmlformats.org/officeDocument/2006/relationships/image" Target="../media/image1221.png"/><Relationship Id="rId299" Type="http://schemas.openxmlformats.org/officeDocument/2006/relationships/image" Target="../media/image1222.png"/><Relationship Id="rId300" Type="http://schemas.openxmlformats.org/officeDocument/2006/relationships/image" Target="../media/image1223.png"/><Relationship Id="rId301" Type="http://schemas.openxmlformats.org/officeDocument/2006/relationships/image" Target="../media/image1224.png"/><Relationship Id="rId302" Type="http://schemas.openxmlformats.org/officeDocument/2006/relationships/image" Target="../media/image1225.png"/><Relationship Id="rId303" Type="http://schemas.openxmlformats.org/officeDocument/2006/relationships/image" Target="../media/image1226.png"/><Relationship Id="rId304" Type="http://schemas.openxmlformats.org/officeDocument/2006/relationships/image" Target="../media/image1227.png"/><Relationship Id="rId305" Type="http://schemas.openxmlformats.org/officeDocument/2006/relationships/image" Target="../media/image1228.png"/><Relationship Id="rId306" Type="http://schemas.openxmlformats.org/officeDocument/2006/relationships/image" Target="../media/image1229.png"/><Relationship Id="rId307" Type="http://schemas.openxmlformats.org/officeDocument/2006/relationships/image" Target="../media/image1230.png"/><Relationship Id="rId308" Type="http://schemas.openxmlformats.org/officeDocument/2006/relationships/image" Target="../media/image1231.png"/><Relationship Id="rId309" Type="http://schemas.openxmlformats.org/officeDocument/2006/relationships/image" Target="../media/image1232.png"/><Relationship Id="rId310" Type="http://schemas.openxmlformats.org/officeDocument/2006/relationships/image" Target="../media/image685.png"/><Relationship Id="rId311" Type="http://schemas.openxmlformats.org/officeDocument/2006/relationships/image" Target="../media/image1233.png"/><Relationship Id="rId312" Type="http://schemas.openxmlformats.org/officeDocument/2006/relationships/image" Target="../media/image1234.png"/><Relationship Id="rId313" Type="http://schemas.openxmlformats.org/officeDocument/2006/relationships/image" Target="../media/image1235.png"/><Relationship Id="rId314" Type="http://schemas.openxmlformats.org/officeDocument/2006/relationships/image" Target="../media/image1236.png"/><Relationship Id="rId315" Type="http://schemas.openxmlformats.org/officeDocument/2006/relationships/image" Target="../media/image1237.png"/><Relationship Id="rId316" Type="http://schemas.openxmlformats.org/officeDocument/2006/relationships/image" Target="../media/image1238.png"/><Relationship Id="rId317" Type="http://schemas.openxmlformats.org/officeDocument/2006/relationships/image" Target="../media/image1239.png"/><Relationship Id="rId318" Type="http://schemas.openxmlformats.org/officeDocument/2006/relationships/image" Target="../media/image1240.png"/><Relationship Id="rId319" Type="http://schemas.openxmlformats.org/officeDocument/2006/relationships/image" Target="../media/image1241.png"/><Relationship Id="rId320" Type="http://schemas.openxmlformats.org/officeDocument/2006/relationships/image" Target="../media/image1242.png"/><Relationship Id="rId321" Type="http://schemas.openxmlformats.org/officeDocument/2006/relationships/image" Target="../media/image1243.png"/><Relationship Id="rId322" Type="http://schemas.openxmlformats.org/officeDocument/2006/relationships/image" Target="../media/image1244.png"/><Relationship Id="rId323" Type="http://schemas.openxmlformats.org/officeDocument/2006/relationships/image" Target="../media/image1245.png"/><Relationship Id="rId324" Type="http://schemas.openxmlformats.org/officeDocument/2006/relationships/image" Target="../media/image1246.png"/><Relationship Id="rId325" Type="http://schemas.openxmlformats.org/officeDocument/2006/relationships/image" Target="../media/image332.png"/><Relationship Id="rId326" Type="http://schemas.openxmlformats.org/officeDocument/2006/relationships/image" Target="../media/image1247.png"/><Relationship Id="rId327" Type="http://schemas.openxmlformats.org/officeDocument/2006/relationships/image" Target="../media/image1248.png"/><Relationship Id="rId328" Type="http://schemas.openxmlformats.org/officeDocument/2006/relationships/image" Target="../media/image1249.png"/><Relationship Id="rId329" Type="http://schemas.openxmlformats.org/officeDocument/2006/relationships/image" Target="../media/image1250.png"/><Relationship Id="rId330" Type="http://schemas.openxmlformats.org/officeDocument/2006/relationships/image" Target="../media/image1251.png"/><Relationship Id="rId331" Type="http://schemas.openxmlformats.org/officeDocument/2006/relationships/image" Target="../media/image1252.png"/><Relationship Id="rId332" Type="http://schemas.openxmlformats.org/officeDocument/2006/relationships/image" Target="../media/image1253.png"/><Relationship Id="rId333" Type="http://schemas.openxmlformats.org/officeDocument/2006/relationships/image" Target="../media/image1254.png"/><Relationship Id="rId334" Type="http://schemas.openxmlformats.org/officeDocument/2006/relationships/image" Target="../media/image306.png"/><Relationship Id="rId335" Type="http://schemas.openxmlformats.org/officeDocument/2006/relationships/image" Target="../media/image1255.png"/><Relationship Id="rId336" Type="http://schemas.openxmlformats.org/officeDocument/2006/relationships/image" Target="../media/image1256.png"/><Relationship Id="rId337" Type="http://schemas.openxmlformats.org/officeDocument/2006/relationships/image" Target="../media/image1257.png"/><Relationship Id="rId338" Type="http://schemas.openxmlformats.org/officeDocument/2006/relationships/image" Target="../media/image1258.png"/><Relationship Id="rId339" Type="http://schemas.openxmlformats.org/officeDocument/2006/relationships/image" Target="../media/image1259.png"/><Relationship Id="rId340" Type="http://schemas.openxmlformats.org/officeDocument/2006/relationships/image" Target="../media/image1260.png"/><Relationship Id="rId341" Type="http://schemas.openxmlformats.org/officeDocument/2006/relationships/image" Target="../media/image1261.png"/><Relationship Id="rId342" Type="http://schemas.openxmlformats.org/officeDocument/2006/relationships/image" Target="../media/image1262.png"/><Relationship Id="rId343" Type="http://schemas.openxmlformats.org/officeDocument/2006/relationships/image" Target="../media/image1263.png"/><Relationship Id="rId344" Type="http://schemas.openxmlformats.org/officeDocument/2006/relationships/image" Target="../media/image1264.png"/><Relationship Id="rId345" Type="http://schemas.openxmlformats.org/officeDocument/2006/relationships/image" Target="../media/image1265.png"/><Relationship Id="rId346" Type="http://schemas.openxmlformats.org/officeDocument/2006/relationships/image" Target="../media/image1266.png"/><Relationship Id="rId347" Type="http://schemas.openxmlformats.org/officeDocument/2006/relationships/image" Target="../media/image1267.png"/><Relationship Id="rId348" Type="http://schemas.openxmlformats.org/officeDocument/2006/relationships/image" Target="../media/image140.png"/><Relationship Id="rId349" Type="http://schemas.openxmlformats.org/officeDocument/2006/relationships/image" Target="../media/image1268.png"/><Relationship Id="rId350" Type="http://schemas.openxmlformats.org/officeDocument/2006/relationships/image" Target="../media/image126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70.png"/><Relationship Id="rId3" Type="http://schemas.openxmlformats.org/officeDocument/2006/relationships/image" Target="../media/image1271.png"/><Relationship Id="rId4" Type="http://schemas.openxmlformats.org/officeDocument/2006/relationships/image" Target="../media/image1272.png"/><Relationship Id="rId5" Type="http://schemas.openxmlformats.org/officeDocument/2006/relationships/image" Target="../media/image1273.png"/><Relationship Id="rId6" Type="http://schemas.openxmlformats.org/officeDocument/2006/relationships/image" Target="../media/image633.png"/><Relationship Id="rId7" Type="http://schemas.openxmlformats.org/officeDocument/2006/relationships/image" Target="../media/image69.png"/><Relationship Id="rId8" Type="http://schemas.openxmlformats.org/officeDocument/2006/relationships/image" Target="../media/image1274.png"/><Relationship Id="rId9" Type="http://schemas.openxmlformats.org/officeDocument/2006/relationships/image" Target="../media/image1275.png"/><Relationship Id="rId10" Type="http://schemas.openxmlformats.org/officeDocument/2006/relationships/image" Target="../media/image64.png"/><Relationship Id="rId11" Type="http://schemas.openxmlformats.org/officeDocument/2006/relationships/image" Target="../media/image956.png"/><Relationship Id="rId12" Type="http://schemas.openxmlformats.org/officeDocument/2006/relationships/image" Target="../media/image1276.png"/><Relationship Id="rId13" Type="http://schemas.openxmlformats.org/officeDocument/2006/relationships/image" Target="../media/image1277.png"/><Relationship Id="rId14" Type="http://schemas.openxmlformats.org/officeDocument/2006/relationships/image" Target="../media/image1278.png"/><Relationship Id="rId15" Type="http://schemas.openxmlformats.org/officeDocument/2006/relationships/image" Target="../media/image1279.png"/><Relationship Id="rId16" Type="http://schemas.openxmlformats.org/officeDocument/2006/relationships/image" Target="../media/image1280.png"/><Relationship Id="rId17" Type="http://schemas.openxmlformats.org/officeDocument/2006/relationships/image" Target="../media/image1281.png"/><Relationship Id="rId18" Type="http://schemas.openxmlformats.org/officeDocument/2006/relationships/image" Target="../media/image1282.png"/><Relationship Id="rId19" Type="http://schemas.openxmlformats.org/officeDocument/2006/relationships/image" Target="../media/image1283.png"/><Relationship Id="rId20" Type="http://schemas.openxmlformats.org/officeDocument/2006/relationships/image" Target="../media/image895.png"/><Relationship Id="rId21" Type="http://schemas.openxmlformats.org/officeDocument/2006/relationships/image" Target="../media/image1284.png"/><Relationship Id="rId22" Type="http://schemas.openxmlformats.org/officeDocument/2006/relationships/image" Target="../media/image1285.png"/><Relationship Id="rId23" Type="http://schemas.openxmlformats.org/officeDocument/2006/relationships/image" Target="../media/image1286.png"/><Relationship Id="rId24" Type="http://schemas.openxmlformats.org/officeDocument/2006/relationships/image" Target="../media/image1287.png"/><Relationship Id="rId25" Type="http://schemas.openxmlformats.org/officeDocument/2006/relationships/image" Target="../media/image1288.png"/><Relationship Id="rId26" Type="http://schemas.openxmlformats.org/officeDocument/2006/relationships/image" Target="../media/image1233.png"/><Relationship Id="rId27" Type="http://schemas.openxmlformats.org/officeDocument/2006/relationships/image" Target="../media/image1289.png"/><Relationship Id="rId28" Type="http://schemas.openxmlformats.org/officeDocument/2006/relationships/image" Target="../media/image1290.png"/><Relationship Id="rId29" Type="http://schemas.openxmlformats.org/officeDocument/2006/relationships/image" Target="../media/image1291.png"/><Relationship Id="rId30" Type="http://schemas.openxmlformats.org/officeDocument/2006/relationships/image" Target="../media/image1292.png"/><Relationship Id="rId31" Type="http://schemas.openxmlformats.org/officeDocument/2006/relationships/image" Target="../media/image1293.png"/><Relationship Id="rId32" Type="http://schemas.openxmlformats.org/officeDocument/2006/relationships/image" Target="../media/image1294.png"/><Relationship Id="rId33" Type="http://schemas.openxmlformats.org/officeDocument/2006/relationships/image" Target="../media/image1295.png"/><Relationship Id="rId34" Type="http://schemas.openxmlformats.org/officeDocument/2006/relationships/image" Target="../media/image1296.png"/><Relationship Id="rId35" Type="http://schemas.openxmlformats.org/officeDocument/2006/relationships/image" Target="../media/image1297.png"/><Relationship Id="rId36" Type="http://schemas.openxmlformats.org/officeDocument/2006/relationships/image" Target="../media/image1298.png"/><Relationship Id="rId37" Type="http://schemas.openxmlformats.org/officeDocument/2006/relationships/image" Target="../media/image1299.png"/><Relationship Id="rId38" Type="http://schemas.openxmlformats.org/officeDocument/2006/relationships/image" Target="../media/image1300.png"/><Relationship Id="rId39" Type="http://schemas.openxmlformats.org/officeDocument/2006/relationships/image" Target="../media/image1301.png"/><Relationship Id="rId40" Type="http://schemas.openxmlformats.org/officeDocument/2006/relationships/image" Target="../media/image1302.png"/><Relationship Id="rId41" Type="http://schemas.openxmlformats.org/officeDocument/2006/relationships/image" Target="../media/image1303.png"/><Relationship Id="rId42" Type="http://schemas.openxmlformats.org/officeDocument/2006/relationships/image" Target="../media/image1304.png"/><Relationship Id="rId43" Type="http://schemas.openxmlformats.org/officeDocument/2006/relationships/image" Target="../media/image1305.png"/><Relationship Id="rId44" Type="http://schemas.openxmlformats.org/officeDocument/2006/relationships/image" Target="../media/image1306.png"/><Relationship Id="rId45" Type="http://schemas.openxmlformats.org/officeDocument/2006/relationships/image" Target="../media/image1307.png"/><Relationship Id="rId46" Type="http://schemas.openxmlformats.org/officeDocument/2006/relationships/image" Target="../media/image1308.png"/><Relationship Id="rId47" Type="http://schemas.openxmlformats.org/officeDocument/2006/relationships/image" Target="../media/image1309.png"/><Relationship Id="rId48" Type="http://schemas.openxmlformats.org/officeDocument/2006/relationships/image" Target="../media/image1310.png"/><Relationship Id="rId49" Type="http://schemas.openxmlformats.org/officeDocument/2006/relationships/image" Target="../media/image1311.png"/><Relationship Id="rId50" Type="http://schemas.openxmlformats.org/officeDocument/2006/relationships/image" Target="../media/image1312.png"/><Relationship Id="rId51" Type="http://schemas.openxmlformats.org/officeDocument/2006/relationships/image" Target="../media/image1313.png"/><Relationship Id="rId52" Type="http://schemas.openxmlformats.org/officeDocument/2006/relationships/image" Target="../media/image1314.png"/><Relationship Id="rId53" Type="http://schemas.openxmlformats.org/officeDocument/2006/relationships/image" Target="../media/image1315.png"/><Relationship Id="rId54" Type="http://schemas.openxmlformats.org/officeDocument/2006/relationships/image" Target="../media/image1316.png"/><Relationship Id="rId55" Type="http://schemas.openxmlformats.org/officeDocument/2006/relationships/image" Target="../media/image1317.png"/><Relationship Id="rId56" Type="http://schemas.openxmlformats.org/officeDocument/2006/relationships/image" Target="../media/image1318.png"/><Relationship Id="rId57" Type="http://schemas.openxmlformats.org/officeDocument/2006/relationships/image" Target="../media/image1319.png"/><Relationship Id="rId58" Type="http://schemas.openxmlformats.org/officeDocument/2006/relationships/image" Target="../media/image1320.png"/><Relationship Id="rId59" Type="http://schemas.openxmlformats.org/officeDocument/2006/relationships/image" Target="../media/image1321.png"/><Relationship Id="rId60" Type="http://schemas.openxmlformats.org/officeDocument/2006/relationships/image" Target="../media/image1322.png"/><Relationship Id="rId61" Type="http://schemas.openxmlformats.org/officeDocument/2006/relationships/image" Target="../media/image1323.png"/><Relationship Id="rId62" Type="http://schemas.openxmlformats.org/officeDocument/2006/relationships/image" Target="../media/image113.png"/><Relationship Id="rId63" Type="http://schemas.openxmlformats.org/officeDocument/2006/relationships/image" Target="../media/image1324.png"/><Relationship Id="rId64" Type="http://schemas.openxmlformats.org/officeDocument/2006/relationships/image" Target="../media/image1325.png"/><Relationship Id="rId65" Type="http://schemas.openxmlformats.org/officeDocument/2006/relationships/image" Target="../media/image82.png"/><Relationship Id="rId66" Type="http://schemas.openxmlformats.org/officeDocument/2006/relationships/image" Target="../media/image1326.png"/><Relationship Id="rId67" Type="http://schemas.openxmlformats.org/officeDocument/2006/relationships/image" Target="../media/image1327.png"/><Relationship Id="rId68" Type="http://schemas.openxmlformats.org/officeDocument/2006/relationships/image" Target="../media/image1328.png"/><Relationship Id="rId69" Type="http://schemas.openxmlformats.org/officeDocument/2006/relationships/image" Target="../media/image1329.png"/><Relationship Id="rId70" Type="http://schemas.openxmlformats.org/officeDocument/2006/relationships/image" Target="../media/image1330.png"/><Relationship Id="rId71" Type="http://schemas.openxmlformats.org/officeDocument/2006/relationships/image" Target="../media/image1331.png"/><Relationship Id="rId72" Type="http://schemas.openxmlformats.org/officeDocument/2006/relationships/image" Target="../media/image1332.png"/><Relationship Id="rId73" Type="http://schemas.openxmlformats.org/officeDocument/2006/relationships/image" Target="../media/image1333.png"/><Relationship Id="rId74" Type="http://schemas.openxmlformats.org/officeDocument/2006/relationships/image" Target="../media/image1334.png"/><Relationship Id="rId75" Type="http://schemas.openxmlformats.org/officeDocument/2006/relationships/image" Target="../media/image1335.png"/><Relationship Id="rId76" Type="http://schemas.openxmlformats.org/officeDocument/2006/relationships/image" Target="../media/image1336.png"/><Relationship Id="rId77" Type="http://schemas.openxmlformats.org/officeDocument/2006/relationships/image" Target="../media/image1337.png"/><Relationship Id="rId78" Type="http://schemas.openxmlformats.org/officeDocument/2006/relationships/image" Target="../media/image1338.png"/><Relationship Id="rId79" Type="http://schemas.openxmlformats.org/officeDocument/2006/relationships/image" Target="../media/image1339.png"/><Relationship Id="rId80" Type="http://schemas.openxmlformats.org/officeDocument/2006/relationships/image" Target="../media/image1340.png"/><Relationship Id="rId81" Type="http://schemas.openxmlformats.org/officeDocument/2006/relationships/image" Target="../media/image1341.png"/><Relationship Id="rId82" Type="http://schemas.openxmlformats.org/officeDocument/2006/relationships/image" Target="../media/image1104.png"/><Relationship Id="rId83" Type="http://schemas.openxmlformats.org/officeDocument/2006/relationships/image" Target="../media/image1342.png"/><Relationship Id="rId84" Type="http://schemas.openxmlformats.org/officeDocument/2006/relationships/image" Target="../media/image121.png"/><Relationship Id="rId85" Type="http://schemas.openxmlformats.org/officeDocument/2006/relationships/image" Target="../media/image1343.png"/><Relationship Id="rId86" Type="http://schemas.openxmlformats.org/officeDocument/2006/relationships/image" Target="../media/image1344.png"/><Relationship Id="rId87" Type="http://schemas.openxmlformats.org/officeDocument/2006/relationships/image" Target="../media/image1345.png"/><Relationship Id="rId88" Type="http://schemas.openxmlformats.org/officeDocument/2006/relationships/image" Target="../media/image1141.png"/><Relationship Id="rId89" Type="http://schemas.openxmlformats.org/officeDocument/2006/relationships/image" Target="../media/image1346.png"/><Relationship Id="rId90" Type="http://schemas.openxmlformats.org/officeDocument/2006/relationships/image" Target="../media/image1347.png"/><Relationship Id="rId91" Type="http://schemas.openxmlformats.org/officeDocument/2006/relationships/image" Target="../media/image1348.png"/><Relationship Id="rId92" Type="http://schemas.openxmlformats.org/officeDocument/2006/relationships/image" Target="../media/image1349.png"/><Relationship Id="rId93" Type="http://schemas.openxmlformats.org/officeDocument/2006/relationships/image" Target="../media/image1350.png"/><Relationship Id="rId94" Type="http://schemas.openxmlformats.org/officeDocument/2006/relationships/image" Target="../media/image1351.png"/><Relationship Id="rId95" Type="http://schemas.openxmlformats.org/officeDocument/2006/relationships/image" Target="../media/image1352.png"/><Relationship Id="rId96" Type="http://schemas.openxmlformats.org/officeDocument/2006/relationships/image" Target="../media/image1353.png"/><Relationship Id="rId97" Type="http://schemas.openxmlformats.org/officeDocument/2006/relationships/image" Target="../media/image1354.png"/><Relationship Id="rId98" Type="http://schemas.openxmlformats.org/officeDocument/2006/relationships/image" Target="../media/image447.png"/><Relationship Id="rId99" Type="http://schemas.openxmlformats.org/officeDocument/2006/relationships/image" Target="../media/image1355.png"/><Relationship Id="rId100" Type="http://schemas.openxmlformats.org/officeDocument/2006/relationships/image" Target="../media/image329.png"/><Relationship Id="rId101" Type="http://schemas.openxmlformats.org/officeDocument/2006/relationships/image" Target="../media/image1356.png"/><Relationship Id="rId102" Type="http://schemas.openxmlformats.org/officeDocument/2006/relationships/image" Target="../media/image1357.png"/><Relationship Id="rId103" Type="http://schemas.openxmlformats.org/officeDocument/2006/relationships/image" Target="../media/image1358.png"/><Relationship Id="rId104" Type="http://schemas.openxmlformats.org/officeDocument/2006/relationships/image" Target="../media/image1359.png"/><Relationship Id="rId105" Type="http://schemas.openxmlformats.org/officeDocument/2006/relationships/image" Target="../media/image1360.png"/><Relationship Id="rId106" Type="http://schemas.openxmlformats.org/officeDocument/2006/relationships/image" Target="../media/image1361.png"/><Relationship Id="rId107" Type="http://schemas.openxmlformats.org/officeDocument/2006/relationships/image" Target="../media/image1362.png"/><Relationship Id="rId108" Type="http://schemas.openxmlformats.org/officeDocument/2006/relationships/image" Target="../media/image1363.png"/><Relationship Id="rId109" Type="http://schemas.openxmlformats.org/officeDocument/2006/relationships/image" Target="../media/image1364.png"/><Relationship Id="rId110" Type="http://schemas.openxmlformats.org/officeDocument/2006/relationships/image" Target="../media/image1365.png"/><Relationship Id="rId111" Type="http://schemas.openxmlformats.org/officeDocument/2006/relationships/image" Target="../media/image1366.png"/><Relationship Id="rId112" Type="http://schemas.openxmlformats.org/officeDocument/2006/relationships/image" Target="../media/image1367.png"/><Relationship Id="rId113" Type="http://schemas.openxmlformats.org/officeDocument/2006/relationships/image" Target="../media/image1368.png"/><Relationship Id="rId114" Type="http://schemas.openxmlformats.org/officeDocument/2006/relationships/image" Target="../media/image1369.png"/><Relationship Id="rId115" Type="http://schemas.openxmlformats.org/officeDocument/2006/relationships/image" Target="../media/image1370.png"/><Relationship Id="rId116" Type="http://schemas.openxmlformats.org/officeDocument/2006/relationships/image" Target="../media/image1371.png"/><Relationship Id="rId117" Type="http://schemas.openxmlformats.org/officeDocument/2006/relationships/image" Target="../media/image1372.png"/><Relationship Id="rId118" Type="http://schemas.openxmlformats.org/officeDocument/2006/relationships/image" Target="../media/image1373.png"/><Relationship Id="rId119" Type="http://schemas.openxmlformats.org/officeDocument/2006/relationships/image" Target="../media/image1374.png"/><Relationship Id="rId120" Type="http://schemas.openxmlformats.org/officeDocument/2006/relationships/image" Target="../media/image1375.png"/><Relationship Id="rId121" Type="http://schemas.openxmlformats.org/officeDocument/2006/relationships/image" Target="../media/image1376.png"/><Relationship Id="rId122" Type="http://schemas.openxmlformats.org/officeDocument/2006/relationships/image" Target="../media/image1377.png"/><Relationship Id="rId123" Type="http://schemas.openxmlformats.org/officeDocument/2006/relationships/image" Target="../media/image1378.png"/><Relationship Id="rId124" Type="http://schemas.openxmlformats.org/officeDocument/2006/relationships/image" Target="../media/image1379.png"/><Relationship Id="rId125" Type="http://schemas.openxmlformats.org/officeDocument/2006/relationships/image" Target="../media/image1380.png"/><Relationship Id="rId126" Type="http://schemas.openxmlformats.org/officeDocument/2006/relationships/image" Target="../media/image1381.png"/><Relationship Id="rId127" Type="http://schemas.openxmlformats.org/officeDocument/2006/relationships/image" Target="../media/image1382.png"/><Relationship Id="rId128" Type="http://schemas.openxmlformats.org/officeDocument/2006/relationships/image" Target="../media/image1383.png"/><Relationship Id="rId129" Type="http://schemas.openxmlformats.org/officeDocument/2006/relationships/image" Target="../media/image177.png"/><Relationship Id="rId130" Type="http://schemas.openxmlformats.org/officeDocument/2006/relationships/image" Target="../media/image1384.png"/><Relationship Id="rId131" Type="http://schemas.openxmlformats.org/officeDocument/2006/relationships/image" Target="../media/image1385.png"/><Relationship Id="rId132" Type="http://schemas.openxmlformats.org/officeDocument/2006/relationships/image" Target="../media/image1386.png"/><Relationship Id="rId133" Type="http://schemas.openxmlformats.org/officeDocument/2006/relationships/image" Target="../media/image1387.png"/><Relationship Id="rId134" Type="http://schemas.openxmlformats.org/officeDocument/2006/relationships/image" Target="../media/image1388.png"/><Relationship Id="rId135" Type="http://schemas.openxmlformats.org/officeDocument/2006/relationships/image" Target="../media/image1389.png"/><Relationship Id="rId136" Type="http://schemas.openxmlformats.org/officeDocument/2006/relationships/image" Target="../media/image592.png"/><Relationship Id="rId137" Type="http://schemas.openxmlformats.org/officeDocument/2006/relationships/image" Target="../media/image1390.png"/><Relationship Id="rId138" Type="http://schemas.openxmlformats.org/officeDocument/2006/relationships/image" Target="../media/image1391.png"/><Relationship Id="rId139" Type="http://schemas.openxmlformats.org/officeDocument/2006/relationships/image" Target="../media/image1113.png"/><Relationship Id="rId140" Type="http://schemas.openxmlformats.org/officeDocument/2006/relationships/image" Target="../media/image1392.png"/><Relationship Id="rId141" Type="http://schemas.openxmlformats.org/officeDocument/2006/relationships/image" Target="../media/image1393.png"/><Relationship Id="rId142" Type="http://schemas.openxmlformats.org/officeDocument/2006/relationships/image" Target="../media/image1394.png"/><Relationship Id="rId143" Type="http://schemas.openxmlformats.org/officeDocument/2006/relationships/image" Target="../media/image1395.png"/><Relationship Id="rId144" Type="http://schemas.openxmlformats.org/officeDocument/2006/relationships/image" Target="../media/image1396.png"/><Relationship Id="rId145" Type="http://schemas.openxmlformats.org/officeDocument/2006/relationships/image" Target="../media/image1397.png"/><Relationship Id="rId146" Type="http://schemas.openxmlformats.org/officeDocument/2006/relationships/image" Target="../media/image1398.png"/><Relationship Id="rId147" Type="http://schemas.openxmlformats.org/officeDocument/2006/relationships/image" Target="../media/image1399.png"/><Relationship Id="rId148" Type="http://schemas.openxmlformats.org/officeDocument/2006/relationships/image" Target="../media/image1400.png"/><Relationship Id="rId149" Type="http://schemas.openxmlformats.org/officeDocument/2006/relationships/image" Target="../media/image1401.png"/><Relationship Id="rId150" Type="http://schemas.openxmlformats.org/officeDocument/2006/relationships/image" Target="../media/image1402.png"/><Relationship Id="rId151" Type="http://schemas.openxmlformats.org/officeDocument/2006/relationships/image" Target="../media/image1403.png"/><Relationship Id="rId152" Type="http://schemas.openxmlformats.org/officeDocument/2006/relationships/image" Target="../media/image1404.png"/><Relationship Id="rId153" Type="http://schemas.openxmlformats.org/officeDocument/2006/relationships/image" Target="../media/image1405.png"/><Relationship Id="rId154" Type="http://schemas.openxmlformats.org/officeDocument/2006/relationships/image" Target="../media/image1406.png"/><Relationship Id="rId155" Type="http://schemas.openxmlformats.org/officeDocument/2006/relationships/image" Target="../media/image1407.png"/><Relationship Id="rId156" Type="http://schemas.openxmlformats.org/officeDocument/2006/relationships/image" Target="../media/image1408.png"/><Relationship Id="rId157" Type="http://schemas.openxmlformats.org/officeDocument/2006/relationships/image" Target="../media/image1409.png"/><Relationship Id="rId158" Type="http://schemas.openxmlformats.org/officeDocument/2006/relationships/image" Target="../media/image1410.png"/><Relationship Id="rId159" Type="http://schemas.openxmlformats.org/officeDocument/2006/relationships/image" Target="../media/image188.png"/><Relationship Id="rId160" Type="http://schemas.openxmlformats.org/officeDocument/2006/relationships/image" Target="../media/image1411.png"/><Relationship Id="rId161" Type="http://schemas.openxmlformats.org/officeDocument/2006/relationships/image" Target="../media/image1412.png"/><Relationship Id="rId162" Type="http://schemas.openxmlformats.org/officeDocument/2006/relationships/image" Target="../media/image1413.png"/><Relationship Id="rId163" Type="http://schemas.openxmlformats.org/officeDocument/2006/relationships/image" Target="../media/image1122.png"/><Relationship Id="rId164" Type="http://schemas.openxmlformats.org/officeDocument/2006/relationships/image" Target="../media/image1414.png"/><Relationship Id="rId165" Type="http://schemas.openxmlformats.org/officeDocument/2006/relationships/image" Target="../media/image1415.png"/><Relationship Id="rId166" Type="http://schemas.openxmlformats.org/officeDocument/2006/relationships/image" Target="../media/image1416.png"/><Relationship Id="rId167" Type="http://schemas.openxmlformats.org/officeDocument/2006/relationships/image" Target="../media/image1417.png"/><Relationship Id="rId168" Type="http://schemas.openxmlformats.org/officeDocument/2006/relationships/image" Target="../media/image1418.png"/><Relationship Id="rId169" Type="http://schemas.openxmlformats.org/officeDocument/2006/relationships/image" Target="../media/image1419.png"/><Relationship Id="rId170" Type="http://schemas.openxmlformats.org/officeDocument/2006/relationships/image" Target="../media/image1420.png"/><Relationship Id="rId171" Type="http://schemas.openxmlformats.org/officeDocument/2006/relationships/image" Target="../media/image1421.png"/><Relationship Id="rId172" Type="http://schemas.openxmlformats.org/officeDocument/2006/relationships/image" Target="../media/image1422.png"/><Relationship Id="rId173" Type="http://schemas.openxmlformats.org/officeDocument/2006/relationships/image" Target="../media/image1423.png"/><Relationship Id="rId174" Type="http://schemas.openxmlformats.org/officeDocument/2006/relationships/image" Target="../media/image1424.png"/><Relationship Id="rId175" Type="http://schemas.openxmlformats.org/officeDocument/2006/relationships/image" Target="../media/image1425.png"/><Relationship Id="rId176" Type="http://schemas.openxmlformats.org/officeDocument/2006/relationships/image" Target="../media/image1426.png"/><Relationship Id="rId177" Type="http://schemas.openxmlformats.org/officeDocument/2006/relationships/image" Target="../media/image225.png"/><Relationship Id="rId178" Type="http://schemas.openxmlformats.org/officeDocument/2006/relationships/image" Target="../media/image1427.png"/><Relationship Id="rId179" Type="http://schemas.openxmlformats.org/officeDocument/2006/relationships/image" Target="../media/image1428.png"/><Relationship Id="rId180" Type="http://schemas.openxmlformats.org/officeDocument/2006/relationships/image" Target="../media/image1429.png"/><Relationship Id="rId181" Type="http://schemas.openxmlformats.org/officeDocument/2006/relationships/image" Target="../media/image1430.png"/><Relationship Id="rId182" Type="http://schemas.openxmlformats.org/officeDocument/2006/relationships/image" Target="../media/image1056.png"/><Relationship Id="rId183" Type="http://schemas.openxmlformats.org/officeDocument/2006/relationships/image" Target="../media/image1431.png"/><Relationship Id="rId184" Type="http://schemas.openxmlformats.org/officeDocument/2006/relationships/image" Target="../media/image1432.png"/><Relationship Id="rId185" Type="http://schemas.openxmlformats.org/officeDocument/2006/relationships/image" Target="../media/image581.png"/><Relationship Id="rId186" Type="http://schemas.openxmlformats.org/officeDocument/2006/relationships/image" Target="../media/image1433.png"/><Relationship Id="rId187" Type="http://schemas.openxmlformats.org/officeDocument/2006/relationships/image" Target="../media/image1434.png"/><Relationship Id="rId188" Type="http://schemas.openxmlformats.org/officeDocument/2006/relationships/image" Target="../media/image1435.png"/><Relationship Id="rId189" Type="http://schemas.openxmlformats.org/officeDocument/2006/relationships/image" Target="../media/image1436.png"/><Relationship Id="rId190" Type="http://schemas.openxmlformats.org/officeDocument/2006/relationships/image" Target="../media/image883.png"/><Relationship Id="rId191" Type="http://schemas.openxmlformats.org/officeDocument/2006/relationships/image" Target="../media/image1437.png"/><Relationship Id="rId192" Type="http://schemas.openxmlformats.org/officeDocument/2006/relationships/image" Target="../media/image717.png"/><Relationship Id="rId193" Type="http://schemas.openxmlformats.org/officeDocument/2006/relationships/image" Target="../media/image1438.png"/><Relationship Id="rId194" Type="http://schemas.openxmlformats.org/officeDocument/2006/relationships/image" Target="../media/image1439.png"/><Relationship Id="rId195" Type="http://schemas.openxmlformats.org/officeDocument/2006/relationships/image" Target="../media/image1440.png"/><Relationship Id="rId196" Type="http://schemas.openxmlformats.org/officeDocument/2006/relationships/image" Target="../media/image1170.png"/><Relationship Id="rId197" Type="http://schemas.openxmlformats.org/officeDocument/2006/relationships/image" Target="../media/image1441.png"/><Relationship Id="rId198" Type="http://schemas.openxmlformats.org/officeDocument/2006/relationships/image" Target="../media/image1442.png"/><Relationship Id="rId199" Type="http://schemas.openxmlformats.org/officeDocument/2006/relationships/image" Target="../media/image1443.png"/><Relationship Id="rId200" Type="http://schemas.openxmlformats.org/officeDocument/2006/relationships/image" Target="../media/image1444.png"/><Relationship Id="rId201" Type="http://schemas.openxmlformats.org/officeDocument/2006/relationships/image" Target="../media/image1445.png"/><Relationship Id="rId202" Type="http://schemas.openxmlformats.org/officeDocument/2006/relationships/image" Target="../media/image1446.png"/><Relationship Id="rId203" Type="http://schemas.openxmlformats.org/officeDocument/2006/relationships/image" Target="../media/image1447.png"/><Relationship Id="rId204" Type="http://schemas.openxmlformats.org/officeDocument/2006/relationships/image" Target="../media/image1448.png"/><Relationship Id="rId205" Type="http://schemas.openxmlformats.org/officeDocument/2006/relationships/image" Target="../media/image1449.png"/><Relationship Id="rId206" Type="http://schemas.openxmlformats.org/officeDocument/2006/relationships/image" Target="../media/image1450.png"/><Relationship Id="rId207" Type="http://schemas.openxmlformats.org/officeDocument/2006/relationships/image" Target="../media/image1451.png"/><Relationship Id="rId208" Type="http://schemas.openxmlformats.org/officeDocument/2006/relationships/image" Target="../media/image1452.png"/><Relationship Id="rId209" Type="http://schemas.openxmlformats.org/officeDocument/2006/relationships/image" Target="../media/image1453.png"/><Relationship Id="rId210" Type="http://schemas.openxmlformats.org/officeDocument/2006/relationships/image" Target="../media/image1454.png"/><Relationship Id="rId211" Type="http://schemas.openxmlformats.org/officeDocument/2006/relationships/image" Target="../media/image1455.png"/><Relationship Id="rId212" Type="http://schemas.openxmlformats.org/officeDocument/2006/relationships/image" Target="../media/image1456.png"/><Relationship Id="rId213" Type="http://schemas.openxmlformats.org/officeDocument/2006/relationships/image" Target="../media/image1457.png"/><Relationship Id="rId214" Type="http://schemas.openxmlformats.org/officeDocument/2006/relationships/image" Target="../media/image1458.png"/><Relationship Id="rId215" Type="http://schemas.openxmlformats.org/officeDocument/2006/relationships/image" Target="../media/image1459.png"/><Relationship Id="rId216" Type="http://schemas.openxmlformats.org/officeDocument/2006/relationships/image" Target="../media/image1460.png"/><Relationship Id="rId217" Type="http://schemas.openxmlformats.org/officeDocument/2006/relationships/image" Target="../media/image1461.png"/><Relationship Id="rId218" Type="http://schemas.openxmlformats.org/officeDocument/2006/relationships/image" Target="../media/image1462.png"/><Relationship Id="rId219" Type="http://schemas.openxmlformats.org/officeDocument/2006/relationships/image" Target="../media/image1463.png"/><Relationship Id="rId220" Type="http://schemas.openxmlformats.org/officeDocument/2006/relationships/image" Target="../media/image518.png"/><Relationship Id="rId221" Type="http://schemas.openxmlformats.org/officeDocument/2006/relationships/image" Target="../media/image1464.png"/><Relationship Id="rId222" Type="http://schemas.openxmlformats.org/officeDocument/2006/relationships/image" Target="../media/image1465.png"/><Relationship Id="rId223" Type="http://schemas.openxmlformats.org/officeDocument/2006/relationships/image" Target="../media/image516.png"/><Relationship Id="rId224" Type="http://schemas.openxmlformats.org/officeDocument/2006/relationships/image" Target="../media/image1466.png"/><Relationship Id="rId225" Type="http://schemas.openxmlformats.org/officeDocument/2006/relationships/image" Target="../media/image682.png"/><Relationship Id="rId226" Type="http://schemas.openxmlformats.org/officeDocument/2006/relationships/image" Target="../media/image1131.png"/><Relationship Id="rId227" Type="http://schemas.openxmlformats.org/officeDocument/2006/relationships/image" Target="../media/image1467.png"/><Relationship Id="rId228" Type="http://schemas.openxmlformats.org/officeDocument/2006/relationships/image" Target="../media/image1468.png"/><Relationship Id="rId229" Type="http://schemas.openxmlformats.org/officeDocument/2006/relationships/image" Target="../media/image1469.png"/><Relationship Id="rId230" Type="http://schemas.openxmlformats.org/officeDocument/2006/relationships/image" Target="../media/image1470.png"/><Relationship Id="rId231" Type="http://schemas.openxmlformats.org/officeDocument/2006/relationships/image" Target="../media/image1471.png"/><Relationship Id="rId232" Type="http://schemas.openxmlformats.org/officeDocument/2006/relationships/image" Target="../media/image1472.png"/><Relationship Id="rId233" Type="http://schemas.openxmlformats.org/officeDocument/2006/relationships/image" Target="../media/image1473.png"/><Relationship Id="rId234" Type="http://schemas.openxmlformats.org/officeDocument/2006/relationships/image" Target="../media/image1474.png"/><Relationship Id="rId235" Type="http://schemas.openxmlformats.org/officeDocument/2006/relationships/image" Target="../media/image1475.png"/><Relationship Id="rId236" Type="http://schemas.openxmlformats.org/officeDocument/2006/relationships/image" Target="../media/image1476.png"/><Relationship Id="rId237" Type="http://schemas.openxmlformats.org/officeDocument/2006/relationships/image" Target="../media/image1477.png"/><Relationship Id="rId238" Type="http://schemas.openxmlformats.org/officeDocument/2006/relationships/image" Target="../media/image1478.png"/><Relationship Id="rId239" Type="http://schemas.openxmlformats.org/officeDocument/2006/relationships/image" Target="../media/image1479.png"/><Relationship Id="rId240" Type="http://schemas.openxmlformats.org/officeDocument/2006/relationships/image" Target="../media/image1480.png"/><Relationship Id="rId241" Type="http://schemas.openxmlformats.org/officeDocument/2006/relationships/image" Target="../media/image1481.png"/><Relationship Id="rId242" Type="http://schemas.openxmlformats.org/officeDocument/2006/relationships/image" Target="../media/image1482.png"/><Relationship Id="rId243" Type="http://schemas.openxmlformats.org/officeDocument/2006/relationships/image" Target="../media/image1483.png"/><Relationship Id="rId244" Type="http://schemas.openxmlformats.org/officeDocument/2006/relationships/image" Target="../media/image1484.png"/><Relationship Id="rId245" Type="http://schemas.openxmlformats.org/officeDocument/2006/relationships/image" Target="../media/image1485.png"/><Relationship Id="rId246" Type="http://schemas.openxmlformats.org/officeDocument/2006/relationships/image" Target="../media/image1486.png"/><Relationship Id="rId247" Type="http://schemas.openxmlformats.org/officeDocument/2006/relationships/image" Target="../media/image1033.png"/><Relationship Id="rId248" Type="http://schemas.openxmlformats.org/officeDocument/2006/relationships/image" Target="../media/image513.png"/><Relationship Id="rId249" Type="http://schemas.openxmlformats.org/officeDocument/2006/relationships/image" Target="../media/image1487.png"/><Relationship Id="rId250" Type="http://schemas.openxmlformats.org/officeDocument/2006/relationships/image" Target="../media/image1488.png"/><Relationship Id="rId251" Type="http://schemas.openxmlformats.org/officeDocument/2006/relationships/image" Target="../media/image1489.png"/><Relationship Id="rId252" Type="http://schemas.openxmlformats.org/officeDocument/2006/relationships/image" Target="../media/image1490.png"/><Relationship Id="rId253" Type="http://schemas.openxmlformats.org/officeDocument/2006/relationships/image" Target="../media/image1043.png"/><Relationship Id="rId254" Type="http://schemas.openxmlformats.org/officeDocument/2006/relationships/image" Target="../media/image1491.png"/><Relationship Id="rId255" Type="http://schemas.openxmlformats.org/officeDocument/2006/relationships/image" Target="../media/image1492.png"/><Relationship Id="rId256" Type="http://schemas.openxmlformats.org/officeDocument/2006/relationships/image" Target="../media/image1493.png"/><Relationship Id="rId257" Type="http://schemas.openxmlformats.org/officeDocument/2006/relationships/image" Target="../media/image1494.png"/><Relationship Id="rId258" Type="http://schemas.openxmlformats.org/officeDocument/2006/relationships/image" Target="../media/image1495.png"/><Relationship Id="rId259" Type="http://schemas.openxmlformats.org/officeDocument/2006/relationships/image" Target="../media/image1496.png"/><Relationship Id="rId260" Type="http://schemas.openxmlformats.org/officeDocument/2006/relationships/image" Target="../media/image1497.png"/><Relationship Id="rId261" Type="http://schemas.openxmlformats.org/officeDocument/2006/relationships/image" Target="../media/image1498.png"/><Relationship Id="rId262" Type="http://schemas.openxmlformats.org/officeDocument/2006/relationships/image" Target="../media/image1499.png"/><Relationship Id="rId263" Type="http://schemas.openxmlformats.org/officeDocument/2006/relationships/image" Target="../media/image1500.png"/><Relationship Id="rId264" Type="http://schemas.openxmlformats.org/officeDocument/2006/relationships/image" Target="../media/image1501.png"/><Relationship Id="rId265" Type="http://schemas.openxmlformats.org/officeDocument/2006/relationships/image" Target="../media/image1502.png"/><Relationship Id="rId266" Type="http://schemas.openxmlformats.org/officeDocument/2006/relationships/image" Target="../media/image1503.png"/><Relationship Id="rId267" Type="http://schemas.openxmlformats.org/officeDocument/2006/relationships/image" Target="../media/image1504.png"/><Relationship Id="rId268" Type="http://schemas.openxmlformats.org/officeDocument/2006/relationships/image" Target="../media/image1505.png"/><Relationship Id="rId269" Type="http://schemas.openxmlformats.org/officeDocument/2006/relationships/image" Target="../media/image1506.png"/><Relationship Id="rId270" Type="http://schemas.openxmlformats.org/officeDocument/2006/relationships/image" Target="../media/image1507.png"/><Relationship Id="rId271" Type="http://schemas.openxmlformats.org/officeDocument/2006/relationships/image" Target="../media/image1508.png"/><Relationship Id="rId272" Type="http://schemas.openxmlformats.org/officeDocument/2006/relationships/image" Target="../media/image1509.png"/><Relationship Id="rId273" Type="http://schemas.openxmlformats.org/officeDocument/2006/relationships/image" Target="../media/image486.png"/><Relationship Id="rId274" Type="http://schemas.openxmlformats.org/officeDocument/2006/relationships/image" Target="../media/image1510.png"/><Relationship Id="rId275" Type="http://schemas.openxmlformats.org/officeDocument/2006/relationships/image" Target="../media/image1511.png"/><Relationship Id="rId276" Type="http://schemas.openxmlformats.org/officeDocument/2006/relationships/image" Target="../media/image1512.png"/><Relationship Id="rId277" Type="http://schemas.openxmlformats.org/officeDocument/2006/relationships/image" Target="../media/image1513.png"/><Relationship Id="rId278" Type="http://schemas.openxmlformats.org/officeDocument/2006/relationships/image" Target="../media/image1514.png"/><Relationship Id="rId279" Type="http://schemas.openxmlformats.org/officeDocument/2006/relationships/image" Target="../media/image1515.png"/><Relationship Id="rId280" Type="http://schemas.openxmlformats.org/officeDocument/2006/relationships/image" Target="../media/image1516.png"/><Relationship Id="rId281" Type="http://schemas.openxmlformats.org/officeDocument/2006/relationships/image" Target="../media/image1517.png"/><Relationship Id="rId282" Type="http://schemas.openxmlformats.org/officeDocument/2006/relationships/image" Target="../media/image1518.png"/><Relationship Id="rId283" Type="http://schemas.openxmlformats.org/officeDocument/2006/relationships/image" Target="../media/image1519.png"/><Relationship Id="rId284" Type="http://schemas.openxmlformats.org/officeDocument/2006/relationships/image" Target="../media/image1520.png"/><Relationship Id="rId285" Type="http://schemas.openxmlformats.org/officeDocument/2006/relationships/image" Target="../media/image1521.png"/><Relationship Id="rId286" Type="http://schemas.openxmlformats.org/officeDocument/2006/relationships/image" Target="../media/image1522.png"/><Relationship Id="rId287" Type="http://schemas.openxmlformats.org/officeDocument/2006/relationships/image" Target="../media/image1012.png"/><Relationship Id="rId288" Type="http://schemas.openxmlformats.org/officeDocument/2006/relationships/image" Target="../media/image1523.png"/><Relationship Id="rId289" Type="http://schemas.openxmlformats.org/officeDocument/2006/relationships/image" Target="../media/image1524.png"/><Relationship Id="rId290" Type="http://schemas.openxmlformats.org/officeDocument/2006/relationships/image" Target="../media/image1525.png"/><Relationship Id="rId291" Type="http://schemas.openxmlformats.org/officeDocument/2006/relationships/image" Target="../media/image1526.png"/><Relationship Id="rId292" Type="http://schemas.openxmlformats.org/officeDocument/2006/relationships/image" Target="../media/image1527.png"/><Relationship Id="rId293" Type="http://schemas.openxmlformats.org/officeDocument/2006/relationships/image" Target="../media/image1098.png"/><Relationship Id="rId294" Type="http://schemas.openxmlformats.org/officeDocument/2006/relationships/image" Target="../media/image1528.png"/><Relationship Id="rId295" Type="http://schemas.openxmlformats.org/officeDocument/2006/relationships/image" Target="../media/image1529.png"/><Relationship Id="rId296" Type="http://schemas.openxmlformats.org/officeDocument/2006/relationships/image" Target="../media/image1530.png"/><Relationship Id="rId297" Type="http://schemas.openxmlformats.org/officeDocument/2006/relationships/image" Target="../media/image1531.png"/><Relationship Id="rId298" Type="http://schemas.openxmlformats.org/officeDocument/2006/relationships/image" Target="../media/image1532.png"/><Relationship Id="rId299" Type="http://schemas.openxmlformats.org/officeDocument/2006/relationships/image" Target="../media/image1533.png"/><Relationship Id="rId300" Type="http://schemas.openxmlformats.org/officeDocument/2006/relationships/image" Target="../media/image140.png"/><Relationship Id="rId301" Type="http://schemas.openxmlformats.org/officeDocument/2006/relationships/image" Target="../media/image1534.png"/><Relationship Id="rId302" Type="http://schemas.openxmlformats.org/officeDocument/2006/relationships/image" Target="../media/image1535.png"/><Relationship Id="rId303" Type="http://schemas.openxmlformats.org/officeDocument/2006/relationships/image" Target="../media/image1536.png"/><Relationship Id="rId304" Type="http://schemas.openxmlformats.org/officeDocument/2006/relationships/image" Target="../media/image1537.png"/><Relationship Id="rId305" Type="http://schemas.openxmlformats.org/officeDocument/2006/relationships/image" Target="../media/image1538.png"/><Relationship Id="rId306" Type="http://schemas.openxmlformats.org/officeDocument/2006/relationships/image" Target="../media/image1539.png"/><Relationship Id="rId307" Type="http://schemas.openxmlformats.org/officeDocument/2006/relationships/image" Target="../media/image1540.png"/><Relationship Id="rId308" Type="http://schemas.openxmlformats.org/officeDocument/2006/relationships/image" Target="../media/image1541.png"/><Relationship Id="rId309" Type="http://schemas.openxmlformats.org/officeDocument/2006/relationships/image" Target="../media/image1542.png"/><Relationship Id="rId310" Type="http://schemas.openxmlformats.org/officeDocument/2006/relationships/image" Target="../media/image154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44.png"/><Relationship Id="rId3" Type="http://schemas.openxmlformats.org/officeDocument/2006/relationships/image" Target="../media/image633.png"/><Relationship Id="rId4" Type="http://schemas.openxmlformats.org/officeDocument/2006/relationships/image" Target="../media/image1545.png"/><Relationship Id="rId5" Type="http://schemas.openxmlformats.org/officeDocument/2006/relationships/image" Target="../media/image1546.png"/><Relationship Id="rId6" Type="http://schemas.openxmlformats.org/officeDocument/2006/relationships/image" Target="../media/image1547.png"/><Relationship Id="rId7" Type="http://schemas.openxmlformats.org/officeDocument/2006/relationships/image" Target="../media/image1548.png"/><Relationship Id="rId8" Type="http://schemas.openxmlformats.org/officeDocument/2006/relationships/image" Target="../media/image1549.png"/><Relationship Id="rId9" Type="http://schemas.openxmlformats.org/officeDocument/2006/relationships/image" Target="../media/image1550.png"/><Relationship Id="rId10" Type="http://schemas.openxmlformats.org/officeDocument/2006/relationships/image" Target="../media/image1551.png"/><Relationship Id="rId11" Type="http://schemas.openxmlformats.org/officeDocument/2006/relationships/image" Target="../media/image952.png"/><Relationship Id="rId12" Type="http://schemas.openxmlformats.org/officeDocument/2006/relationships/image" Target="../media/image1233.png"/><Relationship Id="rId13" Type="http://schemas.openxmlformats.org/officeDocument/2006/relationships/image" Target="../media/image1552.png"/><Relationship Id="rId14" Type="http://schemas.openxmlformats.org/officeDocument/2006/relationships/image" Target="../media/image1553.png"/><Relationship Id="rId15" Type="http://schemas.openxmlformats.org/officeDocument/2006/relationships/image" Target="../media/image1554.png"/><Relationship Id="rId16" Type="http://schemas.openxmlformats.org/officeDocument/2006/relationships/image" Target="../media/image1555.png"/><Relationship Id="rId17" Type="http://schemas.openxmlformats.org/officeDocument/2006/relationships/image" Target="../media/image1556.png"/><Relationship Id="rId18" Type="http://schemas.openxmlformats.org/officeDocument/2006/relationships/image" Target="../media/image1557.png"/><Relationship Id="rId19" Type="http://schemas.openxmlformats.org/officeDocument/2006/relationships/image" Target="../media/image1558.png"/><Relationship Id="rId20" Type="http://schemas.openxmlformats.org/officeDocument/2006/relationships/image" Target="../media/image1559.png"/><Relationship Id="rId21" Type="http://schemas.openxmlformats.org/officeDocument/2006/relationships/image" Target="../media/image1560.png"/><Relationship Id="rId22" Type="http://schemas.openxmlformats.org/officeDocument/2006/relationships/image" Target="../media/image575.png"/><Relationship Id="rId23" Type="http://schemas.openxmlformats.org/officeDocument/2006/relationships/image" Target="../media/image1561.png"/><Relationship Id="rId24" Type="http://schemas.openxmlformats.org/officeDocument/2006/relationships/image" Target="../media/image1562.png"/><Relationship Id="rId25" Type="http://schemas.openxmlformats.org/officeDocument/2006/relationships/image" Target="../media/image242.png"/><Relationship Id="rId26" Type="http://schemas.openxmlformats.org/officeDocument/2006/relationships/image" Target="../media/image1563.png"/><Relationship Id="rId27" Type="http://schemas.openxmlformats.org/officeDocument/2006/relationships/image" Target="../media/image1564.png"/><Relationship Id="rId28" Type="http://schemas.openxmlformats.org/officeDocument/2006/relationships/image" Target="../media/image1179.png"/><Relationship Id="rId29" Type="http://schemas.openxmlformats.org/officeDocument/2006/relationships/image" Target="../media/image1565.png"/><Relationship Id="rId30" Type="http://schemas.openxmlformats.org/officeDocument/2006/relationships/image" Target="../media/image1566.png"/><Relationship Id="rId31" Type="http://schemas.openxmlformats.org/officeDocument/2006/relationships/image" Target="../media/image1567.png"/><Relationship Id="rId32" Type="http://schemas.openxmlformats.org/officeDocument/2006/relationships/image" Target="../media/image1438.png"/><Relationship Id="rId33" Type="http://schemas.openxmlformats.org/officeDocument/2006/relationships/image" Target="../media/image1568.png"/><Relationship Id="rId34" Type="http://schemas.openxmlformats.org/officeDocument/2006/relationships/image" Target="../media/image1569.png"/><Relationship Id="rId35" Type="http://schemas.openxmlformats.org/officeDocument/2006/relationships/image" Target="../media/image1570.png"/><Relationship Id="rId36" Type="http://schemas.openxmlformats.org/officeDocument/2006/relationships/image" Target="../media/image1571.png"/><Relationship Id="rId37" Type="http://schemas.openxmlformats.org/officeDocument/2006/relationships/image" Target="../media/image1572.png"/><Relationship Id="rId38" Type="http://schemas.openxmlformats.org/officeDocument/2006/relationships/image" Target="../media/image1573.png"/><Relationship Id="rId39" Type="http://schemas.openxmlformats.org/officeDocument/2006/relationships/image" Target="../media/image1574.png"/><Relationship Id="rId40" Type="http://schemas.openxmlformats.org/officeDocument/2006/relationships/image" Target="../media/image1575.png"/><Relationship Id="rId41" Type="http://schemas.openxmlformats.org/officeDocument/2006/relationships/image" Target="../media/image1576.png"/><Relationship Id="rId42" Type="http://schemas.openxmlformats.org/officeDocument/2006/relationships/image" Target="../media/image1577.png"/><Relationship Id="rId43" Type="http://schemas.openxmlformats.org/officeDocument/2006/relationships/image" Target="../media/image1578.png"/><Relationship Id="rId44" Type="http://schemas.openxmlformats.org/officeDocument/2006/relationships/image" Target="../media/image1579.png"/><Relationship Id="rId45" Type="http://schemas.openxmlformats.org/officeDocument/2006/relationships/image" Target="../media/image1580.png"/><Relationship Id="rId46" Type="http://schemas.openxmlformats.org/officeDocument/2006/relationships/image" Target="../media/image1581.png"/><Relationship Id="rId47" Type="http://schemas.openxmlformats.org/officeDocument/2006/relationships/image" Target="../media/image1582.png"/><Relationship Id="rId48" Type="http://schemas.openxmlformats.org/officeDocument/2006/relationships/image" Target="../media/image1583.png"/><Relationship Id="rId49" Type="http://schemas.openxmlformats.org/officeDocument/2006/relationships/image" Target="../media/image1584.png"/><Relationship Id="rId50" Type="http://schemas.openxmlformats.org/officeDocument/2006/relationships/image" Target="../media/image1585.png"/><Relationship Id="rId51" Type="http://schemas.openxmlformats.org/officeDocument/2006/relationships/image" Target="../media/image1586.png"/><Relationship Id="rId52" Type="http://schemas.openxmlformats.org/officeDocument/2006/relationships/image" Target="../media/image1587.png"/><Relationship Id="rId53" Type="http://schemas.openxmlformats.org/officeDocument/2006/relationships/image" Target="../media/image1588.png"/><Relationship Id="rId54" Type="http://schemas.openxmlformats.org/officeDocument/2006/relationships/image" Target="../media/image1589.png"/><Relationship Id="rId55" Type="http://schemas.openxmlformats.org/officeDocument/2006/relationships/image" Target="../media/image1590.png"/><Relationship Id="rId56" Type="http://schemas.openxmlformats.org/officeDocument/2006/relationships/image" Target="../media/image1591.png"/><Relationship Id="rId57" Type="http://schemas.openxmlformats.org/officeDocument/2006/relationships/image" Target="../media/image1592.png"/><Relationship Id="rId58" Type="http://schemas.openxmlformats.org/officeDocument/2006/relationships/image" Target="../media/image1593.png"/><Relationship Id="rId59" Type="http://schemas.openxmlformats.org/officeDocument/2006/relationships/image" Target="../media/image1594.png"/><Relationship Id="rId60" Type="http://schemas.openxmlformats.org/officeDocument/2006/relationships/image" Target="../media/image1595.png"/><Relationship Id="rId61" Type="http://schemas.openxmlformats.org/officeDocument/2006/relationships/image" Target="../media/image1596.png"/><Relationship Id="rId62" Type="http://schemas.openxmlformats.org/officeDocument/2006/relationships/image" Target="../media/image823.png"/><Relationship Id="rId63" Type="http://schemas.openxmlformats.org/officeDocument/2006/relationships/image" Target="../media/image1513.png"/><Relationship Id="rId64" Type="http://schemas.openxmlformats.org/officeDocument/2006/relationships/image" Target="../media/image1597.png"/><Relationship Id="rId65" Type="http://schemas.openxmlformats.org/officeDocument/2006/relationships/image" Target="../media/image1598.png"/><Relationship Id="rId66" Type="http://schemas.openxmlformats.org/officeDocument/2006/relationships/image" Target="../media/image1599.png"/><Relationship Id="rId67" Type="http://schemas.openxmlformats.org/officeDocument/2006/relationships/image" Target="../media/image1600.png"/><Relationship Id="rId68" Type="http://schemas.openxmlformats.org/officeDocument/2006/relationships/image" Target="../media/image1601.png"/><Relationship Id="rId69" Type="http://schemas.openxmlformats.org/officeDocument/2006/relationships/image" Target="../media/image1602.png"/><Relationship Id="rId70" Type="http://schemas.openxmlformats.org/officeDocument/2006/relationships/image" Target="../media/image1603.png"/><Relationship Id="rId71" Type="http://schemas.openxmlformats.org/officeDocument/2006/relationships/image" Target="../media/image1604.png"/><Relationship Id="rId72" Type="http://schemas.openxmlformats.org/officeDocument/2006/relationships/image" Target="../media/image1605.png"/><Relationship Id="rId73" Type="http://schemas.openxmlformats.org/officeDocument/2006/relationships/image" Target="../media/image1606.png"/><Relationship Id="rId74" Type="http://schemas.openxmlformats.org/officeDocument/2006/relationships/image" Target="../media/image1607.png"/><Relationship Id="rId75" Type="http://schemas.openxmlformats.org/officeDocument/2006/relationships/image" Target="../media/image1519.png"/><Relationship Id="rId76" Type="http://schemas.openxmlformats.org/officeDocument/2006/relationships/image" Target="../media/image1608.png"/><Relationship Id="rId77" Type="http://schemas.openxmlformats.org/officeDocument/2006/relationships/image" Target="../media/image626.png"/><Relationship Id="rId78" Type="http://schemas.openxmlformats.org/officeDocument/2006/relationships/image" Target="../media/image1609.png"/><Relationship Id="rId79" Type="http://schemas.openxmlformats.org/officeDocument/2006/relationships/image" Target="../media/image1610.png"/><Relationship Id="rId80" Type="http://schemas.openxmlformats.org/officeDocument/2006/relationships/image" Target="../media/image1611.png"/><Relationship Id="rId81" Type="http://schemas.openxmlformats.org/officeDocument/2006/relationships/image" Target="../media/image1530.png"/><Relationship Id="rId82" Type="http://schemas.openxmlformats.org/officeDocument/2006/relationships/image" Target="../media/image1612.png"/><Relationship Id="rId83" Type="http://schemas.openxmlformats.org/officeDocument/2006/relationships/image" Target="../media/image1613.png"/><Relationship Id="rId84" Type="http://schemas.openxmlformats.org/officeDocument/2006/relationships/image" Target="../media/image1614.png"/><Relationship Id="rId85" Type="http://schemas.openxmlformats.org/officeDocument/2006/relationships/image" Target="../media/image1615.png"/><Relationship Id="rId86" Type="http://schemas.openxmlformats.org/officeDocument/2006/relationships/image" Target="../media/image1616.png"/><Relationship Id="rId87" Type="http://schemas.openxmlformats.org/officeDocument/2006/relationships/image" Target="../media/image1617.png"/><Relationship Id="rId88" Type="http://schemas.openxmlformats.org/officeDocument/2006/relationships/image" Target="../media/image1618.png"/><Relationship Id="rId89" Type="http://schemas.openxmlformats.org/officeDocument/2006/relationships/image" Target="../media/image1619.png"/><Relationship Id="rId90" Type="http://schemas.openxmlformats.org/officeDocument/2006/relationships/image" Target="../media/image1620.png"/><Relationship Id="rId91" Type="http://schemas.openxmlformats.org/officeDocument/2006/relationships/image" Target="../media/image1046.png"/><Relationship Id="rId92" Type="http://schemas.openxmlformats.org/officeDocument/2006/relationships/image" Target="../media/image1621.png"/><Relationship Id="rId93" Type="http://schemas.openxmlformats.org/officeDocument/2006/relationships/image" Target="../media/image1622.png"/><Relationship Id="rId94" Type="http://schemas.openxmlformats.org/officeDocument/2006/relationships/image" Target="../media/image1623.png"/><Relationship Id="rId95" Type="http://schemas.openxmlformats.org/officeDocument/2006/relationships/image" Target="../media/image1624.png"/><Relationship Id="rId96" Type="http://schemas.openxmlformats.org/officeDocument/2006/relationships/image" Target="../media/image1625.png"/><Relationship Id="rId97" Type="http://schemas.openxmlformats.org/officeDocument/2006/relationships/image" Target="../media/image1626.png"/><Relationship Id="rId98" Type="http://schemas.openxmlformats.org/officeDocument/2006/relationships/image" Target="../media/image1627.png"/><Relationship Id="rId99" Type="http://schemas.openxmlformats.org/officeDocument/2006/relationships/image" Target="../media/image1628.png"/><Relationship Id="rId100" Type="http://schemas.openxmlformats.org/officeDocument/2006/relationships/image" Target="../media/image1629.png"/><Relationship Id="rId101" Type="http://schemas.openxmlformats.org/officeDocument/2006/relationships/image" Target="../media/image1630.png"/><Relationship Id="rId102" Type="http://schemas.openxmlformats.org/officeDocument/2006/relationships/image" Target="../media/image1028.png"/><Relationship Id="rId103" Type="http://schemas.openxmlformats.org/officeDocument/2006/relationships/image" Target="../media/image1008.png"/><Relationship Id="rId104" Type="http://schemas.openxmlformats.org/officeDocument/2006/relationships/image" Target="../media/image1631.png"/><Relationship Id="rId105" Type="http://schemas.openxmlformats.org/officeDocument/2006/relationships/image" Target="../media/image1632.png"/><Relationship Id="rId106" Type="http://schemas.openxmlformats.org/officeDocument/2006/relationships/image" Target="../media/image1633.png"/><Relationship Id="rId107" Type="http://schemas.openxmlformats.org/officeDocument/2006/relationships/image" Target="../media/image1634.png"/><Relationship Id="rId108" Type="http://schemas.openxmlformats.org/officeDocument/2006/relationships/image" Target="../media/image1635.png"/><Relationship Id="rId109" Type="http://schemas.openxmlformats.org/officeDocument/2006/relationships/image" Target="../media/image1226.png"/><Relationship Id="rId110" Type="http://schemas.openxmlformats.org/officeDocument/2006/relationships/image" Target="../media/image508.png"/><Relationship Id="rId111" Type="http://schemas.openxmlformats.org/officeDocument/2006/relationships/image" Target="../media/image1636.png"/><Relationship Id="rId112" Type="http://schemas.openxmlformats.org/officeDocument/2006/relationships/image" Target="../media/image493.png"/><Relationship Id="rId113" Type="http://schemas.openxmlformats.org/officeDocument/2006/relationships/image" Target="../media/image1637.png"/><Relationship Id="rId114" Type="http://schemas.openxmlformats.org/officeDocument/2006/relationships/image" Target="../media/image1638.png"/><Relationship Id="rId115" Type="http://schemas.openxmlformats.org/officeDocument/2006/relationships/image" Target="../media/image1639.png"/><Relationship Id="rId116" Type="http://schemas.openxmlformats.org/officeDocument/2006/relationships/image" Target="../media/image1640.png"/><Relationship Id="rId117" Type="http://schemas.openxmlformats.org/officeDocument/2006/relationships/image" Target="../media/image1641.png"/><Relationship Id="rId118" Type="http://schemas.openxmlformats.org/officeDocument/2006/relationships/image" Target="../media/image1642.png"/><Relationship Id="rId119" Type="http://schemas.openxmlformats.org/officeDocument/2006/relationships/image" Target="../media/image1643.png"/><Relationship Id="rId120" Type="http://schemas.openxmlformats.org/officeDocument/2006/relationships/image" Target="../media/image1644.png"/><Relationship Id="rId121" Type="http://schemas.openxmlformats.org/officeDocument/2006/relationships/image" Target="../media/image1645.png"/><Relationship Id="rId122" Type="http://schemas.openxmlformats.org/officeDocument/2006/relationships/image" Target="../media/image272.png"/><Relationship Id="rId123" Type="http://schemas.openxmlformats.org/officeDocument/2006/relationships/image" Target="../media/image1646.png"/><Relationship Id="rId124" Type="http://schemas.openxmlformats.org/officeDocument/2006/relationships/image" Target="../media/image1647.png"/><Relationship Id="rId125" Type="http://schemas.openxmlformats.org/officeDocument/2006/relationships/image" Target="../media/image668.png"/><Relationship Id="rId126" Type="http://schemas.openxmlformats.org/officeDocument/2006/relationships/image" Target="../media/image1648.png"/><Relationship Id="rId127" Type="http://schemas.openxmlformats.org/officeDocument/2006/relationships/image" Target="../media/image1649.png"/><Relationship Id="rId128" Type="http://schemas.openxmlformats.org/officeDocument/2006/relationships/image" Target="../media/image1650.png"/><Relationship Id="rId129" Type="http://schemas.openxmlformats.org/officeDocument/2006/relationships/image" Target="../media/image1651.png"/><Relationship Id="rId130" Type="http://schemas.openxmlformats.org/officeDocument/2006/relationships/image" Target="../media/image878.png"/><Relationship Id="rId131" Type="http://schemas.openxmlformats.org/officeDocument/2006/relationships/image" Target="../media/image1652.png"/><Relationship Id="rId132" Type="http://schemas.openxmlformats.org/officeDocument/2006/relationships/image" Target="../media/image225.png"/><Relationship Id="rId133" Type="http://schemas.openxmlformats.org/officeDocument/2006/relationships/image" Target="../media/image1653.png"/><Relationship Id="rId134" Type="http://schemas.openxmlformats.org/officeDocument/2006/relationships/image" Target="../media/image1654.png"/><Relationship Id="rId135" Type="http://schemas.openxmlformats.org/officeDocument/2006/relationships/image" Target="../media/image1655.png"/><Relationship Id="rId136" Type="http://schemas.openxmlformats.org/officeDocument/2006/relationships/image" Target="../media/image1656.png"/><Relationship Id="rId137" Type="http://schemas.openxmlformats.org/officeDocument/2006/relationships/image" Target="../media/image1657.png"/><Relationship Id="rId138" Type="http://schemas.openxmlformats.org/officeDocument/2006/relationships/image" Target="../media/image1658.png"/><Relationship Id="rId139" Type="http://schemas.openxmlformats.org/officeDocument/2006/relationships/image" Target="../media/image1659.png"/><Relationship Id="rId140" Type="http://schemas.openxmlformats.org/officeDocument/2006/relationships/image" Target="../media/image1660.png"/><Relationship Id="rId141" Type="http://schemas.openxmlformats.org/officeDocument/2006/relationships/image" Target="../media/image1661.png"/><Relationship Id="rId142" Type="http://schemas.openxmlformats.org/officeDocument/2006/relationships/image" Target="../media/image1662.png"/><Relationship Id="rId143" Type="http://schemas.openxmlformats.org/officeDocument/2006/relationships/image" Target="../media/image1663.png"/><Relationship Id="rId144" Type="http://schemas.openxmlformats.org/officeDocument/2006/relationships/image" Target="../media/image1664.png"/><Relationship Id="rId145" Type="http://schemas.openxmlformats.org/officeDocument/2006/relationships/image" Target="../media/image1665.png"/><Relationship Id="rId146" Type="http://schemas.openxmlformats.org/officeDocument/2006/relationships/image" Target="../media/image1666.png"/><Relationship Id="rId147" Type="http://schemas.openxmlformats.org/officeDocument/2006/relationships/image" Target="../media/image1667.png"/><Relationship Id="rId148" Type="http://schemas.openxmlformats.org/officeDocument/2006/relationships/image" Target="../media/image1668.png"/><Relationship Id="rId149" Type="http://schemas.openxmlformats.org/officeDocument/2006/relationships/image" Target="../media/image1669.png"/><Relationship Id="rId150" Type="http://schemas.openxmlformats.org/officeDocument/2006/relationships/image" Target="../media/image1670.png"/><Relationship Id="rId151" Type="http://schemas.openxmlformats.org/officeDocument/2006/relationships/image" Target="../media/image1671.png"/><Relationship Id="rId152" Type="http://schemas.openxmlformats.org/officeDocument/2006/relationships/image" Target="../media/image171.png"/><Relationship Id="rId153" Type="http://schemas.openxmlformats.org/officeDocument/2006/relationships/image" Target="../media/image1672.png"/><Relationship Id="rId154" Type="http://schemas.openxmlformats.org/officeDocument/2006/relationships/image" Target="../media/image1478.png"/><Relationship Id="rId155" Type="http://schemas.openxmlformats.org/officeDocument/2006/relationships/image" Target="../media/image1673.png"/><Relationship Id="rId156" Type="http://schemas.openxmlformats.org/officeDocument/2006/relationships/image" Target="../media/image1674.png"/><Relationship Id="rId157" Type="http://schemas.openxmlformats.org/officeDocument/2006/relationships/image" Target="../media/image1675.png"/><Relationship Id="rId158" Type="http://schemas.openxmlformats.org/officeDocument/2006/relationships/image" Target="../media/image1676.png"/><Relationship Id="rId159" Type="http://schemas.openxmlformats.org/officeDocument/2006/relationships/image" Target="../media/image1677.png"/><Relationship Id="rId160" Type="http://schemas.openxmlformats.org/officeDocument/2006/relationships/image" Target="../media/image1678.png"/><Relationship Id="rId161" Type="http://schemas.openxmlformats.org/officeDocument/2006/relationships/image" Target="../media/image1679.png"/><Relationship Id="rId162" Type="http://schemas.openxmlformats.org/officeDocument/2006/relationships/image" Target="../media/image1680.png"/><Relationship Id="rId163" Type="http://schemas.openxmlformats.org/officeDocument/2006/relationships/image" Target="../media/image1681.png"/><Relationship Id="rId164" Type="http://schemas.openxmlformats.org/officeDocument/2006/relationships/image" Target="../media/image1682.png"/><Relationship Id="rId165" Type="http://schemas.openxmlformats.org/officeDocument/2006/relationships/image" Target="../media/image1683.png"/><Relationship Id="rId166" Type="http://schemas.openxmlformats.org/officeDocument/2006/relationships/image" Target="../media/image1684.png"/><Relationship Id="rId167" Type="http://schemas.openxmlformats.org/officeDocument/2006/relationships/image" Target="../media/image1685.png"/><Relationship Id="rId168" Type="http://schemas.openxmlformats.org/officeDocument/2006/relationships/image" Target="../media/image1686.png"/><Relationship Id="rId169" Type="http://schemas.openxmlformats.org/officeDocument/2006/relationships/image" Target="../media/image1687.png"/><Relationship Id="rId170" Type="http://schemas.openxmlformats.org/officeDocument/2006/relationships/image" Target="../media/image1688.png"/><Relationship Id="rId171" Type="http://schemas.openxmlformats.org/officeDocument/2006/relationships/image" Target="../media/image1689.png"/><Relationship Id="rId172" Type="http://schemas.openxmlformats.org/officeDocument/2006/relationships/image" Target="../media/image1690.png"/><Relationship Id="rId173" Type="http://schemas.openxmlformats.org/officeDocument/2006/relationships/image" Target="../media/image1691.png"/><Relationship Id="rId174" Type="http://schemas.openxmlformats.org/officeDocument/2006/relationships/image" Target="../media/image1692.png"/><Relationship Id="rId175" Type="http://schemas.openxmlformats.org/officeDocument/2006/relationships/image" Target="../media/image1693.png"/><Relationship Id="rId176" Type="http://schemas.openxmlformats.org/officeDocument/2006/relationships/image" Target="../media/image1694.png"/><Relationship Id="rId177" Type="http://schemas.openxmlformats.org/officeDocument/2006/relationships/image" Target="../media/image1695.png"/><Relationship Id="rId178" Type="http://schemas.openxmlformats.org/officeDocument/2006/relationships/image" Target="../media/image1696.png"/><Relationship Id="rId179" Type="http://schemas.openxmlformats.org/officeDocument/2006/relationships/image" Target="../media/image1697.png"/><Relationship Id="rId180" Type="http://schemas.openxmlformats.org/officeDocument/2006/relationships/image" Target="../media/image1698.png"/><Relationship Id="rId181" Type="http://schemas.openxmlformats.org/officeDocument/2006/relationships/image" Target="../media/image1699.png"/><Relationship Id="rId182" Type="http://schemas.openxmlformats.org/officeDocument/2006/relationships/image" Target="../media/image1700.png"/><Relationship Id="rId183" Type="http://schemas.openxmlformats.org/officeDocument/2006/relationships/image" Target="../media/image1701.png"/><Relationship Id="rId184" Type="http://schemas.openxmlformats.org/officeDocument/2006/relationships/image" Target="../media/image1702.png"/><Relationship Id="rId185" Type="http://schemas.openxmlformats.org/officeDocument/2006/relationships/image" Target="../media/image665.png"/><Relationship Id="rId186" Type="http://schemas.openxmlformats.org/officeDocument/2006/relationships/image" Target="../media/image1703.png"/><Relationship Id="rId187" Type="http://schemas.openxmlformats.org/officeDocument/2006/relationships/image" Target="../media/image1704.png"/><Relationship Id="rId188" Type="http://schemas.openxmlformats.org/officeDocument/2006/relationships/image" Target="../media/image1705.png"/><Relationship Id="rId189" Type="http://schemas.openxmlformats.org/officeDocument/2006/relationships/image" Target="../media/image1706.png"/><Relationship Id="rId190" Type="http://schemas.openxmlformats.org/officeDocument/2006/relationships/image" Target="../media/image1707.png"/><Relationship Id="rId191" Type="http://schemas.openxmlformats.org/officeDocument/2006/relationships/image" Target="../media/image1708.png"/><Relationship Id="rId192" Type="http://schemas.openxmlformats.org/officeDocument/2006/relationships/image" Target="../media/image1709.png"/><Relationship Id="rId193" Type="http://schemas.openxmlformats.org/officeDocument/2006/relationships/image" Target="../media/image1710.png"/><Relationship Id="rId194" Type="http://schemas.openxmlformats.org/officeDocument/2006/relationships/image" Target="../media/image1711.png"/><Relationship Id="rId195" Type="http://schemas.openxmlformats.org/officeDocument/2006/relationships/image" Target="../media/image1712.png"/><Relationship Id="rId196" Type="http://schemas.openxmlformats.org/officeDocument/2006/relationships/image" Target="../media/image1713.png"/><Relationship Id="rId197" Type="http://schemas.openxmlformats.org/officeDocument/2006/relationships/image" Target="../media/image1714.png"/><Relationship Id="rId198" Type="http://schemas.openxmlformats.org/officeDocument/2006/relationships/image" Target="../media/image1715.png"/><Relationship Id="rId199" Type="http://schemas.openxmlformats.org/officeDocument/2006/relationships/image" Target="../media/image1716.png"/><Relationship Id="rId200" Type="http://schemas.openxmlformats.org/officeDocument/2006/relationships/image" Target="../media/image1717.png"/><Relationship Id="rId201" Type="http://schemas.openxmlformats.org/officeDocument/2006/relationships/image" Target="../media/image1718.png"/><Relationship Id="rId202" Type="http://schemas.openxmlformats.org/officeDocument/2006/relationships/image" Target="../media/image1719.png"/><Relationship Id="rId203" Type="http://schemas.openxmlformats.org/officeDocument/2006/relationships/image" Target="../media/image1720.png"/><Relationship Id="rId204" Type="http://schemas.openxmlformats.org/officeDocument/2006/relationships/image" Target="../media/image1721.png"/><Relationship Id="rId205" Type="http://schemas.openxmlformats.org/officeDocument/2006/relationships/image" Target="../media/image1722.png"/><Relationship Id="rId206" Type="http://schemas.openxmlformats.org/officeDocument/2006/relationships/image" Target="../media/image1723.png"/><Relationship Id="rId207" Type="http://schemas.openxmlformats.org/officeDocument/2006/relationships/image" Target="../media/image579.png"/><Relationship Id="rId208" Type="http://schemas.openxmlformats.org/officeDocument/2006/relationships/image" Target="../media/image1724.png"/><Relationship Id="rId209" Type="http://schemas.openxmlformats.org/officeDocument/2006/relationships/image" Target="../media/image1725.png"/><Relationship Id="rId210" Type="http://schemas.openxmlformats.org/officeDocument/2006/relationships/image" Target="../media/image1726.png"/><Relationship Id="rId211" Type="http://schemas.openxmlformats.org/officeDocument/2006/relationships/image" Target="../media/image1727.png"/><Relationship Id="rId212" Type="http://schemas.openxmlformats.org/officeDocument/2006/relationships/image" Target="../media/image1728.png"/><Relationship Id="rId213" Type="http://schemas.openxmlformats.org/officeDocument/2006/relationships/image" Target="../media/image1729.png"/><Relationship Id="rId214" Type="http://schemas.openxmlformats.org/officeDocument/2006/relationships/image" Target="../media/image406.png"/><Relationship Id="rId215" Type="http://schemas.openxmlformats.org/officeDocument/2006/relationships/image" Target="../media/image1730.png"/><Relationship Id="rId216" Type="http://schemas.openxmlformats.org/officeDocument/2006/relationships/image" Target="../media/image1260.png"/><Relationship Id="rId217" Type="http://schemas.openxmlformats.org/officeDocument/2006/relationships/image" Target="../media/image1731.png"/><Relationship Id="rId218" Type="http://schemas.openxmlformats.org/officeDocument/2006/relationships/image" Target="../media/image1732.png"/><Relationship Id="rId219" Type="http://schemas.openxmlformats.org/officeDocument/2006/relationships/image" Target="../media/image1449.png"/><Relationship Id="rId220" Type="http://schemas.openxmlformats.org/officeDocument/2006/relationships/image" Target="../media/image1733.png"/><Relationship Id="rId221" Type="http://schemas.openxmlformats.org/officeDocument/2006/relationships/image" Target="../media/image1734.png"/><Relationship Id="rId222" Type="http://schemas.openxmlformats.org/officeDocument/2006/relationships/image" Target="../media/image1735.png"/><Relationship Id="rId223" Type="http://schemas.openxmlformats.org/officeDocument/2006/relationships/image" Target="../media/image1736.png"/><Relationship Id="rId224" Type="http://schemas.openxmlformats.org/officeDocument/2006/relationships/image" Target="../media/image173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38.png"/><Relationship Id="rId3" Type="http://schemas.openxmlformats.org/officeDocument/2006/relationships/image" Target="../media/image1550.png"/><Relationship Id="rId4" Type="http://schemas.openxmlformats.org/officeDocument/2006/relationships/image" Target="../media/image1739.png"/><Relationship Id="rId5" Type="http://schemas.openxmlformats.org/officeDocument/2006/relationships/image" Target="../media/image1545.png"/><Relationship Id="rId6" Type="http://schemas.openxmlformats.org/officeDocument/2006/relationships/image" Target="../media/image1740.png"/><Relationship Id="rId7" Type="http://schemas.openxmlformats.org/officeDocument/2006/relationships/image" Target="../media/image1741.png"/><Relationship Id="rId8" Type="http://schemas.openxmlformats.org/officeDocument/2006/relationships/image" Target="../media/image225.png"/><Relationship Id="rId9" Type="http://schemas.openxmlformats.org/officeDocument/2006/relationships/image" Target="../media/image1742.png"/><Relationship Id="rId10" Type="http://schemas.openxmlformats.org/officeDocument/2006/relationships/image" Target="../media/image1743.png"/><Relationship Id="rId11" Type="http://schemas.openxmlformats.org/officeDocument/2006/relationships/image" Target="../media/image1744.png"/><Relationship Id="rId12" Type="http://schemas.openxmlformats.org/officeDocument/2006/relationships/image" Target="../media/image1745.png"/><Relationship Id="rId13" Type="http://schemas.openxmlformats.org/officeDocument/2006/relationships/image" Target="../media/image1746.png"/><Relationship Id="rId14" Type="http://schemas.openxmlformats.org/officeDocument/2006/relationships/image" Target="../media/image1747.png"/><Relationship Id="rId15" Type="http://schemas.openxmlformats.org/officeDocument/2006/relationships/image" Target="../media/image1748.png"/><Relationship Id="rId16" Type="http://schemas.openxmlformats.org/officeDocument/2006/relationships/image" Target="../media/image1749.png"/><Relationship Id="rId17" Type="http://schemas.openxmlformats.org/officeDocument/2006/relationships/image" Target="../media/image1750.png"/><Relationship Id="rId18" Type="http://schemas.openxmlformats.org/officeDocument/2006/relationships/image" Target="../media/image336.png"/><Relationship Id="rId19" Type="http://schemas.openxmlformats.org/officeDocument/2006/relationships/image" Target="../media/image1179.png"/><Relationship Id="rId20" Type="http://schemas.openxmlformats.org/officeDocument/2006/relationships/image" Target="../media/image1751.png"/><Relationship Id="rId21" Type="http://schemas.openxmlformats.org/officeDocument/2006/relationships/image" Target="../media/image1752.png"/><Relationship Id="rId22" Type="http://schemas.openxmlformats.org/officeDocument/2006/relationships/image" Target="../media/image1753.png"/><Relationship Id="rId23" Type="http://schemas.openxmlformats.org/officeDocument/2006/relationships/image" Target="../media/image1754.png"/><Relationship Id="rId24" Type="http://schemas.openxmlformats.org/officeDocument/2006/relationships/image" Target="../media/image1755.png"/><Relationship Id="rId25" Type="http://schemas.openxmlformats.org/officeDocument/2006/relationships/image" Target="../media/image1756.png"/><Relationship Id="rId26" Type="http://schemas.openxmlformats.org/officeDocument/2006/relationships/image" Target="../media/image1757.png"/><Relationship Id="rId27" Type="http://schemas.openxmlformats.org/officeDocument/2006/relationships/image" Target="../media/image1758.png"/><Relationship Id="rId28" Type="http://schemas.openxmlformats.org/officeDocument/2006/relationships/image" Target="../media/image1759.png"/><Relationship Id="rId29" Type="http://schemas.openxmlformats.org/officeDocument/2006/relationships/image" Target="../media/image277.png"/><Relationship Id="rId30" Type="http://schemas.openxmlformats.org/officeDocument/2006/relationships/image" Target="../media/image1760.png"/><Relationship Id="rId31" Type="http://schemas.openxmlformats.org/officeDocument/2006/relationships/image" Target="../media/image1761.png"/><Relationship Id="rId32" Type="http://schemas.openxmlformats.org/officeDocument/2006/relationships/image" Target="../media/image1762.png"/><Relationship Id="rId33" Type="http://schemas.openxmlformats.org/officeDocument/2006/relationships/image" Target="../media/image242.png"/><Relationship Id="rId34" Type="http://schemas.openxmlformats.org/officeDocument/2006/relationships/image" Target="../media/image1763.png"/><Relationship Id="rId35" Type="http://schemas.openxmlformats.org/officeDocument/2006/relationships/image" Target="../media/image1764.png"/><Relationship Id="rId36" Type="http://schemas.openxmlformats.org/officeDocument/2006/relationships/image" Target="../media/image1765.png"/><Relationship Id="rId37" Type="http://schemas.openxmlformats.org/officeDocument/2006/relationships/image" Target="../media/image1766.png"/><Relationship Id="rId38" Type="http://schemas.openxmlformats.org/officeDocument/2006/relationships/image" Target="../media/image1767.png"/><Relationship Id="rId39" Type="http://schemas.openxmlformats.org/officeDocument/2006/relationships/image" Target="../media/image1593.png"/><Relationship Id="rId40" Type="http://schemas.openxmlformats.org/officeDocument/2006/relationships/image" Target="../media/image1768.png"/><Relationship Id="rId41" Type="http://schemas.openxmlformats.org/officeDocument/2006/relationships/image" Target="../media/image1769.png"/><Relationship Id="rId42" Type="http://schemas.openxmlformats.org/officeDocument/2006/relationships/image" Target="../media/image1770.png"/><Relationship Id="rId43" Type="http://schemas.openxmlformats.org/officeDocument/2006/relationships/image" Target="../media/image1771.png"/><Relationship Id="rId44" Type="http://schemas.openxmlformats.org/officeDocument/2006/relationships/image" Target="../media/image1772.png"/><Relationship Id="rId45" Type="http://schemas.openxmlformats.org/officeDocument/2006/relationships/image" Target="../media/image1773.png"/><Relationship Id="rId46" Type="http://schemas.openxmlformats.org/officeDocument/2006/relationships/image" Target="../media/image1774.png"/><Relationship Id="rId47" Type="http://schemas.openxmlformats.org/officeDocument/2006/relationships/image" Target="../media/image1775.png"/><Relationship Id="rId48" Type="http://schemas.openxmlformats.org/officeDocument/2006/relationships/image" Target="../media/image1776.png"/><Relationship Id="rId49" Type="http://schemas.openxmlformats.org/officeDocument/2006/relationships/image" Target="../media/image1777.png"/><Relationship Id="rId50" Type="http://schemas.openxmlformats.org/officeDocument/2006/relationships/image" Target="../media/image1778.png"/><Relationship Id="rId51" Type="http://schemas.openxmlformats.org/officeDocument/2006/relationships/image" Target="../media/image1779.png"/><Relationship Id="rId52" Type="http://schemas.openxmlformats.org/officeDocument/2006/relationships/image" Target="../media/image1780.png"/><Relationship Id="rId53" Type="http://schemas.openxmlformats.org/officeDocument/2006/relationships/image" Target="../media/image1781.png"/><Relationship Id="rId54" Type="http://schemas.openxmlformats.org/officeDocument/2006/relationships/image" Target="../media/image1782.png"/><Relationship Id="rId55" Type="http://schemas.openxmlformats.org/officeDocument/2006/relationships/image" Target="../media/image1783.png"/><Relationship Id="rId56" Type="http://schemas.openxmlformats.org/officeDocument/2006/relationships/image" Target="../media/image1011.png"/><Relationship Id="rId57" Type="http://schemas.openxmlformats.org/officeDocument/2006/relationships/image" Target="../media/image1417.png"/><Relationship Id="rId58" Type="http://schemas.openxmlformats.org/officeDocument/2006/relationships/image" Target="../media/image1784.png"/><Relationship Id="rId59" Type="http://schemas.openxmlformats.org/officeDocument/2006/relationships/image" Target="../media/image201.png"/><Relationship Id="rId60" Type="http://schemas.openxmlformats.org/officeDocument/2006/relationships/image" Target="../media/image1785.png"/><Relationship Id="rId61" Type="http://schemas.openxmlformats.org/officeDocument/2006/relationships/image" Target="../media/image1786.png"/><Relationship Id="rId62" Type="http://schemas.openxmlformats.org/officeDocument/2006/relationships/image" Target="../media/image1787.png"/><Relationship Id="rId63" Type="http://schemas.openxmlformats.org/officeDocument/2006/relationships/image" Target="../media/image1788.png"/><Relationship Id="rId64" Type="http://schemas.openxmlformats.org/officeDocument/2006/relationships/image" Target="../media/image1789.png"/><Relationship Id="rId65" Type="http://schemas.openxmlformats.org/officeDocument/2006/relationships/image" Target="../media/image1790.png"/><Relationship Id="rId66" Type="http://schemas.openxmlformats.org/officeDocument/2006/relationships/image" Target="../media/image43.png"/><Relationship Id="rId67" Type="http://schemas.openxmlformats.org/officeDocument/2006/relationships/image" Target="../media/image1791.png"/><Relationship Id="rId68" Type="http://schemas.openxmlformats.org/officeDocument/2006/relationships/image" Target="../media/image1792.png"/><Relationship Id="rId69" Type="http://schemas.openxmlformats.org/officeDocument/2006/relationships/image" Target="../media/image1793.png"/><Relationship Id="rId70" Type="http://schemas.openxmlformats.org/officeDocument/2006/relationships/image" Target="../media/image1794.png"/><Relationship Id="rId71" Type="http://schemas.openxmlformats.org/officeDocument/2006/relationships/image" Target="../media/image1795.png"/><Relationship Id="rId72" Type="http://schemas.openxmlformats.org/officeDocument/2006/relationships/image" Target="../media/image1796.png"/><Relationship Id="rId73" Type="http://schemas.openxmlformats.org/officeDocument/2006/relationships/image" Target="../media/image1797.png"/><Relationship Id="rId74" Type="http://schemas.openxmlformats.org/officeDocument/2006/relationships/image" Target="../media/image1798.png"/><Relationship Id="rId75" Type="http://schemas.openxmlformats.org/officeDocument/2006/relationships/image" Target="../media/image1799.png"/><Relationship Id="rId76" Type="http://schemas.openxmlformats.org/officeDocument/2006/relationships/image" Target="../media/image1800.png"/><Relationship Id="rId77" Type="http://schemas.openxmlformats.org/officeDocument/2006/relationships/image" Target="../media/image1801.png"/><Relationship Id="rId78" Type="http://schemas.openxmlformats.org/officeDocument/2006/relationships/image" Target="../media/image1802.png"/><Relationship Id="rId79" Type="http://schemas.openxmlformats.org/officeDocument/2006/relationships/image" Target="../media/image1803.png"/><Relationship Id="rId80" Type="http://schemas.openxmlformats.org/officeDocument/2006/relationships/image" Target="../media/image1804.png"/><Relationship Id="rId81" Type="http://schemas.openxmlformats.org/officeDocument/2006/relationships/image" Target="../media/image1805.png"/><Relationship Id="rId82" Type="http://schemas.openxmlformats.org/officeDocument/2006/relationships/image" Target="../media/image1806.png"/><Relationship Id="rId83" Type="http://schemas.openxmlformats.org/officeDocument/2006/relationships/image" Target="../media/image1807.png"/><Relationship Id="rId84" Type="http://schemas.openxmlformats.org/officeDocument/2006/relationships/image" Target="../media/image1808.png"/><Relationship Id="rId85" Type="http://schemas.openxmlformats.org/officeDocument/2006/relationships/image" Target="../media/image1809.png"/><Relationship Id="rId86" Type="http://schemas.openxmlformats.org/officeDocument/2006/relationships/image" Target="../media/image1810.png"/><Relationship Id="rId87" Type="http://schemas.openxmlformats.org/officeDocument/2006/relationships/image" Target="../media/image1811.png"/><Relationship Id="rId88" Type="http://schemas.openxmlformats.org/officeDocument/2006/relationships/image" Target="../media/image1812.png"/><Relationship Id="rId89" Type="http://schemas.openxmlformats.org/officeDocument/2006/relationships/image" Target="../media/image1813.png"/><Relationship Id="rId90" Type="http://schemas.openxmlformats.org/officeDocument/2006/relationships/image" Target="../media/image1814.png"/><Relationship Id="rId91" Type="http://schemas.openxmlformats.org/officeDocument/2006/relationships/image" Target="../media/image1815.png"/><Relationship Id="rId92" Type="http://schemas.openxmlformats.org/officeDocument/2006/relationships/image" Target="../media/image1816.png"/><Relationship Id="rId93" Type="http://schemas.openxmlformats.org/officeDocument/2006/relationships/image" Target="../media/image1817.png"/><Relationship Id="rId94" Type="http://schemas.openxmlformats.org/officeDocument/2006/relationships/image" Target="../media/image1818.png"/><Relationship Id="rId95" Type="http://schemas.openxmlformats.org/officeDocument/2006/relationships/image" Target="../media/image1819.png"/><Relationship Id="rId96" Type="http://schemas.openxmlformats.org/officeDocument/2006/relationships/image" Target="../media/image1820.png"/><Relationship Id="rId97" Type="http://schemas.openxmlformats.org/officeDocument/2006/relationships/image" Target="../media/image1821.png"/><Relationship Id="rId98" Type="http://schemas.openxmlformats.org/officeDocument/2006/relationships/image" Target="../media/image1822.png"/><Relationship Id="rId99" Type="http://schemas.openxmlformats.org/officeDocument/2006/relationships/image" Target="../media/image1823.png"/><Relationship Id="rId100" Type="http://schemas.openxmlformats.org/officeDocument/2006/relationships/image" Target="../media/image1621.png"/><Relationship Id="rId101" Type="http://schemas.openxmlformats.org/officeDocument/2006/relationships/image" Target="../media/image1824.png"/><Relationship Id="rId102" Type="http://schemas.openxmlformats.org/officeDocument/2006/relationships/image" Target="../media/image1825.png"/><Relationship Id="rId103" Type="http://schemas.openxmlformats.org/officeDocument/2006/relationships/image" Target="../media/image1826.png"/><Relationship Id="rId104" Type="http://schemas.openxmlformats.org/officeDocument/2006/relationships/image" Target="../media/image1827.png"/><Relationship Id="rId105" Type="http://schemas.openxmlformats.org/officeDocument/2006/relationships/image" Target="../media/image1828.png"/><Relationship Id="rId106" Type="http://schemas.openxmlformats.org/officeDocument/2006/relationships/image" Target="../media/image1829.png"/><Relationship Id="rId107" Type="http://schemas.openxmlformats.org/officeDocument/2006/relationships/image" Target="../media/image1830.png"/><Relationship Id="rId108" Type="http://schemas.openxmlformats.org/officeDocument/2006/relationships/image" Target="../media/image1831.png"/><Relationship Id="rId109" Type="http://schemas.openxmlformats.org/officeDocument/2006/relationships/image" Target="../media/image1832.png"/><Relationship Id="rId110" Type="http://schemas.openxmlformats.org/officeDocument/2006/relationships/image" Target="../media/image1833.png"/><Relationship Id="rId111" Type="http://schemas.openxmlformats.org/officeDocument/2006/relationships/image" Target="../media/image1834.png"/><Relationship Id="rId112" Type="http://schemas.openxmlformats.org/officeDocument/2006/relationships/image" Target="../media/image1835.png"/><Relationship Id="rId113" Type="http://schemas.openxmlformats.org/officeDocument/2006/relationships/image" Target="../media/image1836.png"/><Relationship Id="rId114" Type="http://schemas.openxmlformats.org/officeDocument/2006/relationships/image" Target="../media/image1837.png"/><Relationship Id="rId115" Type="http://schemas.openxmlformats.org/officeDocument/2006/relationships/image" Target="../media/image1838.png"/><Relationship Id="rId116" Type="http://schemas.openxmlformats.org/officeDocument/2006/relationships/image" Target="../media/image1839.png"/><Relationship Id="rId117" Type="http://schemas.openxmlformats.org/officeDocument/2006/relationships/image" Target="../media/image1840.png"/><Relationship Id="rId118" Type="http://schemas.openxmlformats.org/officeDocument/2006/relationships/image" Target="../media/image1841.png"/><Relationship Id="rId119" Type="http://schemas.openxmlformats.org/officeDocument/2006/relationships/image" Target="../media/image1842.png"/><Relationship Id="rId120" Type="http://schemas.openxmlformats.org/officeDocument/2006/relationships/image" Target="../media/image1843.png"/><Relationship Id="rId121" Type="http://schemas.openxmlformats.org/officeDocument/2006/relationships/image" Target="../media/image1844.png"/><Relationship Id="rId122" Type="http://schemas.openxmlformats.org/officeDocument/2006/relationships/image" Target="../media/image1845.png"/><Relationship Id="rId123" Type="http://schemas.openxmlformats.org/officeDocument/2006/relationships/image" Target="../media/image1846.png"/><Relationship Id="rId124" Type="http://schemas.openxmlformats.org/officeDocument/2006/relationships/image" Target="../media/image1847.png"/><Relationship Id="rId125" Type="http://schemas.openxmlformats.org/officeDocument/2006/relationships/image" Target="../media/image1848.png"/><Relationship Id="rId126" Type="http://schemas.openxmlformats.org/officeDocument/2006/relationships/image" Target="../media/image1849.png"/><Relationship Id="rId127" Type="http://schemas.openxmlformats.org/officeDocument/2006/relationships/image" Target="../media/image1850.png"/><Relationship Id="rId128" Type="http://schemas.openxmlformats.org/officeDocument/2006/relationships/image" Target="../media/image1851.png"/><Relationship Id="rId129" Type="http://schemas.openxmlformats.org/officeDocument/2006/relationships/image" Target="../media/image689.png"/><Relationship Id="rId130" Type="http://schemas.openxmlformats.org/officeDocument/2006/relationships/image" Target="../media/image1852.png"/><Relationship Id="rId131" Type="http://schemas.openxmlformats.org/officeDocument/2006/relationships/image" Target="../media/image1853.png"/><Relationship Id="rId132" Type="http://schemas.openxmlformats.org/officeDocument/2006/relationships/image" Target="../media/image1854.png"/><Relationship Id="rId133" Type="http://schemas.openxmlformats.org/officeDocument/2006/relationships/image" Target="../media/image1855.png"/><Relationship Id="rId134" Type="http://schemas.openxmlformats.org/officeDocument/2006/relationships/image" Target="../media/image1856.png"/><Relationship Id="rId135" Type="http://schemas.openxmlformats.org/officeDocument/2006/relationships/image" Target="../media/image1012.png"/><Relationship Id="rId136" Type="http://schemas.openxmlformats.org/officeDocument/2006/relationships/image" Target="../media/image1857.png"/><Relationship Id="rId137" Type="http://schemas.openxmlformats.org/officeDocument/2006/relationships/image" Target="../media/image1533.png"/><Relationship Id="rId138" Type="http://schemas.openxmlformats.org/officeDocument/2006/relationships/image" Target="../media/image1858.png"/><Relationship Id="rId139" Type="http://schemas.openxmlformats.org/officeDocument/2006/relationships/image" Target="../media/image1859.png"/><Relationship Id="rId140" Type="http://schemas.openxmlformats.org/officeDocument/2006/relationships/image" Target="../media/image1860.png"/><Relationship Id="rId141" Type="http://schemas.openxmlformats.org/officeDocument/2006/relationships/image" Target="../media/image1861.png"/><Relationship Id="rId142" Type="http://schemas.openxmlformats.org/officeDocument/2006/relationships/image" Target="../media/image1862.png"/><Relationship Id="rId143" Type="http://schemas.openxmlformats.org/officeDocument/2006/relationships/image" Target="../media/image1863.png"/><Relationship Id="rId144" Type="http://schemas.openxmlformats.org/officeDocument/2006/relationships/image" Target="../media/image1864.png"/><Relationship Id="rId145" Type="http://schemas.openxmlformats.org/officeDocument/2006/relationships/image" Target="../media/image1865.png"/><Relationship Id="rId146" Type="http://schemas.openxmlformats.org/officeDocument/2006/relationships/image" Target="../media/image1866.png"/><Relationship Id="rId147" Type="http://schemas.openxmlformats.org/officeDocument/2006/relationships/image" Target="../media/image1867.png"/><Relationship Id="rId148" Type="http://schemas.openxmlformats.org/officeDocument/2006/relationships/image" Target="../media/image1868.png"/><Relationship Id="rId149" Type="http://schemas.openxmlformats.org/officeDocument/2006/relationships/image" Target="../media/image1440.png"/><Relationship Id="rId150" Type="http://schemas.openxmlformats.org/officeDocument/2006/relationships/image" Target="../media/image1869.png"/><Relationship Id="rId151" Type="http://schemas.openxmlformats.org/officeDocument/2006/relationships/image" Target="../media/image1870.png"/><Relationship Id="rId152" Type="http://schemas.openxmlformats.org/officeDocument/2006/relationships/image" Target="../media/image1871.png"/><Relationship Id="rId153" Type="http://schemas.openxmlformats.org/officeDocument/2006/relationships/image" Target="../media/image1872.png"/><Relationship Id="rId154" Type="http://schemas.openxmlformats.org/officeDocument/2006/relationships/image" Target="../media/image345.png"/><Relationship Id="rId155" Type="http://schemas.openxmlformats.org/officeDocument/2006/relationships/image" Target="../media/image1873.png"/><Relationship Id="rId156" Type="http://schemas.openxmlformats.org/officeDocument/2006/relationships/image" Target="../media/image1874.png"/><Relationship Id="rId157" Type="http://schemas.openxmlformats.org/officeDocument/2006/relationships/image" Target="../media/image1875.png"/><Relationship Id="rId158" Type="http://schemas.openxmlformats.org/officeDocument/2006/relationships/image" Target="../media/image1876.png"/><Relationship Id="rId159" Type="http://schemas.openxmlformats.org/officeDocument/2006/relationships/image" Target="../media/image1877.png"/><Relationship Id="rId160" Type="http://schemas.openxmlformats.org/officeDocument/2006/relationships/image" Target="../media/image1878.png"/><Relationship Id="rId161" Type="http://schemas.openxmlformats.org/officeDocument/2006/relationships/image" Target="../media/image1879.png"/><Relationship Id="rId162" Type="http://schemas.openxmlformats.org/officeDocument/2006/relationships/image" Target="../media/image1880.png"/><Relationship Id="rId163" Type="http://schemas.openxmlformats.org/officeDocument/2006/relationships/image" Target="../media/image1881.png"/><Relationship Id="rId164" Type="http://schemas.openxmlformats.org/officeDocument/2006/relationships/image" Target="../media/image1882.png"/><Relationship Id="rId165" Type="http://schemas.openxmlformats.org/officeDocument/2006/relationships/image" Target="../media/image1883.png"/><Relationship Id="rId166" Type="http://schemas.openxmlformats.org/officeDocument/2006/relationships/image" Target="../media/image1884.png"/><Relationship Id="rId167" Type="http://schemas.openxmlformats.org/officeDocument/2006/relationships/image" Target="../media/image1885.png"/><Relationship Id="rId168" Type="http://schemas.openxmlformats.org/officeDocument/2006/relationships/image" Target="../media/image1886.png"/><Relationship Id="rId169" Type="http://schemas.openxmlformats.org/officeDocument/2006/relationships/image" Target="../media/image1887.png"/><Relationship Id="rId170" Type="http://schemas.openxmlformats.org/officeDocument/2006/relationships/image" Target="../media/image1888.png"/><Relationship Id="rId171" Type="http://schemas.openxmlformats.org/officeDocument/2006/relationships/image" Target="../media/image1889.png"/><Relationship Id="rId172" Type="http://schemas.openxmlformats.org/officeDocument/2006/relationships/image" Target="../media/image495.png"/><Relationship Id="rId173" Type="http://schemas.openxmlformats.org/officeDocument/2006/relationships/image" Target="../media/image1890.png"/><Relationship Id="rId174" Type="http://schemas.openxmlformats.org/officeDocument/2006/relationships/image" Target="../media/image1891.png"/><Relationship Id="rId175" Type="http://schemas.openxmlformats.org/officeDocument/2006/relationships/image" Target="../media/image493.png"/><Relationship Id="rId176" Type="http://schemas.openxmlformats.org/officeDocument/2006/relationships/image" Target="../media/image1892.png"/><Relationship Id="rId177" Type="http://schemas.openxmlformats.org/officeDocument/2006/relationships/image" Target="../media/image1893.png"/><Relationship Id="rId178" Type="http://schemas.openxmlformats.org/officeDocument/2006/relationships/image" Target="../media/image1894.png"/><Relationship Id="rId179" Type="http://schemas.openxmlformats.org/officeDocument/2006/relationships/image" Target="../media/image1895.png"/><Relationship Id="rId180" Type="http://schemas.openxmlformats.org/officeDocument/2006/relationships/image" Target="../media/image1896.png"/><Relationship Id="rId181" Type="http://schemas.openxmlformats.org/officeDocument/2006/relationships/image" Target="../media/image1897.png"/><Relationship Id="rId182" Type="http://schemas.openxmlformats.org/officeDocument/2006/relationships/image" Target="../media/image1898.png"/><Relationship Id="rId183" Type="http://schemas.openxmlformats.org/officeDocument/2006/relationships/image" Target="../media/image1899.png"/><Relationship Id="rId184" Type="http://schemas.openxmlformats.org/officeDocument/2006/relationships/image" Target="../media/image1900.png"/><Relationship Id="rId185" Type="http://schemas.openxmlformats.org/officeDocument/2006/relationships/image" Target="../media/image1901.png"/><Relationship Id="rId186" Type="http://schemas.openxmlformats.org/officeDocument/2006/relationships/image" Target="../media/image1902.png"/><Relationship Id="rId187" Type="http://schemas.openxmlformats.org/officeDocument/2006/relationships/image" Target="../media/image1903.png"/><Relationship Id="rId188" Type="http://schemas.openxmlformats.org/officeDocument/2006/relationships/image" Target="../media/image1904.png"/><Relationship Id="rId189" Type="http://schemas.openxmlformats.org/officeDocument/2006/relationships/image" Target="../media/image1635.png"/><Relationship Id="rId190" Type="http://schemas.openxmlformats.org/officeDocument/2006/relationships/image" Target="../media/image1905.png"/><Relationship Id="rId191" Type="http://schemas.openxmlformats.org/officeDocument/2006/relationships/image" Target="../media/image1906.png"/><Relationship Id="rId192" Type="http://schemas.openxmlformats.org/officeDocument/2006/relationships/image" Target="../media/image1907.png"/><Relationship Id="rId193" Type="http://schemas.openxmlformats.org/officeDocument/2006/relationships/image" Target="../media/image1908.png"/><Relationship Id="rId194" Type="http://schemas.openxmlformats.org/officeDocument/2006/relationships/image" Target="../media/image1909.png"/><Relationship Id="rId195" Type="http://schemas.openxmlformats.org/officeDocument/2006/relationships/image" Target="../media/image1910.png"/><Relationship Id="rId196" Type="http://schemas.openxmlformats.org/officeDocument/2006/relationships/image" Target="../media/image1911.png"/><Relationship Id="rId197" Type="http://schemas.openxmlformats.org/officeDocument/2006/relationships/image" Target="../media/image1912.png"/><Relationship Id="rId198" Type="http://schemas.openxmlformats.org/officeDocument/2006/relationships/image" Target="../media/image1913.png"/><Relationship Id="rId199" Type="http://schemas.openxmlformats.org/officeDocument/2006/relationships/image" Target="../media/image1914.png"/><Relationship Id="rId200" Type="http://schemas.openxmlformats.org/officeDocument/2006/relationships/image" Target="../media/image366.png"/><Relationship Id="rId201" Type="http://schemas.openxmlformats.org/officeDocument/2006/relationships/image" Target="../media/image1915.png"/><Relationship Id="rId202" Type="http://schemas.openxmlformats.org/officeDocument/2006/relationships/image" Target="../media/image1916.png"/><Relationship Id="rId203" Type="http://schemas.openxmlformats.org/officeDocument/2006/relationships/image" Target="../media/image1917.png"/><Relationship Id="rId204" Type="http://schemas.openxmlformats.org/officeDocument/2006/relationships/image" Target="../media/image1918.png"/><Relationship Id="rId205" Type="http://schemas.openxmlformats.org/officeDocument/2006/relationships/image" Target="../media/image1919.png"/><Relationship Id="rId206" Type="http://schemas.openxmlformats.org/officeDocument/2006/relationships/image" Target="../media/image1920.png"/><Relationship Id="rId207" Type="http://schemas.openxmlformats.org/officeDocument/2006/relationships/image" Target="../media/image1921.png"/><Relationship Id="rId208" Type="http://schemas.openxmlformats.org/officeDocument/2006/relationships/image" Target="../media/image192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19072" y="2225897"/>
            <a:ext cx="203200" cy="285750"/>
          </a:xfrm>
          <a:custGeom>
            <a:avLst/>
            <a:gdLst/>
            <a:ahLst/>
            <a:cxnLst/>
            <a:rect l="l" t="t" r="r" b="b"/>
            <a:pathLst>
              <a:path w="203200" h="285750">
                <a:moveTo>
                  <a:pt x="125063" y="285273"/>
                </a:moveTo>
                <a:lnTo>
                  <a:pt x="76283" y="273843"/>
                </a:lnTo>
                <a:lnTo>
                  <a:pt x="36575" y="244125"/>
                </a:lnTo>
                <a:lnTo>
                  <a:pt x="9143" y="196595"/>
                </a:lnTo>
                <a:lnTo>
                  <a:pt x="0" y="143351"/>
                </a:lnTo>
                <a:lnTo>
                  <a:pt x="2285" y="115166"/>
                </a:lnTo>
                <a:lnTo>
                  <a:pt x="20573" y="63332"/>
                </a:lnTo>
                <a:lnTo>
                  <a:pt x="55157" y="23788"/>
                </a:lnTo>
                <a:lnTo>
                  <a:pt x="99677" y="2786"/>
                </a:lnTo>
                <a:lnTo>
                  <a:pt x="125063" y="0"/>
                </a:lnTo>
                <a:lnTo>
                  <a:pt x="134208" y="261"/>
                </a:lnTo>
                <a:lnTo>
                  <a:pt x="180022" y="7810"/>
                </a:lnTo>
                <a:lnTo>
                  <a:pt x="198310" y="13715"/>
                </a:lnTo>
                <a:lnTo>
                  <a:pt x="192214" y="47243"/>
                </a:lnTo>
                <a:lnTo>
                  <a:pt x="185070" y="41838"/>
                </a:lnTo>
                <a:lnTo>
                  <a:pt x="177355" y="37147"/>
                </a:lnTo>
                <a:lnTo>
                  <a:pt x="133970" y="24693"/>
                </a:lnTo>
                <a:lnTo>
                  <a:pt x="125063" y="24383"/>
                </a:lnTo>
                <a:lnTo>
                  <a:pt x="106275" y="27074"/>
                </a:lnTo>
                <a:lnTo>
                  <a:pt x="61055" y="59435"/>
                </a:lnTo>
                <a:lnTo>
                  <a:pt x="40397" y="98571"/>
                </a:lnTo>
                <a:lnTo>
                  <a:pt x="33527" y="143351"/>
                </a:lnTo>
                <a:lnTo>
                  <a:pt x="35243" y="165051"/>
                </a:lnTo>
                <a:lnTo>
                  <a:pt x="48998" y="206667"/>
                </a:lnTo>
                <a:lnTo>
                  <a:pt x="73842" y="239394"/>
                </a:lnTo>
                <a:lnTo>
                  <a:pt x="125063" y="259365"/>
                </a:lnTo>
                <a:lnTo>
                  <a:pt x="135327" y="259294"/>
                </a:lnTo>
                <a:lnTo>
                  <a:pt x="174545" y="250840"/>
                </a:lnTo>
                <a:lnTo>
                  <a:pt x="199834" y="234981"/>
                </a:lnTo>
                <a:lnTo>
                  <a:pt x="202882" y="262413"/>
                </a:lnTo>
                <a:lnTo>
                  <a:pt x="164782" y="280701"/>
                </a:lnTo>
                <a:lnTo>
                  <a:pt x="135327" y="284987"/>
                </a:lnTo>
                <a:lnTo>
                  <a:pt x="125063" y="285273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972246" y="2230469"/>
            <a:ext cx="502284" cy="281305"/>
            <a:chOff x="1972246" y="2230469"/>
            <a:chExt cx="502284" cy="281305"/>
          </a:xfrm>
        </p:grpSpPr>
        <p:sp>
          <p:nvSpPr>
            <p:cNvPr id="4" name="object 4" descr=""/>
            <p:cNvSpPr/>
            <p:nvPr/>
          </p:nvSpPr>
          <p:spPr>
            <a:xfrm>
              <a:off x="1972246" y="2230469"/>
              <a:ext cx="137795" cy="276225"/>
            </a:xfrm>
            <a:custGeom>
              <a:avLst/>
              <a:gdLst/>
              <a:ahLst/>
              <a:cxnLst/>
              <a:rect l="l" t="t" r="r" b="b"/>
              <a:pathLst>
                <a:path w="137794" h="276225">
                  <a:moveTo>
                    <a:pt x="137350" y="276129"/>
                  </a:moveTo>
                  <a:lnTo>
                    <a:pt x="108299" y="276129"/>
                  </a:lnTo>
                  <a:lnTo>
                    <a:pt x="108299" y="158686"/>
                  </a:lnTo>
                  <a:lnTo>
                    <a:pt x="107465" y="146653"/>
                  </a:lnTo>
                  <a:lnTo>
                    <a:pt x="102774" y="133647"/>
                  </a:lnTo>
                  <a:lnTo>
                    <a:pt x="90939" y="123231"/>
                  </a:lnTo>
                  <a:lnTo>
                    <a:pt x="68675" y="118967"/>
                  </a:lnTo>
                  <a:lnTo>
                    <a:pt x="50506" y="124601"/>
                  </a:lnTo>
                  <a:lnTo>
                    <a:pt x="38766" y="138826"/>
                  </a:lnTo>
                  <a:lnTo>
                    <a:pt x="32456" y="157623"/>
                  </a:lnTo>
                  <a:lnTo>
                    <a:pt x="30575" y="176974"/>
                  </a:lnTo>
                  <a:lnTo>
                    <a:pt x="30575" y="276129"/>
                  </a:lnTo>
                  <a:lnTo>
                    <a:pt x="0" y="276129"/>
                  </a:lnTo>
                  <a:lnTo>
                    <a:pt x="0" y="0"/>
                  </a:lnTo>
                  <a:lnTo>
                    <a:pt x="29051" y="0"/>
                  </a:lnTo>
                  <a:lnTo>
                    <a:pt x="29051" y="123539"/>
                  </a:lnTo>
                  <a:lnTo>
                    <a:pt x="37623" y="114109"/>
                  </a:lnTo>
                  <a:lnTo>
                    <a:pt x="49625" y="105251"/>
                  </a:lnTo>
                  <a:lnTo>
                    <a:pt x="65055" y="98679"/>
                  </a:lnTo>
                  <a:lnTo>
                    <a:pt x="83915" y="96107"/>
                  </a:lnTo>
                  <a:lnTo>
                    <a:pt x="112878" y="102180"/>
                  </a:lnTo>
                  <a:lnTo>
                    <a:pt x="128956" y="117264"/>
                  </a:lnTo>
                  <a:lnTo>
                    <a:pt x="135872" y="136652"/>
                  </a:lnTo>
                  <a:lnTo>
                    <a:pt x="137350" y="155638"/>
                  </a:lnTo>
                  <a:lnTo>
                    <a:pt x="137350" y="276129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3793" y="2323528"/>
              <a:ext cx="149542" cy="18764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5339" y="2323528"/>
              <a:ext cx="138779" cy="187642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2532126" y="2221229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154012" y="196888"/>
                </a:moveTo>
                <a:lnTo>
                  <a:pt x="149390" y="161975"/>
                </a:lnTo>
                <a:lnTo>
                  <a:pt x="136486" y="132791"/>
                </a:lnTo>
                <a:lnTo>
                  <a:pt x="133464" y="129730"/>
                </a:lnTo>
                <a:lnTo>
                  <a:pt x="130454" y="126682"/>
                </a:lnTo>
                <a:lnTo>
                  <a:pt x="123532" y="119684"/>
                </a:lnTo>
                <a:lnTo>
                  <a:pt x="123532" y="196888"/>
                </a:lnTo>
                <a:lnTo>
                  <a:pt x="118795" y="224370"/>
                </a:lnTo>
                <a:lnTo>
                  <a:pt x="106184" y="246126"/>
                </a:lnTo>
                <a:lnTo>
                  <a:pt x="88125" y="260413"/>
                </a:lnTo>
                <a:lnTo>
                  <a:pt x="67056" y="265557"/>
                </a:lnTo>
                <a:lnTo>
                  <a:pt x="59575" y="264782"/>
                </a:lnTo>
                <a:lnTo>
                  <a:pt x="52959" y="262699"/>
                </a:lnTo>
                <a:lnTo>
                  <a:pt x="46901" y="259778"/>
                </a:lnTo>
                <a:lnTo>
                  <a:pt x="41148" y="256413"/>
                </a:lnTo>
                <a:lnTo>
                  <a:pt x="30480" y="247269"/>
                </a:lnTo>
                <a:lnTo>
                  <a:pt x="30480" y="151066"/>
                </a:lnTo>
                <a:lnTo>
                  <a:pt x="38379" y="141947"/>
                </a:lnTo>
                <a:lnTo>
                  <a:pt x="48006" y="135255"/>
                </a:lnTo>
                <a:lnTo>
                  <a:pt x="58762" y="131140"/>
                </a:lnTo>
                <a:lnTo>
                  <a:pt x="70104" y="129730"/>
                </a:lnTo>
                <a:lnTo>
                  <a:pt x="91351" y="134874"/>
                </a:lnTo>
                <a:lnTo>
                  <a:pt x="108280" y="149021"/>
                </a:lnTo>
                <a:lnTo>
                  <a:pt x="119481" y="170319"/>
                </a:lnTo>
                <a:lnTo>
                  <a:pt x="123532" y="196888"/>
                </a:lnTo>
                <a:lnTo>
                  <a:pt x="123532" y="119684"/>
                </a:lnTo>
                <a:lnTo>
                  <a:pt x="116725" y="112788"/>
                </a:lnTo>
                <a:lnTo>
                  <a:pt x="91528" y="105346"/>
                </a:lnTo>
                <a:lnTo>
                  <a:pt x="77635" y="106324"/>
                </a:lnTo>
                <a:lnTo>
                  <a:pt x="61912" y="109728"/>
                </a:lnTo>
                <a:lnTo>
                  <a:pt x="45351" y="116281"/>
                </a:lnTo>
                <a:lnTo>
                  <a:pt x="28956" y="126682"/>
                </a:lnTo>
                <a:lnTo>
                  <a:pt x="28956" y="108394"/>
                </a:lnTo>
                <a:lnTo>
                  <a:pt x="0" y="108394"/>
                </a:lnTo>
                <a:lnTo>
                  <a:pt x="0" y="363194"/>
                </a:lnTo>
                <a:lnTo>
                  <a:pt x="30480" y="363194"/>
                </a:lnTo>
                <a:lnTo>
                  <a:pt x="30480" y="267081"/>
                </a:lnTo>
                <a:lnTo>
                  <a:pt x="40474" y="275805"/>
                </a:lnTo>
                <a:lnTo>
                  <a:pt x="52197" y="283083"/>
                </a:lnTo>
                <a:lnTo>
                  <a:pt x="65620" y="288086"/>
                </a:lnTo>
                <a:lnTo>
                  <a:pt x="80772" y="289941"/>
                </a:lnTo>
                <a:lnTo>
                  <a:pt x="108966" y="282917"/>
                </a:lnTo>
                <a:lnTo>
                  <a:pt x="127939" y="267081"/>
                </a:lnTo>
                <a:lnTo>
                  <a:pt x="129755" y="265557"/>
                </a:lnTo>
                <a:lnTo>
                  <a:pt x="132283" y="263461"/>
                </a:lnTo>
                <a:lnTo>
                  <a:pt x="148158" y="233972"/>
                </a:lnTo>
                <a:lnTo>
                  <a:pt x="154012" y="196888"/>
                </a:lnTo>
                <a:close/>
              </a:path>
              <a:path w="363219" h="363219">
                <a:moveTo>
                  <a:pt x="362991" y="210604"/>
                </a:moveTo>
                <a:lnTo>
                  <a:pt x="348843" y="164490"/>
                </a:lnTo>
                <a:lnTo>
                  <a:pt x="315353" y="135826"/>
                </a:lnTo>
                <a:lnTo>
                  <a:pt x="264693" y="121043"/>
                </a:lnTo>
                <a:lnTo>
                  <a:pt x="252412" y="117348"/>
                </a:lnTo>
                <a:lnTo>
                  <a:pt x="222897" y="86283"/>
                </a:lnTo>
                <a:lnTo>
                  <a:pt x="221170" y="74777"/>
                </a:lnTo>
                <a:lnTo>
                  <a:pt x="225044" y="56870"/>
                </a:lnTo>
                <a:lnTo>
                  <a:pt x="236220" y="41249"/>
                </a:lnTo>
                <a:lnTo>
                  <a:pt x="253949" y="30200"/>
                </a:lnTo>
                <a:lnTo>
                  <a:pt x="277558" y="26009"/>
                </a:lnTo>
                <a:lnTo>
                  <a:pt x="300062" y="28346"/>
                </a:lnTo>
                <a:lnTo>
                  <a:pt x="317830" y="34391"/>
                </a:lnTo>
                <a:lnTo>
                  <a:pt x="331863" y="42722"/>
                </a:lnTo>
                <a:lnTo>
                  <a:pt x="343179" y="51917"/>
                </a:lnTo>
                <a:lnTo>
                  <a:pt x="349275" y="19913"/>
                </a:lnTo>
                <a:lnTo>
                  <a:pt x="335940" y="13589"/>
                </a:lnTo>
                <a:lnTo>
                  <a:pt x="320306" y="7099"/>
                </a:lnTo>
                <a:lnTo>
                  <a:pt x="301231" y="2044"/>
                </a:lnTo>
                <a:lnTo>
                  <a:pt x="277558" y="0"/>
                </a:lnTo>
                <a:lnTo>
                  <a:pt x="241223" y="6832"/>
                </a:lnTo>
                <a:lnTo>
                  <a:pt x="213309" y="24815"/>
                </a:lnTo>
                <a:lnTo>
                  <a:pt x="195389" y="50241"/>
                </a:lnTo>
                <a:lnTo>
                  <a:pt x="189064" y="79349"/>
                </a:lnTo>
                <a:lnTo>
                  <a:pt x="191960" y="98145"/>
                </a:lnTo>
                <a:lnTo>
                  <a:pt x="222948" y="139598"/>
                </a:lnTo>
                <a:lnTo>
                  <a:pt x="266890" y="157162"/>
                </a:lnTo>
                <a:lnTo>
                  <a:pt x="288086" y="162293"/>
                </a:lnTo>
                <a:lnTo>
                  <a:pt x="301599" y="166966"/>
                </a:lnTo>
                <a:lnTo>
                  <a:pt x="328701" y="194602"/>
                </a:lnTo>
                <a:lnTo>
                  <a:pt x="332511" y="213652"/>
                </a:lnTo>
                <a:lnTo>
                  <a:pt x="328409" y="233616"/>
                </a:lnTo>
                <a:lnTo>
                  <a:pt x="316877" y="250698"/>
                </a:lnTo>
                <a:lnTo>
                  <a:pt x="299034" y="262610"/>
                </a:lnTo>
                <a:lnTo>
                  <a:pt x="276034" y="267081"/>
                </a:lnTo>
                <a:lnTo>
                  <a:pt x="253923" y="264845"/>
                </a:lnTo>
                <a:lnTo>
                  <a:pt x="231825" y="258318"/>
                </a:lnTo>
                <a:lnTo>
                  <a:pt x="210832" y="247764"/>
                </a:lnTo>
                <a:lnTo>
                  <a:pt x="192112" y="233464"/>
                </a:lnTo>
                <a:lnTo>
                  <a:pt x="186016" y="265557"/>
                </a:lnTo>
                <a:lnTo>
                  <a:pt x="212979" y="280377"/>
                </a:lnTo>
                <a:lnTo>
                  <a:pt x="237921" y="289179"/>
                </a:lnTo>
                <a:lnTo>
                  <a:pt x="259410" y="293420"/>
                </a:lnTo>
                <a:lnTo>
                  <a:pt x="276034" y="294513"/>
                </a:lnTo>
                <a:lnTo>
                  <a:pt x="310870" y="287642"/>
                </a:lnTo>
                <a:lnTo>
                  <a:pt x="338404" y="269176"/>
                </a:lnTo>
                <a:lnTo>
                  <a:pt x="356489" y="242404"/>
                </a:lnTo>
                <a:lnTo>
                  <a:pt x="362991" y="210604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2947035" y="2230469"/>
            <a:ext cx="551180" cy="354330"/>
            <a:chOff x="2947035" y="2230469"/>
            <a:chExt cx="551180" cy="354330"/>
          </a:xfrm>
        </p:grpSpPr>
        <p:sp>
          <p:nvSpPr>
            <p:cNvPr id="9" name="object 9" descr=""/>
            <p:cNvSpPr/>
            <p:nvPr/>
          </p:nvSpPr>
          <p:spPr>
            <a:xfrm>
              <a:off x="2947035" y="2230469"/>
              <a:ext cx="139065" cy="276225"/>
            </a:xfrm>
            <a:custGeom>
              <a:avLst/>
              <a:gdLst/>
              <a:ahLst/>
              <a:cxnLst/>
              <a:rect l="l" t="t" r="r" b="b"/>
              <a:pathLst>
                <a:path w="139064" h="276225">
                  <a:moveTo>
                    <a:pt x="138779" y="276129"/>
                  </a:moveTo>
                  <a:lnTo>
                    <a:pt x="108299" y="276129"/>
                  </a:lnTo>
                  <a:lnTo>
                    <a:pt x="108299" y="158686"/>
                  </a:lnTo>
                  <a:lnTo>
                    <a:pt x="107488" y="146653"/>
                  </a:lnTo>
                  <a:lnTo>
                    <a:pt x="102953" y="133647"/>
                  </a:lnTo>
                  <a:lnTo>
                    <a:pt x="91542" y="123231"/>
                  </a:lnTo>
                  <a:lnTo>
                    <a:pt x="70104" y="118967"/>
                  </a:lnTo>
                  <a:lnTo>
                    <a:pt x="51054" y="124601"/>
                  </a:lnTo>
                  <a:lnTo>
                    <a:pt x="38862" y="138826"/>
                  </a:lnTo>
                  <a:lnTo>
                    <a:pt x="32385" y="157623"/>
                  </a:lnTo>
                  <a:lnTo>
                    <a:pt x="30480" y="176974"/>
                  </a:lnTo>
                  <a:lnTo>
                    <a:pt x="30480" y="276129"/>
                  </a:lnTo>
                  <a:lnTo>
                    <a:pt x="0" y="276129"/>
                  </a:lnTo>
                  <a:lnTo>
                    <a:pt x="0" y="0"/>
                  </a:lnTo>
                  <a:lnTo>
                    <a:pt x="30480" y="0"/>
                  </a:lnTo>
                  <a:lnTo>
                    <a:pt x="30480" y="123539"/>
                  </a:lnTo>
                  <a:lnTo>
                    <a:pt x="39052" y="114109"/>
                  </a:lnTo>
                  <a:lnTo>
                    <a:pt x="51054" y="105251"/>
                  </a:lnTo>
                  <a:lnTo>
                    <a:pt x="66484" y="98679"/>
                  </a:lnTo>
                  <a:lnTo>
                    <a:pt x="85344" y="96107"/>
                  </a:lnTo>
                  <a:lnTo>
                    <a:pt x="114307" y="102180"/>
                  </a:lnTo>
                  <a:lnTo>
                    <a:pt x="130385" y="117264"/>
                  </a:lnTo>
                  <a:lnTo>
                    <a:pt x="137301" y="136652"/>
                  </a:lnTo>
                  <a:lnTo>
                    <a:pt x="138779" y="155638"/>
                  </a:lnTo>
                  <a:lnTo>
                    <a:pt x="138779" y="276129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28486" y="2323528"/>
              <a:ext cx="170878" cy="18764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342036" y="2326576"/>
              <a:ext cx="156210" cy="258445"/>
            </a:xfrm>
            <a:custGeom>
              <a:avLst/>
              <a:gdLst/>
              <a:ahLst/>
              <a:cxnLst/>
              <a:rect l="l" t="t" r="r" b="b"/>
              <a:pathLst>
                <a:path w="156210" h="258444">
                  <a:moveTo>
                    <a:pt x="132022" y="21336"/>
                  </a:moveTo>
                  <a:lnTo>
                    <a:pt x="30575" y="21336"/>
                  </a:lnTo>
                  <a:lnTo>
                    <a:pt x="46339" y="10929"/>
                  </a:lnTo>
                  <a:lnTo>
                    <a:pt x="62960" y="4381"/>
                  </a:lnTo>
                  <a:lnTo>
                    <a:pt x="79009" y="976"/>
                  </a:lnTo>
                  <a:lnTo>
                    <a:pt x="93059" y="0"/>
                  </a:lnTo>
                  <a:lnTo>
                    <a:pt x="118267" y="7430"/>
                  </a:lnTo>
                  <a:lnTo>
                    <a:pt x="132022" y="21336"/>
                  </a:lnTo>
                  <a:close/>
                </a:path>
                <a:path w="156210" h="258444">
                  <a:moveTo>
                    <a:pt x="30575" y="257841"/>
                  </a:moveTo>
                  <a:lnTo>
                    <a:pt x="0" y="257841"/>
                  </a:lnTo>
                  <a:lnTo>
                    <a:pt x="0" y="3048"/>
                  </a:lnTo>
                  <a:lnTo>
                    <a:pt x="30575" y="3048"/>
                  </a:lnTo>
                  <a:lnTo>
                    <a:pt x="30575" y="21336"/>
                  </a:lnTo>
                  <a:lnTo>
                    <a:pt x="132022" y="21336"/>
                  </a:lnTo>
                  <a:lnTo>
                    <a:pt x="135037" y="24384"/>
                  </a:lnTo>
                  <a:lnTo>
                    <a:pt x="71723" y="24384"/>
                  </a:lnTo>
                  <a:lnTo>
                    <a:pt x="59507" y="25788"/>
                  </a:lnTo>
                  <a:lnTo>
                    <a:pt x="48291" y="29908"/>
                  </a:lnTo>
                  <a:lnTo>
                    <a:pt x="38504" y="36599"/>
                  </a:lnTo>
                  <a:lnTo>
                    <a:pt x="30575" y="45720"/>
                  </a:lnTo>
                  <a:lnTo>
                    <a:pt x="30575" y="134302"/>
                  </a:lnTo>
                  <a:lnTo>
                    <a:pt x="59674" y="159424"/>
                  </a:lnTo>
                  <a:lnTo>
                    <a:pt x="67151" y="160210"/>
                  </a:lnTo>
                  <a:lnTo>
                    <a:pt x="130769" y="160210"/>
                  </a:lnTo>
                  <a:lnTo>
                    <a:pt x="128938" y="161734"/>
                  </a:lnTo>
                  <a:lnTo>
                    <a:pt x="30575" y="161734"/>
                  </a:lnTo>
                  <a:lnTo>
                    <a:pt x="30575" y="257841"/>
                  </a:lnTo>
                  <a:close/>
                </a:path>
                <a:path w="156210" h="258444">
                  <a:moveTo>
                    <a:pt x="130769" y="160210"/>
                  </a:moveTo>
                  <a:lnTo>
                    <a:pt x="67151" y="160210"/>
                  </a:lnTo>
                  <a:lnTo>
                    <a:pt x="89058" y="155065"/>
                  </a:lnTo>
                  <a:lnTo>
                    <a:pt x="107537" y="140767"/>
                  </a:lnTo>
                  <a:lnTo>
                    <a:pt x="120300" y="119022"/>
                  </a:lnTo>
                  <a:lnTo>
                    <a:pt x="125063" y="91535"/>
                  </a:lnTo>
                  <a:lnTo>
                    <a:pt x="120800" y="64969"/>
                  </a:lnTo>
                  <a:lnTo>
                    <a:pt x="109251" y="43672"/>
                  </a:lnTo>
                  <a:lnTo>
                    <a:pt x="92273" y="29518"/>
                  </a:lnTo>
                  <a:lnTo>
                    <a:pt x="71723" y="24384"/>
                  </a:lnTo>
                  <a:lnTo>
                    <a:pt x="135037" y="24384"/>
                  </a:lnTo>
                  <a:lnTo>
                    <a:pt x="138064" y="27443"/>
                  </a:lnTo>
                  <a:lnTo>
                    <a:pt x="151003" y="56618"/>
                  </a:lnTo>
                  <a:lnTo>
                    <a:pt x="155638" y="91535"/>
                  </a:lnTo>
                  <a:lnTo>
                    <a:pt x="149551" y="128618"/>
                  </a:lnTo>
                  <a:lnTo>
                    <a:pt x="133302" y="158103"/>
                  </a:lnTo>
                  <a:lnTo>
                    <a:pt x="130769" y="160210"/>
                  </a:lnTo>
                  <a:close/>
                </a:path>
                <a:path w="156210" h="258444">
                  <a:moveTo>
                    <a:pt x="82391" y="184594"/>
                  </a:moveTo>
                  <a:lnTo>
                    <a:pt x="67222" y="182737"/>
                  </a:lnTo>
                  <a:lnTo>
                    <a:pt x="53625" y="177736"/>
                  </a:lnTo>
                  <a:lnTo>
                    <a:pt x="41457" y="170449"/>
                  </a:lnTo>
                  <a:lnTo>
                    <a:pt x="30575" y="161734"/>
                  </a:lnTo>
                  <a:lnTo>
                    <a:pt x="128938" y="161734"/>
                  </a:lnTo>
                  <a:lnTo>
                    <a:pt x="109909" y="177568"/>
                  </a:lnTo>
                  <a:lnTo>
                    <a:pt x="82391" y="184594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3651694" y="2230475"/>
            <a:ext cx="633095" cy="354330"/>
          </a:xfrm>
          <a:custGeom>
            <a:avLst/>
            <a:gdLst/>
            <a:ahLst/>
            <a:cxnLst/>
            <a:rect l="l" t="t" r="r" b="b"/>
            <a:pathLst>
              <a:path w="633095" h="354330">
                <a:moveTo>
                  <a:pt x="236410" y="276136"/>
                </a:moveTo>
                <a:lnTo>
                  <a:pt x="206921" y="195262"/>
                </a:lnTo>
                <a:lnTo>
                  <a:pt x="198589" y="172402"/>
                </a:lnTo>
                <a:lnTo>
                  <a:pt x="163258" y="75526"/>
                </a:lnTo>
                <a:lnTo>
                  <a:pt x="163258" y="172402"/>
                </a:lnTo>
                <a:lnTo>
                  <a:pt x="67144" y="172402"/>
                </a:lnTo>
                <a:lnTo>
                  <a:pt x="114388" y="28956"/>
                </a:lnTo>
                <a:lnTo>
                  <a:pt x="163258" y="172402"/>
                </a:lnTo>
                <a:lnTo>
                  <a:pt x="163258" y="75526"/>
                </a:lnTo>
                <a:lnTo>
                  <a:pt x="146278" y="28956"/>
                </a:lnTo>
                <a:lnTo>
                  <a:pt x="135724" y="0"/>
                </a:lnTo>
                <a:lnTo>
                  <a:pt x="100672" y="0"/>
                </a:lnTo>
                <a:lnTo>
                  <a:pt x="0" y="276136"/>
                </a:lnTo>
                <a:lnTo>
                  <a:pt x="28956" y="276136"/>
                </a:lnTo>
                <a:lnTo>
                  <a:pt x="58000" y="195262"/>
                </a:lnTo>
                <a:lnTo>
                  <a:pt x="170878" y="195262"/>
                </a:lnTo>
                <a:lnTo>
                  <a:pt x="199834" y="276136"/>
                </a:lnTo>
                <a:lnTo>
                  <a:pt x="236410" y="276136"/>
                </a:lnTo>
                <a:close/>
              </a:path>
              <a:path w="633095" h="354330">
                <a:moveTo>
                  <a:pt x="433184" y="187642"/>
                </a:moveTo>
                <a:lnTo>
                  <a:pt x="428561" y="152730"/>
                </a:lnTo>
                <a:lnTo>
                  <a:pt x="415620" y="123545"/>
                </a:lnTo>
                <a:lnTo>
                  <a:pt x="412584" y="120484"/>
                </a:lnTo>
                <a:lnTo>
                  <a:pt x="409575" y="117436"/>
                </a:lnTo>
                <a:lnTo>
                  <a:pt x="402615" y="110413"/>
                </a:lnTo>
                <a:lnTo>
                  <a:pt x="402615" y="187642"/>
                </a:lnTo>
                <a:lnTo>
                  <a:pt x="397852" y="215125"/>
                </a:lnTo>
                <a:lnTo>
                  <a:pt x="385089" y="236880"/>
                </a:lnTo>
                <a:lnTo>
                  <a:pt x="366610" y="251167"/>
                </a:lnTo>
                <a:lnTo>
                  <a:pt x="344703" y="256311"/>
                </a:lnTo>
                <a:lnTo>
                  <a:pt x="337223" y="255536"/>
                </a:lnTo>
                <a:lnTo>
                  <a:pt x="308127" y="230403"/>
                </a:lnTo>
                <a:lnTo>
                  <a:pt x="308127" y="141820"/>
                </a:lnTo>
                <a:lnTo>
                  <a:pt x="316052" y="132702"/>
                </a:lnTo>
                <a:lnTo>
                  <a:pt x="325843" y="126009"/>
                </a:lnTo>
                <a:lnTo>
                  <a:pt x="337058" y="121894"/>
                </a:lnTo>
                <a:lnTo>
                  <a:pt x="349275" y="120484"/>
                </a:lnTo>
                <a:lnTo>
                  <a:pt x="369824" y="125628"/>
                </a:lnTo>
                <a:lnTo>
                  <a:pt x="386803" y="139776"/>
                </a:lnTo>
                <a:lnTo>
                  <a:pt x="398348" y="161074"/>
                </a:lnTo>
                <a:lnTo>
                  <a:pt x="402615" y="187642"/>
                </a:lnTo>
                <a:lnTo>
                  <a:pt x="402615" y="110413"/>
                </a:lnTo>
                <a:lnTo>
                  <a:pt x="395820" y="103543"/>
                </a:lnTo>
                <a:lnTo>
                  <a:pt x="370611" y="96100"/>
                </a:lnTo>
                <a:lnTo>
                  <a:pt x="356565" y="97078"/>
                </a:lnTo>
                <a:lnTo>
                  <a:pt x="340512" y="100482"/>
                </a:lnTo>
                <a:lnTo>
                  <a:pt x="323888" y="107035"/>
                </a:lnTo>
                <a:lnTo>
                  <a:pt x="308127" y="117436"/>
                </a:lnTo>
                <a:lnTo>
                  <a:pt x="308127" y="99148"/>
                </a:lnTo>
                <a:lnTo>
                  <a:pt x="277545" y="99148"/>
                </a:lnTo>
                <a:lnTo>
                  <a:pt x="277545" y="353949"/>
                </a:lnTo>
                <a:lnTo>
                  <a:pt x="308127" y="353949"/>
                </a:lnTo>
                <a:lnTo>
                  <a:pt x="308127" y="257835"/>
                </a:lnTo>
                <a:lnTo>
                  <a:pt x="319011" y="266560"/>
                </a:lnTo>
                <a:lnTo>
                  <a:pt x="331177" y="273837"/>
                </a:lnTo>
                <a:lnTo>
                  <a:pt x="344779" y="278841"/>
                </a:lnTo>
                <a:lnTo>
                  <a:pt x="359943" y="280695"/>
                </a:lnTo>
                <a:lnTo>
                  <a:pt x="387464" y="273672"/>
                </a:lnTo>
                <a:lnTo>
                  <a:pt x="406488" y="257835"/>
                </a:lnTo>
                <a:lnTo>
                  <a:pt x="408317" y="256311"/>
                </a:lnTo>
                <a:lnTo>
                  <a:pt x="410857" y="254215"/>
                </a:lnTo>
                <a:lnTo>
                  <a:pt x="427101" y="224726"/>
                </a:lnTo>
                <a:lnTo>
                  <a:pt x="433184" y="187642"/>
                </a:lnTo>
                <a:close/>
              </a:path>
              <a:path w="633095" h="354330">
                <a:moveTo>
                  <a:pt x="633018" y="187642"/>
                </a:moveTo>
                <a:lnTo>
                  <a:pt x="628396" y="152730"/>
                </a:lnTo>
                <a:lnTo>
                  <a:pt x="615454" y="123545"/>
                </a:lnTo>
                <a:lnTo>
                  <a:pt x="612419" y="120484"/>
                </a:lnTo>
                <a:lnTo>
                  <a:pt x="609409" y="117436"/>
                </a:lnTo>
                <a:lnTo>
                  <a:pt x="602449" y="110413"/>
                </a:lnTo>
                <a:lnTo>
                  <a:pt x="602449" y="187642"/>
                </a:lnTo>
                <a:lnTo>
                  <a:pt x="597687" y="215125"/>
                </a:lnTo>
                <a:lnTo>
                  <a:pt x="584923" y="236880"/>
                </a:lnTo>
                <a:lnTo>
                  <a:pt x="566445" y="251167"/>
                </a:lnTo>
                <a:lnTo>
                  <a:pt x="544537" y="256311"/>
                </a:lnTo>
                <a:lnTo>
                  <a:pt x="537057" y="255536"/>
                </a:lnTo>
                <a:lnTo>
                  <a:pt x="507961" y="230403"/>
                </a:lnTo>
                <a:lnTo>
                  <a:pt x="507961" y="141820"/>
                </a:lnTo>
                <a:lnTo>
                  <a:pt x="515886" y="132702"/>
                </a:lnTo>
                <a:lnTo>
                  <a:pt x="525678" y="126009"/>
                </a:lnTo>
                <a:lnTo>
                  <a:pt x="536892" y="121894"/>
                </a:lnTo>
                <a:lnTo>
                  <a:pt x="549109" y="120484"/>
                </a:lnTo>
                <a:lnTo>
                  <a:pt x="569658" y="125628"/>
                </a:lnTo>
                <a:lnTo>
                  <a:pt x="586638" y="139776"/>
                </a:lnTo>
                <a:lnTo>
                  <a:pt x="598182" y="161074"/>
                </a:lnTo>
                <a:lnTo>
                  <a:pt x="602449" y="187642"/>
                </a:lnTo>
                <a:lnTo>
                  <a:pt x="602449" y="110413"/>
                </a:lnTo>
                <a:lnTo>
                  <a:pt x="595655" y="103543"/>
                </a:lnTo>
                <a:lnTo>
                  <a:pt x="570445" y="96100"/>
                </a:lnTo>
                <a:lnTo>
                  <a:pt x="556399" y="97078"/>
                </a:lnTo>
                <a:lnTo>
                  <a:pt x="540346" y="100482"/>
                </a:lnTo>
                <a:lnTo>
                  <a:pt x="523722" y="107035"/>
                </a:lnTo>
                <a:lnTo>
                  <a:pt x="507961" y="117436"/>
                </a:lnTo>
                <a:lnTo>
                  <a:pt x="507961" y="99148"/>
                </a:lnTo>
                <a:lnTo>
                  <a:pt x="477380" y="99148"/>
                </a:lnTo>
                <a:lnTo>
                  <a:pt x="477380" y="353949"/>
                </a:lnTo>
                <a:lnTo>
                  <a:pt x="507961" y="353949"/>
                </a:lnTo>
                <a:lnTo>
                  <a:pt x="507961" y="257835"/>
                </a:lnTo>
                <a:lnTo>
                  <a:pt x="518845" y="266560"/>
                </a:lnTo>
                <a:lnTo>
                  <a:pt x="531012" y="273837"/>
                </a:lnTo>
                <a:lnTo>
                  <a:pt x="544614" y="278841"/>
                </a:lnTo>
                <a:lnTo>
                  <a:pt x="559777" y="280695"/>
                </a:lnTo>
                <a:lnTo>
                  <a:pt x="587298" y="273672"/>
                </a:lnTo>
                <a:lnTo>
                  <a:pt x="606323" y="257835"/>
                </a:lnTo>
                <a:lnTo>
                  <a:pt x="608152" y="256311"/>
                </a:lnTo>
                <a:lnTo>
                  <a:pt x="610692" y="254215"/>
                </a:lnTo>
                <a:lnTo>
                  <a:pt x="626935" y="224726"/>
                </a:lnTo>
                <a:lnTo>
                  <a:pt x="633018" y="187642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329684" y="2229611"/>
            <a:ext cx="30480" cy="277495"/>
          </a:xfrm>
          <a:custGeom>
            <a:avLst/>
            <a:gdLst/>
            <a:ahLst/>
            <a:cxnLst/>
            <a:rect l="l" t="t" r="r" b="b"/>
            <a:pathLst>
              <a:path w="30479" h="277494">
                <a:moveTo>
                  <a:pt x="30480" y="277368"/>
                </a:moveTo>
                <a:lnTo>
                  <a:pt x="0" y="277368"/>
                </a:lnTo>
                <a:lnTo>
                  <a:pt x="0" y="0"/>
                </a:lnTo>
                <a:lnTo>
                  <a:pt x="30480" y="0"/>
                </a:lnTo>
                <a:lnTo>
                  <a:pt x="30480" y="277368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420457" y="2329624"/>
            <a:ext cx="31115" cy="177165"/>
          </a:xfrm>
          <a:custGeom>
            <a:avLst/>
            <a:gdLst/>
            <a:ahLst/>
            <a:cxnLst/>
            <a:rect l="l" t="t" r="r" b="b"/>
            <a:pathLst>
              <a:path w="31114" h="177164">
                <a:moveTo>
                  <a:pt x="30575" y="176974"/>
                </a:moveTo>
                <a:lnTo>
                  <a:pt x="0" y="176974"/>
                </a:lnTo>
                <a:lnTo>
                  <a:pt x="0" y="0"/>
                </a:lnTo>
                <a:lnTo>
                  <a:pt x="30575" y="0"/>
                </a:lnTo>
                <a:lnTo>
                  <a:pt x="30575" y="176974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4418932" y="2245709"/>
            <a:ext cx="1017905" cy="266065"/>
            <a:chOff x="4418932" y="2245709"/>
            <a:chExt cx="1017905" cy="266065"/>
          </a:xfrm>
        </p:grpSpPr>
        <p:sp>
          <p:nvSpPr>
            <p:cNvPr id="16" name="object 16" descr=""/>
            <p:cNvSpPr/>
            <p:nvPr/>
          </p:nvSpPr>
          <p:spPr>
            <a:xfrm>
              <a:off x="4418932" y="2245709"/>
              <a:ext cx="33655" cy="35560"/>
            </a:xfrm>
            <a:custGeom>
              <a:avLst/>
              <a:gdLst/>
              <a:ahLst/>
              <a:cxnLst/>
              <a:rect l="l" t="t" r="r" b="b"/>
              <a:pathLst>
                <a:path w="33654" h="35560">
                  <a:moveTo>
                    <a:pt x="33623" y="35052"/>
                  </a:moveTo>
                  <a:lnTo>
                    <a:pt x="0" y="35052"/>
                  </a:lnTo>
                  <a:lnTo>
                    <a:pt x="0" y="0"/>
                  </a:lnTo>
                  <a:lnTo>
                    <a:pt x="33623" y="0"/>
                  </a:lnTo>
                  <a:lnTo>
                    <a:pt x="33623" y="35052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5228" y="2323528"/>
              <a:ext cx="147923" cy="18764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76774" y="2323528"/>
              <a:ext cx="137255" cy="18764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7558" y="2279237"/>
              <a:ext cx="123539" cy="23193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010810" y="2245715"/>
              <a:ext cx="33655" cy="260985"/>
            </a:xfrm>
            <a:custGeom>
              <a:avLst/>
              <a:gdLst/>
              <a:ahLst/>
              <a:cxnLst/>
              <a:rect l="l" t="t" r="r" b="b"/>
              <a:pathLst>
                <a:path w="33654" h="260985">
                  <a:moveTo>
                    <a:pt x="30480" y="83921"/>
                  </a:moveTo>
                  <a:lnTo>
                    <a:pt x="1524" y="83921"/>
                  </a:lnTo>
                  <a:lnTo>
                    <a:pt x="1524" y="260896"/>
                  </a:lnTo>
                  <a:lnTo>
                    <a:pt x="30480" y="260896"/>
                  </a:lnTo>
                  <a:lnTo>
                    <a:pt x="30480" y="83921"/>
                  </a:lnTo>
                  <a:close/>
                </a:path>
                <a:path w="33654" h="260985">
                  <a:moveTo>
                    <a:pt x="33528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33528" y="35052"/>
                  </a:lnTo>
                  <a:lnTo>
                    <a:pt x="33528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85587" y="2323528"/>
              <a:ext cx="170783" cy="187642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7614" y="2326576"/>
              <a:ext cx="138779" cy="180022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5633180" y="2230469"/>
            <a:ext cx="191135" cy="276225"/>
          </a:xfrm>
          <a:custGeom>
            <a:avLst/>
            <a:gdLst/>
            <a:ahLst/>
            <a:cxnLst/>
            <a:rect l="l" t="t" r="r" b="b"/>
            <a:pathLst>
              <a:path w="191135" h="276225">
                <a:moveTo>
                  <a:pt x="35052" y="276129"/>
                </a:moveTo>
                <a:lnTo>
                  <a:pt x="0" y="276129"/>
                </a:lnTo>
                <a:lnTo>
                  <a:pt x="0" y="0"/>
                </a:lnTo>
                <a:lnTo>
                  <a:pt x="97631" y="0"/>
                </a:lnTo>
                <a:lnTo>
                  <a:pt x="134659" y="6621"/>
                </a:lnTo>
                <a:lnTo>
                  <a:pt x="161570" y="22860"/>
                </a:lnTo>
                <a:lnTo>
                  <a:pt x="33528" y="22860"/>
                </a:lnTo>
                <a:lnTo>
                  <a:pt x="33528" y="138779"/>
                </a:lnTo>
                <a:lnTo>
                  <a:pt x="161372" y="138779"/>
                </a:lnTo>
                <a:lnTo>
                  <a:pt x="135302" y="154885"/>
                </a:lnTo>
                <a:lnTo>
                  <a:pt x="97631" y="161734"/>
                </a:lnTo>
                <a:lnTo>
                  <a:pt x="35052" y="161734"/>
                </a:lnTo>
                <a:lnTo>
                  <a:pt x="35052" y="276129"/>
                </a:lnTo>
                <a:close/>
              </a:path>
              <a:path w="191135" h="276225">
                <a:moveTo>
                  <a:pt x="161372" y="138779"/>
                </a:moveTo>
                <a:lnTo>
                  <a:pt x="88392" y="138779"/>
                </a:lnTo>
                <a:lnTo>
                  <a:pt x="118688" y="133992"/>
                </a:lnTo>
                <a:lnTo>
                  <a:pt x="140672" y="121062"/>
                </a:lnTo>
                <a:lnTo>
                  <a:pt x="154065" y="102131"/>
                </a:lnTo>
                <a:lnTo>
                  <a:pt x="158591" y="79343"/>
                </a:lnTo>
                <a:lnTo>
                  <a:pt x="154279" y="58261"/>
                </a:lnTo>
                <a:lnTo>
                  <a:pt x="141243" y="40207"/>
                </a:lnTo>
                <a:lnTo>
                  <a:pt x="119331" y="27600"/>
                </a:lnTo>
                <a:lnTo>
                  <a:pt x="88392" y="22860"/>
                </a:lnTo>
                <a:lnTo>
                  <a:pt x="161570" y="22860"/>
                </a:lnTo>
                <a:lnTo>
                  <a:pt x="164115" y="24395"/>
                </a:lnTo>
                <a:lnTo>
                  <a:pt x="183570" y="50189"/>
                </a:lnTo>
                <a:lnTo>
                  <a:pt x="190595" y="80867"/>
                </a:lnTo>
                <a:lnTo>
                  <a:pt x="183784" y="110862"/>
                </a:lnTo>
                <a:lnTo>
                  <a:pt x="164687" y="136731"/>
                </a:lnTo>
                <a:lnTo>
                  <a:pt x="161372" y="138779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5875687" y="2245709"/>
            <a:ext cx="874394" cy="342265"/>
            <a:chOff x="5875687" y="2245709"/>
            <a:chExt cx="874394" cy="342265"/>
          </a:xfrm>
        </p:grpSpPr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75687" y="2323528"/>
              <a:ext cx="283749" cy="187642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6147149" y="2245709"/>
              <a:ext cx="96520" cy="342265"/>
            </a:xfrm>
            <a:custGeom>
              <a:avLst/>
              <a:gdLst/>
              <a:ahLst/>
              <a:cxnLst/>
              <a:rect l="l" t="t" r="r" b="b"/>
              <a:pathLst>
                <a:path w="96520" h="342264">
                  <a:moveTo>
                    <a:pt x="86774" y="317373"/>
                  </a:moveTo>
                  <a:lnTo>
                    <a:pt x="36671" y="317373"/>
                  </a:lnTo>
                  <a:lnTo>
                    <a:pt x="45053" y="316490"/>
                  </a:lnTo>
                  <a:lnTo>
                    <a:pt x="54578" y="312598"/>
                  </a:lnTo>
                  <a:lnTo>
                    <a:pt x="62388" y="303831"/>
                  </a:lnTo>
                  <a:lnTo>
                    <a:pt x="65627" y="288321"/>
                  </a:lnTo>
                  <a:lnTo>
                    <a:pt x="65627" y="83915"/>
                  </a:lnTo>
                  <a:lnTo>
                    <a:pt x="96107" y="83915"/>
                  </a:lnTo>
                  <a:lnTo>
                    <a:pt x="96107" y="283749"/>
                  </a:lnTo>
                  <a:lnTo>
                    <a:pt x="91916" y="308927"/>
                  </a:lnTo>
                  <a:lnTo>
                    <a:pt x="86774" y="317373"/>
                  </a:lnTo>
                  <a:close/>
                </a:path>
                <a:path w="96520" h="342264">
                  <a:moveTo>
                    <a:pt x="47339" y="341757"/>
                  </a:moveTo>
                  <a:lnTo>
                    <a:pt x="33955" y="340685"/>
                  </a:lnTo>
                  <a:lnTo>
                    <a:pt x="21419" y="337756"/>
                  </a:lnTo>
                  <a:lnTo>
                    <a:pt x="10008" y="333398"/>
                  </a:lnTo>
                  <a:lnTo>
                    <a:pt x="0" y="328041"/>
                  </a:lnTo>
                  <a:lnTo>
                    <a:pt x="7715" y="305181"/>
                  </a:lnTo>
                  <a:lnTo>
                    <a:pt x="10525" y="307728"/>
                  </a:lnTo>
                  <a:lnTo>
                    <a:pt x="16478" y="311848"/>
                  </a:lnTo>
                  <a:lnTo>
                    <a:pt x="25288" y="315682"/>
                  </a:lnTo>
                  <a:lnTo>
                    <a:pt x="36671" y="317373"/>
                  </a:lnTo>
                  <a:lnTo>
                    <a:pt x="86774" y="317373"/>
                  </a:lnTo>
                  <a:lnTo>
                    <a:pt x="80867" y="327076"/>
                  </a:lnTo>
                  <a:lnTo>
                    <a:pt x="65246" y="338064"/>
                  </a:lnTo>
                  <a:lnTo>
                    <a:pt x="47339" y="341757"/>
                  </a:lnTo>
                  <a:close/>
                </a:path>
                <a:path w="96520" h="342264">
                  <a:moveTo>
                    <a:pt x="96107" y="35052"/>
                  </a:moveTo>
                  <a:lnTo>
                    <a:pt x="61055" y="35052"/>
                  </a:lnTo>
                  <a:lnTo>
                    <a:pt x="61055" y="0"/>
                  </a:lnTo>
                  <a:lnTo>
                    <a:pt x="96107" y="0"/>
                  </a:lnTo>
                  <a:lnTo>
                    <a:pt x="96107" y="35052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87547" y="2323528"/>
              <a:ext cx="147923" cy="18764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61379" y="2279237"/>
              <a:ext cx="288321" cy="231933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6912959" y="2221230"/>
            <a:ext cx="1450975" cy="294640"/>
            <a:chOff x="6912959" y="2221230"/>
            <a:chExt cx="1450975" cy="294640"/>
          </a:xfrm>
        </p:grpSpPr>
        <p:sp>
          <p:nvSpPr>
            <p:cNvPr id="30" name="object 30" descr=""/>
            <p:cNvSpPr/>
            <p:nvPr/>
          </p:nvSpPr>
          <p:spPr>
            <a:xfrm>
              <a:off x="6912959" y="2221230"/>
              <a:ext cx="244475" cy="294640"/>
            </a:xfrm>
            <a:custGeom>
              <a:avLst/>
              <a:gdLst/>
              <a:ahLst/>
              <a:cxnLst/>
              <a:rect l="l" t="t" r="r" b="b"/>
              <a:pathLst>
                <a:path w="244475" h="294639">
                  <a:moveTo>
                    <a:pt x="122015" y="294513"/>
                  </a:moveTo>
                  <a:lnTo>
                    <a:pt x="84124" y="287333"/>
                  </a:lnTo>
                  <a:lnTo>
                    <a:pt x="50714" y="267114"/>
                  </a:lnTo>
                  <a:lnTo>
                    <a:pt x="24048" y="235835"/>
                  </a:lnTo>
                  <a:lnTo>
                    <a:pt x="6389" y="195477"/>
                  </a:lnTo>
                  <a:lnTo>
                    <a:pt x="0" y="148018"/>
                  </a:lnTo>
                  <a:lnTo>
                    <a:pt x="6243" y="100401"/>
                  </a:lnTo>
                  <a:lnTo>
                    <a:pt x="23609" y="59664"/>
                  </a:lnTo>
                  <a:lnTo>
                    <a:pt x="50056" y="27934"/>
                  </a:lnTo>
                  <a:lnTo>
                    <a:pt x="83539" y="7338"/>
                  </a:lnTo>
                  <a:lnTo>
                    <a:pt x="122015" y="0"/>
                  </a:lnTo>
                  <a:lnTo>
                    <a:pt x="159283" y="7338"/>
                  </a:lnTo>
                  <a:lnTo>
                    <a:pt x="189490" y="26003"/>
                  </a:lnTo>
                  <a:lnTo>
                    <a:pt x="122015" y="26003"/>
                  </a:lnTo>
                  <a:lnTo>
                    <a:pt x="89503" y="33815"/>
                  </a:lnTo>
                  <a:lnTo>
                    <a:pt x="61162" y="56495"/>
                  </a:lnTo>
                  <a:lnTo>
                    <a:pt x="41125" y="92908"/>
                  </a:lnTo>
                  <a:lnTo>
                    <a:pt x="33528" y="141922"/>
                  </a:lnTo>
                  <a:lnTo>
                    <a:pt x="40911" y="193903"/>
                  </a:lnTo>
                  <a:lnTo>
                    <a:pt x="60590" y="233874"/>
                  </a:lnTo>
                  <a:lnTo>
                    <a:pt x="88860" y="259539"/>
                  </a:lnTo>
                  <a:lnTo>
                    <a:pt x="122015" y="268605"/>
                  </a:lnTo>
                  <a:lnTo>
                    <a:pt x="190811" y="268605"/>
                  </a:lnTo>
                  <a:lnTo>
                    <a:pt x="159869" y="287333"/>
                  </a:lnTo>
                  <a:lnTo>
                    <a:pt x="122015" y="294513"/>
                  </a:lnTo>
                  <a:close/>
                </a:path>
                <a:path w="244475" h="294639">
                  <a:moveTo>
                    <a:pt x="190811" y="268605"/>
                  </a:moveTo>
                  <a:lnTo>
                    <a:pt x="122015" y="268605"/>
                  </a:lnTo>
                  <a:lnTo>
                    <a:pt x="154248" y="259754"/>
                  </a:lnTo>
                  <a:lnTo>
                    <a:pt x="182070" y="234445"/>
                  </a:lnTo>
                  <a:lnTo>
                    <a:pt x="201605" y="194546"/>
                  </a:lnTo>
                  <a:lnTo>
                    <a:pt x="208978" y="141922"/>
                  </a:lnTo>
                  <a:lnTo>
                    <a:pt x="201605" y="93551"/>
                  </a:lnTo>
                  <a:lnTo>
                    <a:pt x="182070" y="57066"/>
                  </a:lnTo>
                  <a:lnTo>
                    <a:pt x="154248" y="34029"/>
                  </a:lnTo>
                  <a:lnTo>
                    <a:pt x="122015" y="26003"/>
                  </a:lnTo>
                  <a:lnTo>
                    <a:pt x="189490" y="26003"/>
                  </a:lnTo>
                  <a:lnTo>
                    <a:pt x="192616" y="27934"/>
                  </a:lnTo>
                  <a:lnTo>
                    <a:pt x="219515" y="59664"/>
                  </a:lnTo>
                  <a:lnTo>
                    <a:pt x="237485" y="100401"/>
                  </a:lnTo>
                  <a:lnTo>
                    <a:pt x="244030" y="148018"/>
                  </a:lnTo>
                  <a:lnTo>
                    <a:pt x="237844" y="193903"/>
                  </a:lnTo>
                  <a:lnTo>
                    <a:pt x="237757" y="194546"/>
                  </a:lnTo>
                  <a:lnTo>
                    <a:pt x="237632" y="195477"/>
                  </a:lnTo>
                  <a:lnTo>
                    <a:pt x="219954" y="235835"/>
                  </a:lnTo>
                  <a:lnTo>
                    <a:pt x="193274" y="267114"/>
                  </a:lnTo>
                  <a:lnTo>
                    <a:pt x="190811" y="268605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84421" y="2323528"/>
              <a:ext cx="334042" cy="187642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59706" y="2326576"/>
              <a:ext cx="274510" cy="180022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7867840" y="2245715"/>
              <a:ext cx="35560" cy="260985"/>
            </a:xfrm>
            <a:custGeom>
              <a:avLst/>
              <a:gdLst/>
              <a:ahLst/>
              <a:cxnLst/>
              <a:rect l="l" t="t" r="r" b="b"/>
              <a:pathLst>
                <a:path w="35559" h="260985">
                  <a:moveTo>
                    <a:pt x="32004" y="83921"/>
                  </a:moveTo>
                  <a:lnTo>
                    <a:pt x="3048" y="83921"/>
                  </a:lnTo>
                  <a:lnTo>
                    <a:pt x="3048" y="260896"/>
                  </a:lnTo>
                  <a:lnTo>
                    <a:pt x="32004" y="260896"/>
                  </a:lnTo>
                  <a:lnTo>
                    <a:pt x="32004" y="83921"/>
                  </a:lnTo>
                  <a:close/>
                </a:path>
                <a:path w="35559" h="260985">
                  <a:moveTo>
                    <a:pt x="3505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35052" y="35052"/>
                  </a:lnTo>
                  <a:lnTo>
                    <a:pt x="35052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44040" y="2323528"/>
              <a:ext cx="419481" cy="187642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2356675" y="2765964"/>
            <a:ext cx="552450" cy="218440"/>
            <a:chOff x="2356675" y="2765964"/>
            <a:chExt cx="552450" cy="218440"/>
          </a:xfrm>
        </p:grpSpPr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56675" y="2765964"/>
              <a:ext cx="157067" cy="218217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45841" y="2840736"/>
              <a:ext cx="108299" cy="14344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81573" y="2807207"/>
              <a:ext cx="94583" cy="176974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00540" y="2840736"/>
              <a:ext cx="108299" cy="143446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2955035" y="2770632"/>
            <a:ext cx="433070" cy="271780"/>
            <a:chOff x="2955035" y="2770632"/>
            <a:chExt cx="433070" cy="271780"/>
          </a:xfrm>
        </p:grpSpPr>
        <p:sp>
          <p:nvSpPr>
            <p:cNvPr id="41" name="object 41" descr=""/>
            <p:cNvSpPr/>
            <p:nvPr/>
          </p:nvSpPr>
          <p:spPr>
            <a:xfrm>
              <a:off x="2955035" y="277063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60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1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11042" y="2840735"/>
              <a:ext cx="376809" cy="201453"/>
            </a:xfrm>
            <a:prstGeom prst="rect">
              <a:avLst/>
            </a:prstGeom>
          </p:spPr>
        </p:pic>
      </p:grpSp>
      <p:grpSp>
        <p:nvGrpSpPr>
          <p:cNvPr id="43" name="object 43" descr=""/>
          <p:cNvGrpSpPr/>
          <p:nvPr/>
        </p:nvGrpSpPr>
        <p:grpSpPr>
          <a:xfrm>
            <a:off x="3435096" y="2770632"/>
            <a:ext cx="699135" cy="213995"/>
            <a:chOff x="3435096" y="2770632"/>
            <a:chExt cx="699135" cy="213995"/>
          </a:xfrm>
        </p:grpSpPr>
        <p:pic>
          <p:nvPicPr>
            <p:cNvPr id="44" name="object 4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35096" y="2770632"/>
              <a:ext cx="155638" cy="208978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22738" y="2840736"/>
              <a:ext cx="108299" cy="14344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59993" y="2840735"/>
              <a:ext cx="233362" cy="143446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013263" y="2770632"/>
              <a:ext cx="120491" cy="213550"/>
            </a:xfrm>
            <a:prstGeom prst="rect">
              <a:avLst/>
            </a:prstGeom>
          </p:spPr>
        </p:pic>
      </p:grpSp>
      <p:grpSp>
        <p:nvGrpSpPr>
          <p:cNvPr id="48" name="object 48" descr=""/>
          <p:cNvGrpSpPr/>
          <p:nvPr/>
        </p:nvGrpSpPr>
        <p:grpSpPr>
          <a:xfrm>
            <a:off x="4277105" y="2762916"/>
            <a:ext cx="439420" cy="224790"/>
            <a:chOff x="4277105" y="2762916"/>
            <a:chExt cx="439420" cy="224790"/>
          </a:xfrm>
        </p:grpSpPr>
        <p:pic>
          <p:nvPicPr>
            <p:cNvPr id="49" name="object 4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77105" y="2762916"/>
              <a:ext cx="187642" cy="224313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07420" y="2770631"/>
              <a:ext cx="208978" cy="213550"/>
            </a:xfrm>
            <a:prstGeom prst="rect">
              <a:avLst/>
            </a:prstGeom>
          </p:spPr>
        </p:pic>
      </p:grpSp>
      <p:grpSp>
        <p:nvGrpSpPr>
          <p:cNvPr id="51" name="object 51" descr=""/>
          <p:cNvGrpSpPr/>
          <p:nvPr/>
        </p:nvGrpSpPr>
        <p:grpSpPr>
          <a:xfrm>
            <a:off x="4752975" y="2840735"/>
            <a:ext cx="222885" cy="143510"/>
            <a:chOff x="4752975" y="2840735"/>
            <a:chExt cx="222885" cy="143510"/>
          </a:xfrm>
        </p:grpSpPr>
        <p:pic>
          <p:nvPicPr>
            <p:cNvPr id="52" name="object 5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900993" y="2842259"/>
              <a:ext cx="74771" cy="137350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752975" y="2840735"/>
              <a:ext cx="114395" cy="143446"/>
            </a:xfrm>
            <a:prstGeom prst="rect">
              <a:avLst/>
            </a:prstGeom>
          </p:spPr>
        </p:pic>
      </p:grpSp>
      <p:pic>
        <p:nvPicPr>
          <p:cNvPr id="54" name="object 54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109972" y="2770632"/>
            <a:ext cx="204406" cy="208978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361622" y="2840736"/>
            <a:ext cx="106775" cy="143446"/>
          </a:xfrm>
          <a:prstGeom prst="rect">
            <a:avLst/>
          </a:prstGeom>
        </p:spPr>
      </p:pic>
      <p:grpSp>
        <p:nvGrpSpPr>
          <p:cNvPr id="56" name="object 56" descr=""/>
          <p:cNvGrpSpPr/>
          <p:nvPr/>
        </p:nvGrpSpPr>
        <p:grpSpPr>
          <a:xfrm>
            <a:off x="5514212" y="2840735"/>
            <a:ext cx="1069340" cy="201930"/>
            <a:chOff x="5514212" y="2840735"/>
            <a:chExt cx="1069340" cy="201930"/>
          </a:xfrm>
        </p:grpSpPr>
        <p:pic>
          <p:nvPicPr>
            <p:cNvPr id="57" name="object 5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514212" y="2842260"/>
              <a:ext cx="108299" cy="137350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662136" y="2840736"/>
              <a:ext cx="108299" cy="143446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800915" y="2840735"/>
              <a:ext cx="266985" cy="201453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101429" y="2842260"/>
              <a:ext cx="192214" cy="137350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28695" y="2840735"/>
              <a:ext cx="114395" cy="14344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476714" y="2842260"/>
              <a:ext cx="106775" cy="137350"/>
            </a:xfrm>
            <a:prstGeom prst="rect">
              <a:avLst/>
            </a:prstGeom>
          </p:spPr>
        </p:pic>
      </p:grpSp>
      <p:pic>
        <p:nvPicPr>
          <p:cNvPr id="63" name="object 63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832092" y="2762916"/>
            <a:ext cx="137255" cy="224313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613969" y="2807207"/>
            <a:ext cx="94583" cy="176974"/>
          </a:xfrm>
          <a:prstGeom prst="rect">
            <a:avLst/>
          </a:prstGeom>
        </p:spPr>
      </p:pic>
      <p:grpSp>
        <p:nvGrpSpPr>
          <p:cNvPr id="65" name="object 65" descr=""/>
          <p:cNvGrpSpPr/>
          <p:nvPr/>
        </p:nvGrpSpPr>
        <p:grpSpPr>
          <a:xfrm>
            <a:off x="6990683" y="2807207"/>
            <a:ext cx="711200" cy="235585"/>
            <a:chOff x="6990683" y="2807207"/>
            <a:chExt cx="711200" cy="235585"/>
          </a:xfrm>
        </p:grpSpPr>
        <p:pic>
          <p:nvPicPr>
            <p:cNvPr id="66" name="object 66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990683" y="2807207"/>
              <a:ext cx="486632" cy="234981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510843" y="2842260"/>
              <a:ext cx="190690" cy="137350"/>
            </a:xfrm>
            <a:prstGeom prst="rect">
              <a:avLst/>
            </a:prstGeom>
          </p:spPr>
        </p:pic>
      </p:grpSp>
      <p:grpSp>
        <p:nvGrpSpPr>
          <p:cNvPr id="68" name="object 68" descr=""/>
          <p:cNvGrpSpPr/>
          <p:nvPr/>
        </p:nvGrpSpPr>
        <p:grpSpPr>
          <a:xfrm>
            <a:off x="3479387" y="3824954"/>
            <a:ext cx="457834" cy="213995"/>
            <a:chOff x="3479387" y="3824954"/>
            <a:chExt cx="457834" cy="213995"/>
          </a:xfrm>
        </p:grpSpPr>
        <p:pic>
          <p:nvPicPr>
            <p:cNvPr id="69" name="object 6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479387" y="3824954"/>
              <a:ext cx="317182" cy="213645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30192" y="3901249"/>
              <a:ext cx="106775" cy="137350"/>
            </a:xfrm>
            <a:prstGeom prst="rect">
              <a:avLst/>
            </a:prstGeom>
          </p:spPr>
        </p:pic>
      </p:grpSp>
      <p:pic>
        <p:nvPicPr>
          <p:cNvPr id="71" name="object 71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987260" y="3896677"/>
            <a:ext cx="73247" cy="138874"/>
          </a:xfrm>
          <a:prstGeom prst="rect">
            <a:avLst/>
          </a:prstGeom>
        </p:spPr>
      </p:pic>
      <p:pic>
        <p:nvPicPr>
          <p:cNvPr id="72" name="object 72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194714" y="3824954"/>
            <a:ext cx="155638" cy="210597"/>
          </a:xfrm>
          <a:prstGeom prst="rect">
            <a:avLst/>
          </a:prstGeom>
        </p:spPr>
      </p:pic>
      <p:pic>
        <p:nvPicPr>
          <p:cNvPr id="73" name="object 73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4396073" y="3895153"/>
            <a:ext cx="108299" cy="143446"/>
          </a:xfrm>
          <a:prstGeom prst="rect">
            <a:avLst/>
          </a:prstGeom>
        </p:spPr>
      </p:pic>
      <p:grpSp>
        <p:nvGrpSpPr>
          <p:cNvPr id="74" name="object 74" descr=""/>
          <p:cNvGrpSpPr/>
          <p:nvPr/>
        </p:nvGrpSpPr>
        <p:grpSpPr>
          <a:xfrm>
            <a:off x="4550187" y="3808190"/>
            <a:ext cx="939800" cy="302260"/>
            <a:chOff x="4550187" y="3808190"/>
            <a:chExt cx="939800" cy="302260"/>
          </a:xfrm>
        </p:grpSpPr>
        <p:pic>
          <p:nvPicPr>
            <p:cNvPr id="75" name="object 75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550187" y="3896677"/>
              <a:ext cx="190595" cy="138874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775930" y="3895153"/>
              <a:ext cx="114395" cy="143446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4916233" y="3808190"/>
              <a:ext cx="117475" cy="302260"/>
            </a:xfrm>
            <a:custGeom>
              <a:avLst/>
              <a:gdLst/>
              <a:ahLst/>
              <a:cxnLst/>
              <a:rect l="l" t="t" r="r" b="b"/>
              <a:pathLst>
                <a:path w="117475" h="302260">
                  <a:moveTo>
                    <a:pt x="10668" y="302133"/>
                  </a:moveTo>
                  <a:lnTo>
                    <a:pt x="3048" y="302133"/>
                  </a:lnTo>
                  <a:lnTo>
                    <a:pt x="0" y="299085"/>
                  </a:lnTo>
                  <a:lnTo>
                    <a:pt x="0" y="294513"/>
                  </a:lnTo>
                  <a:lnTo>
                    <a:pt x="1524" y="291464"/>
                  </a:lnTo>
                  <a:lnTo>
                    <a:pt x="105251" y="6096"/>
                  </a:lnTo>
                  <a:lnTo>
                    <a:pt x="106775" y="3048"/>
                  </a:lnTo>
                  <a:lnTo>
                    <a:pt x="106775" y="0"/>
                  </a:lnTo>
                  <a:lnTo>
                    <a:pt x="114395" y="0"/>
                  </a:lnTo>
                  <a:lnTo>
                    <a:pt x="117443" y="3048"/>
                  </a:lnTo>
                  <a:lnTo>
                    <a:pt x="117443" y="6096"/>
                  </a:lnTo>
                  <a:lnTo>
                    <a:pt x="117443" y="7620"/>
                  </a:lnTo>
                  <a:lnTo>
                    <a:pt x="115919" y="10668"/>
                  </a:lnTo>
                  <a:lnTo>
                    <a:pt x="13716" y="296037"/>
                  </a:lnTo>
                  <a:lnTo>
                    <a:pt x="10668" y="3021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062632" y="3825970"/>
              <a:ext cx="294417" cy="212629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382958" y="3895153"/>
              <a:ext cx="106775" cy="143446"/>
            </a:xfrm>
            <a:prstGeom prst="rect">
              <a:avLst/>
            </a:prstGeom>
          </p:spPr>
        </p:pic>
      </p:grpSp>
      <p:pic>
        <p:nvPicPr>
          <p:cNvPr id="80" name="object 80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537073" y="3896677"/>
            <a:ext cx="190690" cy="138874"/>
          </a:xfrm>
          <a:prstGeom prst="rect">
            <a:avLst/>
          </a:prstGeom>
        </p:spPr>
      </p:pic>
      <p:pic>
        <p:nvPicPr>
          <p:cNvPr id="81" name="object 81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881782" y="3824954"/>
            <a:ext cx="155543" cy="210597"/>
          </a:xfrm>
          <a:prstGeom prst="rect">
            <a:avLst/>
          </a:prstGeom>
        </p:spPr>
      </p:pic>
      <p:pic>
        <p:nvPicPr>
          <p:cNvPr id="82" name="object 82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6083141" y="3895153"/>
            <a:ext cx="108299" cy="143446"/>
          </a:xfrm>
          <a:prstGeom prst="rect">
            <a:avLst/>
          </a:prstGeom>
        </p:spPr>
      </p:pic>
      <p:grpSp>
        <p:nvGrpSpPr>
          <p:cNvPr id="83" name="object 83" descr=""/>
          <p:cNvGrpSpPr/>
          <p:nvPr/>
        </p:nvGrpSpPr>
        <p:grpSpPr>
          <a:xfrm>
            <a:off x="6237256" y="3895153"/>
            <a:ext cx="340360" cy="143510"/>
            <a:chOff x="6237256" y="3895153"/>
            <a:chExt cx="340360" cy="143510"/>
          </a:xfrm>
        </p:grpSpPr>
        <p:pic>
          <p:nvPicPr>
            <p:cNvPr id="84" name="object 8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237256" y="3896677"/>
              <a:ext cx="190595" cy="138874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462903" y="3895153"/>
              <a:ext cx="114395" cy="143446"/>
            </a:xfrm>
            <a:prstGeom prst="rect">
              <a:avLst/>
            </a:prstGeom>
          </p:spPr>
        </p:pic>
      </p:grpSp>
      <p:pic>
        <p:nvPicPr>
          <p:cNvPr id="86" name="object 86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193190" y="5050250"/>
            <a:ext cx="105251" cy="218217"/>
          </a:xfrm>
          <a:prstGeom prst="rect">
            <a:avLst/>
          </a:prstGeom>
        </p:spPr>
      </p:pic>
      <p:pic>
        <p:nvPicPr>
          <p:cNvPr id="87" name="object 87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4348829" y="5126545"/>
            <a:ext cx="106775" cy="137255"/>
          </a:xfrm>
          <a:prstGeom prst="rect">
            <a:avLst/>
          </a:prstGeom>
        </p:spPr>
      </p:pic>
      <p:sp>
        <p:nvSpPr>
          <p:cNvPr id="88" name="object 88" descr=""/>
          <p:cNvSpPr/>
          <p:nvPr/>
        </p:nvSpPr>
        <p:spPr>
          <a:xfrm>
            <a:off x="4504944" y="5050535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59" y="0"/>
                </a:lnTo>
                <a:lnTo>
                  <a:pt x="22859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9" name="object 89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4820126" y="5056346"/>
            <a:ext cx="100679" cy="204406"/>
          </a:xfrm>
          <a:prstGeom prst="rect">
            <a:avLst/>
          </a:prstGeom>
        </p:spPr>
      </p:pic>
      <p:pic>
        <p:nvPicPr>
          <p:cNvPr id="90" name="object 90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556283" y="5126545"/>
            <a:ext cx="131159" cy="196786"/>
          </a:xfrm>
          <a:prstGeom prst="rect">
            <a:avLst/>
          </a:prstGeom>
        </p:spPr>
      </p:pic>
      <p:pic>
        <p:nvPicPr>
          <p:cNvPr id="91" name="object 91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971097" y="5056346"/>
            <a:ext cx="100679" cy="204406"/>
          </a:xfrm>
          <a:prstGeom prst="rect">
            <a:avLst/>
          </a:prstGeom>
        </p:spPr>
      </p:pic>
      <p:sp>
        <p:nvSpPr>
          <p:cNvPr id="92" name="object 92" descr=""/>
          <p:cNvSpPr/>
          <p:nvPr/>
        </p:nvSpPr>
        <p:spPr>
          <a:xfrm>
            <a:off x="5125211" y="5236368"/>
            <a:ext cx="24765" cy="62865"/>
          </a:xfrm>
          <a:custGeom>
            <a:avLst/>
            <a:gdLst/>
            <a:ahLst/>
            <a:cxnLst/>
            <a:rect l="l" t="t" r="r" b="b"/>
            <a:pathLst>
              <a:path w="24764" h="62864">
                <a:moveTo>
                  <a:pt x="12192" y="62579"/>
                </a:moveTo>
                <a:lnTo>
                  <a:pt x="0" y="62579"/>
                </a:lnTo>
                <a:lnTo>
                  <a:pt x="7620" y="24384"/>
                </a:lnTo>
                <a:lnTo>
                  <a:pt x="0" y="24384"/>
                </a:lnTo>
                <a:lnTo>
                  <a:pt x="0" y="0"/>
                </a:lnTo>
                <a:lnTo>
                  <a:pt x="24384" y="0"/>
                </a:lnTo>
                <a:lnTo>
                  <a:pt x="24384" y="24384"/>
                </a:lnTo>
                <a:lnTo>
                  <a:pt x="12192" y="625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3" name="object 93" descr=""/>
          <p:cNvGrpSpPr/>
          <p:nvPr/>
        </p:nvGrpSpPr>
        <p:grpSpPr>
          <a:xfrm>
            <a:off x="5292947" y="5056346"/>
            <a:ext cx="577215" cy="212725"/>
            <a:chOff x="5292947" y="5056346"/>
            <a:chExt cx="577215" cy="212725"/>
          </a:xfrm>
        </p:grpSpPr>
        <p:pic>
          <p:nvPicPr>
            <p:cNvPr id="94" name="object 94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292947" y="5056346"/>
              <a:ext cx="123634" cy="204406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444013" y="5056346"/>
              <a:ext cx="125063" cy="212121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594984" y="5056346"/>
              <a:ext cx="123539" cy="204406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5746051" y="5062442"/>
              <a:ext cx="123539" cy="206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71272" y="420623"/>
            <a:ext cx="35560" cy="277495"/>
          </a:xfrm>
          <a:custGeom>
            <a:avLst/>
            <a:gdLst/>
            <a:ahLst/>
            <a:cxnLst/>
            <a:rect l="l" t="t" r="r" b="b"/>
            <a:pathLst>
              <a:path w="35560" h="277495">
                <a:moveTo>
                  <a:pt x="35051" y="277367"/>
                </a:moveTo>
                <a:lnTo>
                  <a:pt x="0" y="277367"/>
                </a:lnTo>
                <a:lnTo>
                  <a:pt x="0" y="0"/>
                </a:lnTo>
                <a:lnTo>
                  <a:pt x="35051" y="0"/>
                </a:lnTo>
                <a:lnTo>
                  <a:pt x="35051" y="277367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72141" y="422243"/>
            <a:ext cx="816610" cy="281305"/>
            <a:chOff x="372141" y="422243"/>
            <a:chExt cx="816610" cy="2813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2141" y="518445"/>
              <a:ext cx="138874" cy="18002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116" y="471106"/>
              <a:ext cx="122015" cy="23193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898" y="515397"/>
              <a:ext cx="283654" cy="18764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034224" y="422243"/>
              <a:ext cx="154305" cy="281305"/>
            </a:xfrm>
            <a:custGeom>
              <a:avLst/>
              <a:gdLst/>
              <a:ahLst/>
              <a:cxnLst/>
              <a:rect l="l" t="t" r="r" b="b"/>
              <a:pathLst>
                <a:path w="154305" h="281305">
                  <a:moveTo>
                    <a:pt x="154019" y="116014"/>
                  </a:moveTo>
                  <a:lnTo>
                    <a:pt x="125063" y="116014"/>
                  </a:lnTo>
                  <a:lnTo>
                    <a:pt x="125063" y="0"/>
                  </a:lnTo>
                  <a:lnTo>
                    <a:pt x="154019" y="0"/>
                  </a:lnTo>
                  <a:lnTo>
                    <a:pt x="154019" y="116014"/>
                  </a:lnTo>
                  <a:close/>
                </a:path>
                <a:path w="154305" h="281305">
                  <a:moveTo>
                    <a:pt x="67056" y="280797"/>
                  </a:moveTo>
                  <a:lnTo>
                    <a:pt x="40505" y="273543"/>
                  </a:lnTo>
                  <a:lnTo>
                    <a:pt x="19240" y="253698"/>
                  </a:lnTo>
                  <a:lnTo>
                    <a:pt x="5119" y="224138"/>
                  </a:lnTo>
                  <a:lnTo>
                    <a:pt x="0" y="187737"/>
                  </a:lnTo>
                  <a:lnTo>
                    <a:pt x="5357" y="151535"/>
                  </a:lnTo>
                  <a:lnTo>
                    <a:pt x="20014" y="122492"/>
                  </a:lnTo>
                  <a:lnTo>
                    <a:pt x="41790" y="103204"/>
                  </a:lnTo>
                  <a:lnTo>
                    <a:pt x="68580" y="96202"/>
                  </a:lnTo>
                  <a:lnTo>
                    <a:pt x="81906" y="97155"/>
                  </a:lnTo>
                  <a:lnTo>
                    <a:pt x="96250" y="100393"/>
                  </a:lnTo>
                  <a:lnTo>
                    <a:pt x="110879" y="106489"/>
                  </a:lnTo>
                  <a:lnTo>
                    <a:pt x="125063" y="116014"/>
                  </a:lnTo>
                  <a:lnTo>
                    <a:pt x="154019" y="116014"/>
                  </a:lnTo>
                  <a:lnTo>
                    <a:pt x="154019" y="119062"/>
                  </a:lnTo>
                  <a:lnTo>
                    <a:pt x="86868" y="119062"/>
                  </a:lnTo>
                  <a:lnTo>
                    <a:pt x="68413" y="122492"/>
                  </a:lnTo>
                  <a:lnTo>
                    <a:pt x="50101" y="133933"/>
                  </a:lnTo>
                  <a:lnTo>
                    <a:pt x="36075" y="155107"/>
                  </a:lnTo>
                  <a:lnTo>
                    <a:pt x="30480" y="187737"/>
                  </a:lnTo>
                  <a:lnTo>
                    <a:pt x="35147" y="219685"/>
                  </a:lnTo>
                  <a:lnTo>
                    <a:pt x="47244" y="240934"/>
                  </a:lnTo>
                  <a:lnTo>
                    <a:pt x="63912" y="252754"/>
                  </a:lnTo>
                  <a:lnTo>
                    <a:pt x="82296" y="256413"/>
                  </a:lnTo>
                  <a:lnTo>
                    <a:pt x="123539" y="256413"/>
                  </a:lnTo>
                  <a:lnTo>
                    <a:pt x="108284" y="268581"/>
                  </a:lnTo>
                  <a:lnTo>
                    <a:pt x="93011" y="276034"/>
                  </a:lnTo>
                  <a:lnTo>
                    <a:pt x="78881" y="279773"/>
                  </a:lnTo>
                  <a:lnTo>
                    <a:pt x="67056" y="280797"/>
                  </a:lnTo>
                  <a:close/>
                </a:path>
                <a:path w="154305" h="281305">
                  <a:moveTo>
                    <a:pt x="154019" y="276225"/>
                  </a:moveTo>
                  <a:lnTo>
                    <a:pt x="123539" y="276225"/>
                  </a:lnTo>
                  <a:lnTo>
                    <a:pt x="123539" y="256413"/>
                  </a:lnTo>
                  <a:lnTo>
                    <a:pt x="82296" y="256413"/>
                  </a:lnTo>
                  <a:lnTo>
                    <a:pt x="95209" y="254482"/>
                  </a:lnTo>
                  <a:lnTo>
                    <a:pt x="106382" y="248971"/>
                  </a:lnTo>
                  <a:lnTo>
                    <a:pt x="115822" y="240299"/>
                  </a:lnTo>
                  <a:lnTo>
                    <a:pt x="123539" y="228885"/>
                  </a:lnTo>
                  <a:lnTo>
                    <a:pt x="123539" y="140398"/>
                  </a:lnTo>
                  <a:lnTo>
                    <a:pt x="116108" y="131278"/>
                  </a:lnTo>
                  <a:lnTo>
                    <a:pt x="107525" y="124587"/>
                  </a:lnTo>
                  <a:lnTo>
                    <a:pt x="97781" y="120467"/>
                  </a:lnTo>
                  <a:lnTo>
                    <a:pt x="86868" y="119062"/>
                  </a:lnTo>
                  <a:lnTo>
                    <a:pt x="154019" y="119062"/>
                  </a:lnTo>
                  <a:lnTo>
                    <a:pt x="154019" y="276225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50822" y="521493"/>
            <a:ext cx="137255" cy="181546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433798" y="437578"/>
            <a:ext cx="753745" cy="266065"/>
            <a:chOff x="1433798" y="437578"/>
            <a:chExt cx="753745" cy="266065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33798" y="471106"/>
              <a:ext cx="288321" cy="23193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761744" y="437590"/>
              <a:ext cx="33655" cy="260985"/>
            </a:xfrm>
            <a:custGeom>
              <a:avLst/>
              <a:gdLst/>
              <a:ahLst/>
              <a:cxnLst/>
              <a:rect l="l" t="t" r="r" b="b"/>
              <a:pathLst>
                <a:path w="33655" h="260984">
                  <a:moveTo>
                    <a:pt x="32092" y="83908"/>
                  </a:moveTo>
                  <a:lnTo>
                    <a:pt x="1524" y="83908"/>
                  </a:lnTo>
                  <a:lnTo>
                    <a:pt x="1524" y="260883"/>
                  </a:lnTo>
                  <a:lnTo>
                    <a:pt x="32092" y="260883"/>
                  </a:lnTo>
                  <a:lnTo>
                    <a:pt x="32092" y="83908"/>
                  </a:lnTo>
                  <a:close/>
                </a:path>
                <a:path w="33655" h="260984">
                  <a:moveTo>
                    <a:pt x="33616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33616" y="35052"/>
                  </a:lnTo>
                  <a:lnTo>
                    <a:pt x="33616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36610" y="515397"/>
              <a:ext cx="170783" cy="18764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0065" y="518445"/>
              <a:ext cx="137255" cy="180022"/>
            </a:xfrm>
            <a:prstGeom prst="rect">
              <a:avLst/>
            </a:prstGeom>
          </p:spPr>
        </p:pic>
      </p:grpSp>
      <p:sp>
        <p:nvSpPr>
          <p:cNvPr id="14" name="object 14" descr=""/>
          <p:cNvSpPr/>
          <p:nvPr/>
        </p:nvSpPr>
        <p:spPr>
          <a:xfrm>
            <a:off x="2365819" y="413099"/>
            <a:ext cx="256540" cy="294640"/>
          </a:xfrm>
          <a:custGeom>
            <a:avLst/>
            <a:gdLst/>
            <a:ahLst/>
            <a:cxnLst/>
            <a:rect l="l" t="t" r="r" b="b"/>
            <a:pathLst>
              <a:path w="256539" h="294640">
                <a:moveTo>
                  <a:pt x="73537" y="294393"/>
                </a:moveTo>
                <a:lnTo>
                  <a:pt x="71095" y="294393"/>
                </a:lnTo>
                <a:lnTo>
                  <a:pt x="42474" y="288963"/>
                </a:lnTo>
                <a:lnTo>
                  <a:pt x="19823" y="274117"/>
                </a:lnTo>
                <a:lnTo>
                  <a:pt x="5192" y="252681"/>
                </a:lnTo>
                <a:lnTo>
                  <a:pt x="0" y="227361"/>
                </a:lnTo>
                <a:lnTo>
                  <a:pt x="2571" y="208978"/>
                </a:lnTo>
                <a:lnTo>
                  <a:pt x="9144" y="194595"/>
                </a:lnTo>
                <a:lnTo>
                  <a:pt x="18002" y="183642"/>
                </a:lnTo>
                <a:lnTo>
                  <a:pt x="27431" y="175545"/>
                </a:lnTo>
                <a:lnTo>
                  <a:pt x="58007" y="146494"/>
                </a:lnTo>
                <a:lnTo>
                  <a:pt x="56102" y="140301"/>
                </a:lnTo>
                <a:lnTo>
                  <a:pt x="51911" y="125527"/>
                </a:lnTo>
                <a:lnTo>
                  <a:pt x="47720" y="104449"/>
                </a:lnTo>
                <a:lnTo>
                  <a:pt x="45815" y="79343"/>
                </a:lnTo>
                <a:lnTo>
                  <a:pt x="49672" y="48943"/>
                </a:lnTo>
                <a:lnTo>
                  <a:pt x="60674" y="23669"/>
                </a:lnTo>
                <a:lnTo>
                  <a:pt x="77962" y="6396"/>
                </a:lnTo>
                <a:lnTo>
                  <a:pt x="100679" y="0"/>
                </a:lnTo>
                <a:lnTo>
                  <a:pt x="122053" y="5706"/>
                </a:lnTo>
                <a:lnTo>
                  <a:pt x="137874" y="20431"/>
                </a:lnTo>
                <a:lnTo>
                  <a:pt x="139846" y="24479"/>
                </a:lnTo>
                <a:lnTo>
                  <a:pt x="100679" y="24479"/>
                </a:lnTo>
                <a:lnTo>
                  <a:pt x="90368" y="26836"/>
                </a:lnTo>
                <a:lnTo>
                  <a:pt x="81057" y="34194"/>
                </a:lnTo>
                <a:lnTo>
                  <a:pt x="74318" y="46982"/>
                </a:lnTo>
                <a:lnTo>
                  <a:pt x="71723" y="65627"/>
                </a:lnTo>
                <a:lnTo>
                  <a:pt x="72318" y="77286"/>
                </a:lnTo>
                <a:lnTo>
                  <a:pt x="74199" y="91392"/>
                </a:lnTo>
                <a:lnTo>
                  <a:pt x="77509" y="107498"/>
                </a:lnTo>
                <a:lnTo>
                  <a:pt x="82391" y="125158"/>
                </a:lnTo>
                <a:lnTo>
                  <a:pt x="115855" y="125158"/>
                </a:lnTo>
                <a:lnTo>
                  <a:pt x="91535" y="148018"/>
                </a:lnTo>
                <a:lnTo>
                  <a:pt x="103199" y="169354"/>
                </a:lnTo>
                <a:lnTo>
                  <a:pt x="68675" y="169354"/>
                </a:lnTo>
                <a:lnTo>
                  <a:pt x="50213" y="185292"/>
                </a:lnTo>
                <a:lnTo>
                  <a:pt x="37921" y="198203"/>
                </a:lnTo>
                <a:lnTo>
                  <a:pt x="31076" y="210810"/>
                </a:lnTo>
                <a:lnTo>
                  <a:pt x="28976" y="225693"/>
                </a:lnTo>
                <a:lnTo>
                  <a:pt x="28955" y="225837"/>
                </a:lnTo>
                <a:lnTo>
                  <a:pt x="31566" y="240235"/>
                </a:lnTo>
                <a:lnTo>
                  <a:pt x="39481" y="254079"/>
                </a:lnTo>
                <a:lnTo>
                  <a:pt x="52825" y="264494"/>
                </a:lnTo>
                <a:lnTo>
                  <a:pt x="71723" y="268605"/>
                </a:lnTo>
                <a:lnTo>
                  <a:pt x="256317" y="268605"/>
                </a:lnTo>
                <a:lnTo>
                  <a:pt x="256317" y="270129"/>
                </a:lnTo>
                <a:lnTo>
                  <a:pt x="147923" y="270129"/>
                </a:lnTo>
                <a:lnTo>
                  <a:pt x="123586" y="282940"/>
                </a:lnTo>
                <a:lnTo>
                  <a:pt x="101822" y="290322"/>
                </a:lnTo>
                <a:lnTo>
                  <a:pt x="84058" y="293703"/>
                </a:lnTo>
                <a:lnTo>
                  <a:pt x="73537" y="294393"/>
                </a:lnTo>
                <a:close/>
              </a:path>
              <a:path w="256539" h="294640">
                <a:moveTo>
                  <a:pt x="115855" y="125158"/>
                </a:moveTo>
                <a:lnTo>
                  <a:pt x="82391" y="125158"/>
                </a:lnTo>
                <a:lnTo>
                  <a:pt x="97821" y="109594"/>
                </a:lnTo>
                <a:lnTo>
                  <a:pt x="110966" y="94440"/>
                </a:lnTo>
                <a:lnTo>
                  <a:pt x="120110" y="79000"/>
                </a:lnTo>
                <a:lnTo>
                  <a:pt x="123539" y="62579"/>
                </a:lnTo>
                <a:lnTo>
                  <a:pt x="122753" y="52125"/>
                </a:lnTo>
                <a:lnTo>
                  <a:pt x="119538" y="39528"/>
                </a:lnTo>
                <a:lnTo>
                  <a:pt x="112609" y="28932"/>
                </a:lnTo>
                <a:lnTo>
                  <a:pt x="100679" y="24479"/>
                </a:lnTo>
                <a:lnTo>
                  <a:pt x="139846" y="24479"/>
                </a:lnTo>
                <a:lnTo>
                  <a:pt x="147694" y="40585"/>
                </a:lnTo>
                <a:lnTo>
                  <a:pt x="151066" y="62579"/>
                </a:lnTo>
                <a:lnTo>
                  <a:pt x="147122" y="82144"/>
                </a:lnTo>
                <a:lnTo>
                  <a:pt x="135588" y="102441"/>
                </a:lnTo>
                <a:lnTo>
                  <a:pt x="116910" y="124167"/>
                </a:lnTo>
                <a:lnTo>
                  <a:pt x="115855" y="125158"/>
                </a:lnTo>
                <a:close/>
              </a:path>
              <a:path w="256539" h="294640">
                <a:moveTo>
                  <a:pt x="186101" y="236505"/>
                </a:moveTo>
                <a:lnTo>
                  <a:pt x="152590" y="236505"/>
                </a:lnTo>
                <a:lnTo>
                  <a:pt x="173759" y="215025"/>
                </a:lnTo>
                <a:lnTo>
                  <a:pt x="191643" y="189249"/>
                </a:lnTo>
                <a:lnTo>
                  <a:pt x="206382" y="158884"/>
                </a:lnTo>
                <a:lnTo>
                  <a:pt x="218122" y="123634"/>
                </a:lnTo>
                <a:lnTo>
                  <a:pt x="242506" y="131254"/>
                </a:lnTo>
                <a:lnTo>
                  <a:pt x="233457" y="159536"/>
                </a:lnTo>
                <a:lnTo>
                  <a:pt x="219265" y="190559"/>
                </a:lnTo>
                <a:lnTo>
                  <a:pt x="198786" y="222457"/>
                </a:lnTo>
                <a:lnTo>
                  <a:pt x="186101" y="236505"/>
                </a:lnTo>
                <a:close/>
              </a:path>
              <a:path w="256539" h="294640">
                <a:moveTo>
                  <a:pt x="212026" y="268605"/>
                </a:moveTo>
                <a:lnTo>
                  <a:pt x="71723" y="268605"/>
                </a:lnTo>
                <a:lnTo>
                  <a:pt x="88701" y="267295"/>
                </a:lnTo>
                <a:lnTo>
                  <a:pt x="104679" y="263842"/>
                </a:lnTo>
                <a:lnTo>
                  <a:pt x="118657" y="258960"/>
                </a:lnTo>
                <a:lnTo>
                  <a:pt x="129635" y="253365"/>
                </a:lnTo>
                <a:lnTo>
                  <a:pt x="116038" y="238497"/>
                </a:lnTo>
                <a:lnTo>
                  <a:pt x="100869" y="219360"/>
                </a:lnTo>
                <a:lnTo>
                  <a:pt x="84843" y="196223"/>
                </a:lnTo>
                <a:lnTo>
                  <a:pt x="68675" y="169354"/>
                </a:lnTo>
                <a:lnTo>
                  <a:pt x="103199" y="169354"/>
                </a:lnTo>
                <a:lnTo>
                  <a:pt x="106848" y="176029"/>
                </a:lnTo>
                <a:lnTo>
                  <a:pt x="126027" y="203727"/>
                </a:lnTo>
                <a:lnTo>
                  <a:pt x="143224" y="225693"/>
                </a:lnTo>
                <a:lnTo>
                  <a:pt x="152590" y="236505"/>
                </a:lnTo>
                <a:lnTo>
                  <a:pt x="186101" y="236505"/>
                </a:lnTo>
                <a:lnTo>
                  <a:pt x="170878" y="253365"/>
                </a:lnTo>
                <a:lnTo>
                  <a:pt x="184808" y="262175"/>
                </a:lnTo>
                <a:lnTo>
                  <a:pt x="196596" y="266700"/>
                </a:lnTo>
                <a:lnTo>
                  <a:pt x="205284" y="268271"/>
                </a:lnTo>
                <a:lnTo>
                  <a:pt x="203325" y="268271"/>
                </a:lnTo>
                <a:lnTo>
                  <a:pt x="212026" y="268605"/>
                </a:lnTo>
                <a:close/>
              </a:path>
              <a:path w="256539" h="294640">
                <a:moveTo>
                  <a:pt x="256317" y="268605"/>
                </a:moveTo>
                <a:lnTo>
                  <a:pt x="212026" y="268605"/>
                </a:lnTo>
                <a:lnTo>
                  <a:pt x="221933" y="268271"/>
                </a:lnTo>
                <a:lnTo>
                  <a:pt x="232993" y="267081"/>
                </a:lnTo>
                <a:lnTo>
                  <a:pt x="244642" y="264747"/>
                </a:lnTo>
                <a:lnTo>
                  <a:pt x="256317" y="260985"/>
                </a:lnTo>
                <a:lnTo>
                  <a:pt x="256317" y="268605"/>
                </a:lnTo>
                <a:close/>
              </a:path>
              <a:path w="256539" h="294640">
                <a:moveTo>
                  <a:pt x="216790" y="294393"/>
                </a:moveTo>
                <a:lnTo>
                  <a:pt x="210271" y="294393"/>
                </a:lnTo>
                <a:lnTo>
                  <a:pt x="200094" y="293703"/>
                </a:lnTo>
                <a:lnTo>
                  <a:pt x="185154" y="290322"/>
                </a:lnTo>
                <a:lnTo>
                  <a:pt x="167623" y="282940"/>
                </a:lnTo>
                <a:lnTo>
                  <a:pt x="147923" y="270129"/>
                </a:lnTo>
                <a:lnTo>
                  <a:pt x="256317" y="270129"/>
                </a:lnTo>
                <a:lnTo>
                  <a:pt x="256317" y="286893"/>
                </a:lnTo>
                <a:lnTo>
                  <a:pt x="239498" y="291298"/>
                </a:lnTo>
                <a:lnTo>
                  <a:pt x="226135" y="293560"/>
                </a:lnTo>
                <a:lnTo>
                  <a:pt x="216790" y="294393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809779" y="422243"/>
            <a:ext cx="191135" cy="276225"/>
          </a:xfrm>
          <a:custGeom>
            <a:avLst/>
            <a:gdLst/>
            <a:ahLst/>
            <a:cxnLst/>
            <a:rect l="l" t="t" r="r" b="b"/>
            <a:pathLst>
              <a:path w="191135" h="276225">
                <a:moveTo>
                  <a:pt x="35052" y="276129"/>
                </a:moveTo>
                <a:lnTo>
                  <a:pt x="0" y="276129"/>
                </a:lnTo>
                <a:lnTo>
                  <a:pt x="0" y="0"/>
                </a:lnTo>
                <a:lnTo>
                  <a:pt x="97631" y="0"/>
                </a:lnTo>
                <a:lnTo>
                  <a:pt x="134659" y="6621"/>
                </a:lnTo>
                <a:lnTo>
                  <a:pt x="161570" y="22860"/>
                </a:lnTo>
                <a:lnTo>
                  <a:pt x="33528" y="22860"/>
                </a:lnTo>
                <a:lnTo>
                  <a:pt x="33528" y="138779"/>
                </a:lnTo>
                <a:lnTo>
                  <a:pt x="161372" y="138779"/>
                </a:lnTo>
                <a:lnTo>
                  <a:pt x="135302" y="154885"/>
                </a:lnTo>
                <a:lnTo>
                  <a:pt x="97631" y="161734"/>
                </a:lnTo>
                <a:lnTo>
                  <a:pt x="35052" y="161734"/>
                </a:lnTo>
                <a:lnTo>
                  <a:pt x="35052" y="276129"/>
                </a:lnTo>
                <a:close/>
              </a:path>
              <a:path w="191135" h="276225">
                <a:moveTo>
                  <a:pt x="161372" y="138779"/>
                </a:moveTo>
                <a:lnTo>
                  <a:pt x="88392" y="138779"/>
                </a:lnTo>
                <a:lnTo>
                  <a:pt x="118688" y="133992"/>
                </a:lnTo>
                <a:lnTo>
                  <a:pt x="140672" y="121062"/>
                </a:lnTo>
                <a:lnTo>
                  <a:pt x="154065" y="102131"/>
                </a:lnTo>
                <a:lnTo>
                  <a:pt x="158591" y="79343"/>
                </a:lnTo>
                <a:lnTo>
                  <a:pt x="154279" y="58261"/>
                </a:lnTo>
                <a:lnTo>
                  <a:pt x="141243" y="40207"/>
                </a:lnTo>
                <a:lnTo>
                  <a:pt x="119331" y="27600"/>
                </a:lnTo>
                <a:lnTo>
                  <a:pt x="88392" y="22860"/>
                </a:lnTo>
                <a:lnTo>
                  <a:pt x="161570" y="22860"/>
                </a:lnTo>
                <a:lnTo>
                  <a:pt x="164115" y="24395"/>
                </a:lnTo>
                <a:lnTo>
                  <a:pt x="183570" y="50189"/>
                </a:lnTo>
                <a:lnTo>
                  <a:pt x="190595" y="80867"/>
                </a:lnTo>
                <a:lnTo>
                  <a:pt x="183784" y="110862"/>
                </a:lnTo>
                <a:lnTo>
                  <a:pt x="164687" y="136731"/>
                </a:lnTo>
                <a:lnTo>
                  <a:pt x="161372" y="138779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3053714" y="437578"/>
            <a:ext cx="873125" cy="342265"/>
            <a:chOff x="3053714" y="437578"/>
            <a:chExt cx="873125" cy="342265"/>
          </a:xfrm>
        </p:grpSpPr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53714" y="515397"/>
              <a:ext cx="282225" cy="18764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323748" y="437578"/>
              <a:ext cx="96520" cy="342265"/>
            </a:xfrm>
            <a:custGeom>
              <a:avLst/>
              <a:gdLst/>
              <a:ahLst/>
              <a:cxnLst/>
              <a:rect l="l" t="t" r="r" b="b"/>
              <a:pathLst>
                <a:path w="96520" h="342265">
                  <a:moveTo>
                    <a:pt x="86666" y="317373"/>
                  </a:moveTo>
                  <a:lnTo>
                    <a:pt x="36576" y="317373"/>
                  </a:lnTo>
                  <a:lnTo>
                    <a:pt x="44329" y="316490"/>
                  </a:lnTo>
                  <a:lnTo>
                    <a:pt x="53959" y="312598"/>
                  </a:lnTo>
                  <a:lnTo>
                    <a:pt x="62159" y="303831"/>
                  </a:lnTo>
                  <a:lnTo>
                    <a:pt x="65627" y="288321"/>
                  </a:lnTo>
                  <a:lnTo>
                    <a:pt x="65627" y="83915"/>
                  </a:lnTo>
                  <a:lnTo>
                    <a:pt x="96107" y="83915"/>
                  </a:lnTo>
                  <a:lnTo>
                    <a:pt x="96107" y="283749"/>
                  </a:lnTo>
                  <a:lnTo>
                    <a:pt x="91890" y="308927"/>
                  </a:lnTo>
                  <a:lnTo>
                    <a:pt x="86666" y="317373"/>
                  </a:lnTo>
                  <a:close/>
                </a:path>
                <a:path w="96520" h="342265">
                  <a:moveTo>
                    <a:pt x="45720" y="341757"/>
                  </a:moveTo>
                  <a:lnTo>
                    <a:pt x="33218" y="340685"/>
                  </a:lnTo>
                  <a:lnTo>
                    <a:pt x="21145" y="337756"/>
                  </a:lnTo>
                  <a:lnTo>
                    <a:pt x="9929" y="333398"/>
                  </a:lnTo>
                  <a:lnTo>
                    <a:pt x="0" y="328041"/>
                  </a:lnTo>
                  <a:lnTo>
                    <a:pt x="7620" y="305181"/>
                  </a:lnTo>
                  <a:lnTo>
                    <a:pt x="9786" y="307728"/>
                  </a:lnTo>
                  <a:lnTo>
                    <a:pt x="15811" y="311848"/>
                  </a:lnTo>
                  <a:lnTo>
                    <a:pt x="24979" y="315682"/>
                  </a:lnTo>
                  <a:lnTo>
                    <a:pt x="36576" y="317373"/>
                  </a:lnTo>
                  <a:lnTo>
                    <a:pt x="86666" y="317373"/>
                  </a:lnTo>
                  <a:lnTo>
                    <a:pt x="80664" y="327076"/>
                  </a:lnTo>
                  <a:lnTo>
                    <a:pt x="64563" y="338064"/>
                  </a:lnTo>
                  <a:lnTo>
                    <a:pt x="45720" y="341757"/>
                  </a:lnTo>
                  <a:close/>
                </a:path>
                <a:path w="96520" h="342265">
                  <a:moveTo>
                    <a:pt x="96107" y="35052"/>
                  </a:moveTo>
                  <a:lnTo>
                    <a:pt x="61055" y="35052"/>
                  </a:lnTo>
                  <a:lnTo>
                    <a:pt x="61055" y="0"/>
                  </a:lnTo>
                  <a:lnTo>
                    <a:pt x="96107" y="0"/>
                  </a:lnTo>
                  <a:lnTo>
                    <a:pt x="96107" y="35052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64051" y="515397"/>
              <a:ext cx="148018" cy="18764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37978" y="471106"/>
              <a:ext cx="288321" cy="231933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4092511" y="417671"/>
            <a:ext cx="589280" cy="285750"/>
            <a:chOff x="4092511" y="417671"/>
            <a:chExt cx="589280" cy="285750"/>
          </a:xfrm>
        </p:grpSpPr>
        <p:sp>
          <p:nvSpPr>
            <p:cNvPr id="22" name="object 22" descr=""/>
            <p:cNvSpPr/>
            <p:nvPr/>
          </p:nvSpPr>
          <p:spPr>
            <a:xfrm>
              <a:off x="4092511" y="417671"/>
              <a:ext cx="207645" cy="285750"/>
            </a:xfrm>
            <a:custGeom>
              <a:avLst/>
              <a:gdLst/>
              <a:ahLst/>
              <a:cxnLst/>
              <a:rect l="l" t="t" r="r" b="b"/>
              <a:pathLst>
                <a:path w="207645" h="285750">
                  <a:moveTo>
                    <a:pt x="125063" y="285368"/>
                  </a:moveTo>
                  <a:lnTo>
                    <a:pt x="76866" y="273927"/>
                  </a:lnTo>
                  <a:lnTo>
                    <a:pt x="36671" y="244125"/>
                  </a:lnTo>
                  <a:lnTo>
                    <a:pt x="9155" y="196679"/>
                  </a:lnTo>
                  <a:lnTo>
                    <a:pt x="0" y="143446"/>
                  </a:lnTo>
                  <a:lnTo>
                    <a:pt x="2287" y="115261"/>
                  </a:lnTo>
                  <a:lnTo>
                    <a:pt x="20614" y="63427"/>
                  </a:lnTo>
                  <a:lnTo>
                    <a:pt x="55411" y="23869"/>
                  </a:lnTo>
                  <a:lnTo>
                    <a:pt x="100322" y="2800"/>
                  </a:lnTo>
                  <a:lnTo>
                    <a:pt x="125063" y="0"/>
                  </a:lnTo>
                  <a:lnTo>
                    <a:pt x="135405" y="285"/>
                  </a:lnTo>
                  <a:lnTo>
                    <a:pt x="176331" y="7396"/>
                  </a:lnTo>
                  <a:lnTo>
                    <a:pt x="204406" y="19907"/>
                  </a:lnTo>
                  <a:lnTo>
                    <a:pt x="198310" y="53435"/>
                  </a:lnTo>
                  <a:lnTo>
                    <a:pt x="190928" y="46886"/>
                  </a:lnTo>
                  <a:lnTo>
                    <a:pt x="182689" y="41052"/>
                  </a:lnTo>
                  <a:lnTo>
                    <a:pt x="145530" y="26574"/>
                  </a:lnTo>
                  <a:lnTo>
                    <a:pt x="125063" y="24479"/>
                  </a:lnTo>
                  <a:lnTo>
                    <a:pt x="107132" y="27170"/>
                  </a:lnTo>
                  <a:lnTo>
                    <a:pt x="61055" y="59531"/>
                  </a:lnTo>
                  <a:lnTo>
                    <a:pt x="41243" y="98631"/>
                  </a:lnTo>
                  <a:lnTo>
                    <a:pt x="35147" y="143446"/>
                  </a:lnTo>
                  <a:lnTo>
                    <a:pt x="36623" y="165147"/>
                  </a:lnTo>
                  <a:lnTo>
                    <a:pt x="49291" y="206762"/>
                  </a:lnTo>
                  <a:lnTo>
                    <a:pt x="74699" y="239489"/>
                  </a:lnTo>
                  <a:lnTo>
                    <a:pt x="125063" y="259460"/>
                  </a:lnTo>
                  <a:lnTo>
                    <a:pt x="138572" y="259127"/>
                  </a:lnTo>
                  <a:lnTo>
                    <a:pt x="176974" y="251840"/>
                  </a:lnTo>
                  <a:lnTo>
                    <a:pt x="176974" y="184689"/>
                  </a:lnTo>
                  <a:lnTo>
                    <a:pt x="125063" y="184689"/>
                  </a:lnTo>
                  <a:lnTo>
                    <a:pt x="125063" y="160210"/>
                  </a:lnTo>
                  <a:lnTo>
                    <a:pt x="207454" y="160210"/>
                  </a:lnTo>
                  <a:lnTo>
                    <a:pt x="207454" y="265556"/>
                  </a:lnTo>
                  <a:lnTo>
                    <a:pt x="187736" y="273796"/>
                  </a:lnTo>
                  <a:lnTo>
                    <a:pt x="167437" y="280034"/>
                  </a:lnTo>
                  <a:lnTo>
                    <a:pt x="146549" y="283987"/>
                  </a:lnTo>
                  <a:lnTo>
                    <a:pt x="125063" y="285368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38065" y="515397"/>
              <a:ext cx="170878" cy="187642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42472" y="515397"/>
              <a:ext cx="138874" cy="187642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4738115" y="420623"/>
            <a:ext cx="201295" cy="282575"/>
            <a:chOff x="4738115" y="420623"/>
            <a:chExt cx="201295" cy="282575"/>
          </a:xfrm>
        </p:grpSpPr>
        <p:sp>
          <p:nvSpPr>
            <p:cNvPr id="26" name="object 26" descr=""/>
            <p:cNvSpPr/>
            <p:nvPr/>
          </p:nvSpPr>
          <p:spPr>
            <a:xfrm>
              <a:off x="4738115" y="420623"/>
              <a:ext cx="30480" cy="277495"/>
            </a:xfrm>
            <a:custGeom>
              <a:avLst/>
              <a:gdLst/>
              <a:ahLst/>
              <a:cxnLst/>
              <a:rect l="l" t="t" r="r" b="b"/>
              <a:pathLst>
                <a:path w="30479" h="277495">
                  <a:moveTo>
                    <a:pt x="30480" y="277367"/>
                  </a:moveTo>
                  <a:lnTo>
                    <a:pt x="0" y="277367"/>
                  </a:lnTo>
                  <a:lnTo>
                    <a:pt x="0" y="0"/>
                  </a:lnTo>
                  <a:lnTo>
                    <a:pt x="30480" y="0"/>
                  </a:lnTo>
                  <a:lnTo>
                    <a:pt x="30480" y="277367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9457" y="515397"/>
              <a:ext cx="129635" cy="187642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793146" y="957833"/>
            <a:ext cx="749300" cy="213995"/>
            <a:chOff x="793146" y="957833"/>
            <a:chExt cx="749300" cy="213995"/>
          </a:xfrm>
        </p:grpSpPr>
        <p:sp>
          <p:nvSpPr>
            <p:cNvPr id="29" name="object 29" descr=""/>
            <p:cNvSpPr/>
            <p:nvPr/>
          </p:nvSpPr>
          <p:spPr>
            <a:xfrm>
              <a:off x="793146" y="957833"/>
              <a:ext cx="300990" cy="210820"/>
            </a:xfrm>
            <a:custGeom>
              <a:avLst/>
              <a:gdLst/>
              <a:ahLst/>
              <a:cxnLst/>
              <a:rect l="l" t="t" r="r" b="b"/>
              <a:pathLst>
                <a:path w="300990" h="210819">
                  <a:moveTo>
                    <a:pt x="103727" y="210597"/>
                  </a:moveTo>
                  <a:lnTo>
                    <a:pt x="54959" y="210597"/>
                  </a:lnTo>
                  <a:lnTo>
                    <a:pt x="51911" y="198405"/>
                  </a:lnTo>
                  <a:lnTo>
                    <a:pt x="1524" y="15240"/>
                  </a:lnTo>
                  <a:lnTo>
                    <a:pt x="0" y="10668"/>
                  </a:lnTo>
                  <a:lnTo>
                    <a:pt x="0" y="0"/>
                  </a:lnTo>
                  <a:lnTo>
                    <a:pt x="38195" y="0"/>
                  </a:lnTo>
                  <a:lnTo>
                    <a:pt x="41243" y="13716"/>
                  </a:lnTo>
                  <a:lnTo>
                    <a:pt x="67151" y="109918"/>
                  </a:lnTo>
                  <a:lnTo>
                    <a:pt x="71675" y="125682"/>
                  </a:lnTo>
                  <a:lnTo>
                    <a:pt x="75914" y="142303"/>
                  </a:lnTo>
                  <a:lnTo>
                    <a:pt x="79581" y="158353"/>
                  </a:lnTo>
                  <a:lnTo>
                    <a:pt x="82391" y="172402"/>
                  </a:lnTo>
                  <a:lnTo>
                    <a:pt x="114898" y="172402"/>
                  </a:lnTo>
                  <a:lnTo>
                    <a:pt x="108299" y="196881"/>
                  </a:lnTo>
                  <a:lnTo>
                    <a:pt x="103727" y="210597"/>
                  </a:lnTo>
                  <a:close/>
                </a:path>
                <a:path w="300990" h="210819">
                  <a:moveTo>
                    <a:pt x="114898" y="172402"/>
                  </a:moveTo>
                  <a:lnTo>
                    <a:pt x="82391" y="172402"/>
                  </a:lnTo>
                  <a:lnTo>
                    <a:pt x="83558" y="167235"/>
                  </a:lnTo>
                  <a:lnTo>
                    <a:pt x="86410" y="153162"/>
                  </a:lnTo>
                  <a:lnTo>
                    <a:pt x="88487" y="143446"/>
                  </a:lnTo>
                  <a:lnTo>
                    <a:pt x="96107" y="112966"/>
                  </a:lnTo>
                  <a:lnTo>
                    <a:pt x="123634" y="13716"/>
                  </a:lnTo>
                  <a:lnTo>
                    <a:pt x="126682" y="0"/>
                  </a:lnTo>
                  <a:lnTo>
                    <a:pt x="170878" y="0"/>
                  </a:lnTo>
                  <a:lnTo>
                    <a:pt x="176974" y="1524"/>
                  </a:lnTo>
                  <a:lnTo>
                    <a:pt x="180022" y="13716"/>
                  </a:lnTo>
                  <a:lnTo>
                    <a:pt x="186837" y="39719"/>
                  </a:lnTo>
                  <a:lnTo>
                    <a:pt x="149542" y="39719"/>
                  </a:lnTo>
                  <a:lnTo>
                    <a:pt x="145541" y="58197"/>
                  </a:lnTo>
                  <a:lnTo>
                    <a:pt x="143327" y="67365"/>
                  </a:lnTo>
                  <a:lnTo>
                    <a:pt x="140398" y="77819"/>
                  </a:lnTo>
                  <a:lnTo>
                    <a:pt x="114898" y="172402"/>
                  </a:lnTo>
                  <a:close/>
                </a:path>
                <a:path w="300990" h="210819">
                  <a:moveTo>
                    <a:pt x="255837" y="172402"/>
                  </a:moveTo>
                  <a:lnTo>
                    <a:pt x="221170" y="172402"/>
                  </a:lnTo>
                  <a:lnTo>
                    <a:pt x="223535" y="162567"/>
                  </a:lnTo>
                  <a:lnTo>
                    <a:pt x="226016" y="153162"/>
                  </a:lnTo>
                  <a:lnTo>
                    <a:pt x="228772" y="143446"/>
                  </a:lnTo>
                  <a:lnTo>
                    <a:pt x="231933" y="132778"/>
                  </a:lnTo>
                  <a:lnTo>
                    <a:pt x="263937" y="13716"/>
                  </a:lnTo>
                  <a:lnTo>
                    <a:pt x="266985" y="0"/>
                  </a:lnTo>
                  <a:lnTo>
                    <a:pt x="300513" y="0"/>
                  </a:lnTo>
                  <a:lnTo>
                    <a:pt x="300513" y="10668"/>
                  </a:lnTo>
                  <a:lnTo>
                    <a:pt x="298989" y="15240"/>
                  </a:lnTo>
                  <a:lnTo>
                    <a:pt x="255837" y="172402"/>
                  </a:lnTo>
                  <a:close/>
                </a:path>
                <a:path w="300990" h="210819">
                  <a:moveTo>
                    <a:pt x="245649" y="210597"/>
                  </a:moveTo>
                  <a:lnTo>
                    <a:pt x="195262" y="210597"/>
                  </a:lnTo>
                  <a:lnTo>
                    <a:pt x="192214" y="198405"/>
                  </a:lnTo>
                  <a:lnTo>
                    <a:pt x="160210" y="83915"/>
                  </a:lnTo>
                  <a:lnTo>
                    <a:pt x="154876" y="60674"/>
                  </a:lnTo>
                  <a:lnTo>
                    <a:pt x="152495" y="50911"/>
                  </a:lnTo>
                  <a:lnTo>
                    <a:pt x="149542" y="39719"/>
                  </a:lnTo>
                  <a:lnTo>
                    <a:pt x="186837" y="39719"/>
                  </a:lnTo>
                  <a:lnTo>
                    <a:pt x="212026" y="135826"/>
                  </a:lnTo>
                  <a:lnTo>
                    <a:pt x="216740" y="152900"/>
                  </a:lnTo>
                  <a:lnTo>
                    <a:pt x="218884" y="160972"/>
                  </a:lnTo>
                  <a:lnTo>
                    <a:pt x="220170" y="166687"/>
                  </a:lnTo>
                  <a:lnTo>
                    <a:pt x="221170" y="172402"/>
                  </a:lnTo>
                  <a:lnTo>
                    <a:pt x="255837" y="172402"/>
                  </a:lnTo>
                  <a:lnTo>
                    <a:pt x="248697" y="198405"/>
                  </a:lnTo>
                  <a:lnTo>
                    <a:pt x="245649" y="2105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19568" y="957833"/>
              <a:ext cx="132778" cy="210597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82826" y="1024985"/>
              <a:ext cx="131159" cy="14649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35322" y="989933"/>
              <a:ext cx="106775" cy="181546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1679448" y="963930"/>
            <a:ext cx="180340" cy="207645"/>
            <a:chOff x="1679448" y="963930"/>
            <a:chExt cx="180340" cy="207645"/>
          </a:xfrm>
        </p:grpSpPr>
        <p:sp>
          <p:nvSpPr>
            <p:cNvPr id="34" name="object 34" descr=""/>
            <p:cNvSpPr/>
            <p:nvPr/>
          </p:nvSpPr>
          <p:spPr>
            <a:xfrm>
              <a:off x="1679448" y="963930"/>
              <a:ext cx="44450" cy="205104"/>
            </a:xfrm>
            <a:custGeom>
              <a:avLst/>
              <a:gdLst/>
              <a:ahLst/>
              <a:cxnLst/>
              <a:rect l="l" t="t" r="r" b="b"/>
              <a:pathLst>
                <a:path w="44450" h="205105">
                  <a:moveTo>
                    <a:pt x="38100" y="204501"/>
                  </a:moveTo>
                  <a:lnTo>
                    <a:pt x="4572" y="204501"/>
                  </a:lnTo>
                  <a:lnTo>
                    <a:pt x="1524" y="201453"/>
                  </a:lnTo>
                  <a:lnTo>
                    <a:pt x="1524" y="68675"/>
                  </a:lnTo>
                  <a:lnTo>
                    <a:pt x="4572" y="65627"/>
                  </a:lnTo>
                  <a:lnTo>
                    <a:pt x="39624" y="65627"/>
                  </a:lnTo>
                  <a:lnTo>
                    <a:pt x="41148" y="70199"/>
                  </a:lnTo>
                  <a:lnTo>
                    <a:pt x="41148" y="199929"/>
                  </a:lnTo>
                  <a:lnTo>
                    <a:pt x="38100" y="204501"/>
                  </a:lnTo>
                  <a:close/>
                </a:path>
                <a:path w="44450" h="205105">
                  <a:moveTo>
                    <a:pt x="42672" y="35147"/>
                  </a:moveTo>
                  <a:lnTo>
                    <a:pt x="1524" y="35147"/>
                  </a:lnTo>
                  <a:lnTo>
                    <a:pt x="0" y="30575"/>
                  </a:lnTo>
                  <a:lnTo>
                    <a:pt x="0" y="4572"/>
                  </a:lnTo>
                  <a:lnTo>
                    <a:pt x="3048" y="0"/>
                  </a:lnTo>
                  <a:lnTo>
                    <a:pt x="41148" y="0"/>
                  </a:lnTo>
                  <a:lnTo>
                    <a:pt x="44196" y="6096"/>
                  </a:lnTo>
                  <a:lnTo>
                    <a:pt x="44196" y="30575"/>
                  </a:lnTo>
                  <a:lnTo>
                    <a:pt x="42672" y="35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49552" y="1024985"/>
              <a:ext cx="109823" cy="146423"/>
            </a:xfrm>
            <a:prstGeom prst="rect">
              <a:avLst/>
            </a:prstGeom>
          </p:spPr>
        </p:pic>
      </p:grpSp>
      <p:pic>
        <p:nvPicPr>
          <p:cNvPr id="36" name="object 36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96725" y="951738"/>
            <a:ext cx="1676304" cy="276225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29652" y="1429321"/>
            <a:ext cx="186023" cy="175545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00270" y="1417129"/>
            <a:ext cx="184594" cy="210597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706879" y="1417129"/>
            <a:ext cx="1344295" cy="217170"/>
            <a:chOff x="1706879" y="1417129"/>
            <a:chExt cx="1344295" cy="217170"/>
          </a:xfrm>
        </p:grpSpPr>
        <p:pic>
          <p:nvPicPr>
            <p:cNvPr id="40" name="object 4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06879" y="1417129"/>
              <a:ext cx="105251" cy="216693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53279" y="1487328"/>
              <a:ext cx="108299" cy="14344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86057" y="1493424"/>
              <a:ext cx="131159" cy="134302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38552" y="1487328"/>
              <a:ext cx="106775" cy="143446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2269235" y="1551432"/>
              <a:ext cx="81280" cy="18415"/>
            </a:xfrm>
            <a:custGeom>
              <a:avLst/>
              <a:gdLst/>
              <a:ahLst/>
              <a:cxnLst/>
              <a:rect l="l" t="t" r="r" b="b"/>
              <a:pathLst>
                <a:path w="81280" h="18415">
                  <a:moveTo>
                    <a:pt x="80771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80771" y="0"/>
                  </a:lnTo>
                  <a:lnTo>
                    <a:pt x="80771" y="18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393251" y="1417129"/>
              <a:ext cx="120491" cy="213645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541269" y="1487328"/>
              <a:ext cx="106775" cy="143446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678525" y="1487328"/>
              <a:ext cx="231838" cy="143446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30175" y="1417129"/>
              <a:ext cx="120586" cy="213645"/>
            </a:xfrm>
            <a:prstGeom prst="rect">
              <a:avLst/>
            </a:prstGeom>
          </p:spPr>
        </p:pic>
      </p:grpSp>
      <p:grpSp>
        <p:nvGrpSpPr>
          <p:cNvPr id="49" name="object 49" descr=""/>
          <p:cNvGrpSpPr/>
          <p:nvPr/>
        </p:nvGrpSpPr>
        <p:grpSpPr>
          <a:xfrm>
            <a:off x="3188017" y="1417129"/>
            <a:ext cx="949325" cy="268605"/>
            <a:chOff x="3188017" y="1417129"/>
            <a:chExt cx="949325" cy="268605"/>
          </a:xfrm>
        </p:grpSpPr>
        <p:pic>
          <p:nvPicPr>
            <p:cNvPr id="50" name="object 5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188017" y="1417129"/>
              <a:ext cx="120491" cy="213645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343560" y="1487328"/>
              <a:ext cx="233362" cy="143446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609022" y="1417129"/>
              <a:ext cx="373665" cy="213645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016311" y="1490376"/>
              <a:ext cx="120491" cy="195357"/>
            </a:xfrm>
            <a:prstGeom prst="rect">
              <a:avLst/>
            </a:prstGeom>
          </p:spPr>
        </p:pic>
      </p:grpSp>
      <p:pic>
        <p:nvPicPr>
          <p:cNvPr id="54" name="object 54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264914" y="1487328"/>
            <a:ext cx="108299" cy="143446"/>
          </a:xfrm>
          <a:prstGeom prst="rect">
            <a:avLst/>
          </a:prstGeom>
        </p:spPr>
      </p:pic>
      <p:grpSp>
        <p:nvGrpSpPr>
          <p:cNvPr id="55" name="object 55" descr=""/>
          <p:cNvGrpSpPr/>
          <p:nvPr/>
        </p:nvGrpSpPr>
        <p:grpSpPr>
          <a:xfrm>
            <a:off x="4418932" y="1417319"/>
            <a:ext cx="334645" cy="268605"/>
            <a:chOff x="4418932" y="1417319"/>
            <a:chExt cx="334645" cy="268605"/>
          </a:xfrm>
        </p:grpSpPr>
        <p:pic>
          <p:nvPicPr>
            <p:cNvPr id="56" name="object 5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418932" y="1490376"/>
              <a:ext cx="120491" cy="195357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574571" y="1490376"/>
              <a:ext cx="120491" cy="195357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4730496" y="141731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4801838" y="1429321"/>
            <a:ext cx="487045" cy="201930"/>
            <a:chOff x="4801838" y="1429321"/>
            <a:chExt cx="487045" cy="201930"/>
          </a:xfrm>
        </p:grpSpPr>
        <p:sp>
          <p:nvSpPr>
            <p:cNvPr id="60" name="object 60" descr=""/>
            <p:cNvSpPr/>
            <p:nvPr/>
          </p:nvSpPr>
          <p:spPr>
            <a:xfrm>
              <a:off x="4801832" y="142932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5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5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861274" y="1487328"/>
              <a:ext cx="114490" cy="14344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001672" y="1487328"/>
              <a:ext cx="106775" cy="143446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135880" y="1455324"/>
              <a:ext cx="94583" cy="175450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5262461" y="142932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5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5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 descr=""/>
          <p:cNvGrpSpPr/>
          <p:nvPr/>
        </p:nvGrpSpPr>
        <p:grpSpPr>
          <a:xfrm>
            <a:off x="5320474" y="1487328"/>
            <a:ext cx="274955" cy="143510"/>
            <a:chOff x="5320474" y="1487328"/>
            <a:chExt cx="274955" cy="143510"/>
          </a:xfrm>
        </p:grpSpPr>
        <p:pic>
          <p:nvPicPr>
            <p:cNvPr id="66" name="object 6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486685" y="1490376"/>
              <a:ext cx="108299" cy="137350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20474" y="1487328"/>
              <a:ext cx="132683" cy="143446"/>
            </a:xfrm>
            <a:prstGeom prst="rect">
              <a:avLst/>
            </a:prstGeom>
          </p:spPr>
        </p:pic>
      </p:grpSp>
      <p:grpSp>
        <p:nvGrpSpPr>
          <p:cNvPr id="68" name="object 68" descr=""/>
          <p:cNvGrpSpPr/>
          <p:nvPr/>
        </p:nvGrpSpPr>
        <p:grpSpPr>
          <a:xfrm>
            <a:off x="5744527" y="1429321"/>
            <a:ext cx="297815" cy="201930"/>
            <a:chOff x="5744527" y="1429321"/>
            <a:chExt cx="297815" cy="201930"/>
          </a:xfrm>
        </p:grpSpPr>
        <p:pic>
          <p:nvPicPr>
            <p:cNvPr id="69" name="object 69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744527" y="1493424"/>
              <a:ext cx="106775" cy="137350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884831" y="1487328"/>
              <a:ext cx="100679" cy="143446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6014453" y="142932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96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96" y="198412"/>
                  </a:lnTo>
                  <a:lnTo>
                    <a:pt x="24396" y="64109"/>
                  </a:lnTo>
                  <a:close/>
                </a:path>
                <a:path w="27939" h="198755">
                  <a:moveTo>
                    <a:pt x="27444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44" y="27533"/>
                  </a:lnTo>
                  <a:lnTo>
                    <a:pt x="274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2" name="object 72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089237" y="1490376"/>
            <a:ext cx="106775" cy="137350"/>
          </a:xfrm>
          <a:prstGeom prst="rect">
            <a:avLst/>
          </a:prstGeom>
        </p:spPr>
      </p:pic>
      <p:pic>
        <p:nvPicPr>
          <p:cNvPr id="73" name="object 73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485858" y="1411033"/>
            <a:ext cx="137255" cy="222789"/>
          </a:xfrm>
          <a:prstGeom prst="rect">
            <a:avLst/>
          </a:prstGeom>
        </p:spPr>
      </p:pic>
      <p:pic>
        <p:nvPicPr>
          <p:cNvPr id="74" name="object 74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6229540" y="1490376"/>
            <a:ext cx="137350" cy="199929"/>
          </a:xfrm>
          <a:prstGeom prst="rect">
            <a:avLst/>
          </a:prstGeom>
        </p:spPr>
      </p:pic>
      <p:grpSp>
        <p:nvGrpSpPr>
          <p:cNvPr id="75" name="object 75" descr=""/>
          <p:cNvGrpSpPr/>
          <p:nvPr/>
        </p:nvGrpSpPr>
        <p:grpSpPr>
          <a:xfrm>
            <a:off x="6644449" y="1429321"/>
            <a:ext cx="253365" cy="198755"/>
            <a:chOff x="6644449" y="1429321"/>
            <a:chExt cx="253365" cy="198755"/>
          </a:xfrm>
        </p:grpSpPr>
        <p:pic>
          <p:nvPicPr>
            <p:cNvPr id="76" name="object 76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644449" y="1493424"/>
              <a:ext cx="198310" cy="134302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6870192" y="142932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5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40" h="198755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8" name="object 78" descr=""/>
          <p:cNvGrpSpPr/>
          <p:nvPr/>
        </p:nvGrpSpPr>
        <p:grpSpPr>
          <a:xfrm>
            <a:off x="6943439" y="1490376"/>
            <a:ext cx="279400" cy="200025"/>
            <a:chOff x="6943439" y="1490376"/>
            <a:chExt cx="279400" cy="200025"/>
          </a:xfrm>
        </p:grpSpPr>
        <p:pic>
          <p:nvPicPr>
            <p:cNvPr id="79" name="object 7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083743" y="1490376"/>
              <a:ext cx="138874" cy="199929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943439" y="1490376"/>
              <a:ext cx="108299" cy="137350"/>
            </a:xfrm>
            <a:prstGeom prst="rect">
              <a:avLst/>
            </a:prstGeom>
          </p:spPr>
        </p:pic>
      </p:grpSp>
      <p:pic>
        <p:nvPicPr>
          <p:cNvPr id="81" name="object 81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029652" y="1888617"/>
            <a:ext cx="186023" cy="175450"/>
          </a:xfrm>
          <a:prstGeom prst="rect">
            <a:avLst/>
          </a:prstGeom>
        </p:spPr>
      </p:pic>
      <p:grpSp>
        <p:nvGrpSpPr>
          <p:cNvPr id="82" name="object 82" descr=""/>
          <p:cNvGrpSpPr/>
          <p:nvPr/>
        </p:nvGrpSpPr>
        <p:grpSpPr>
          <a:xfrm>
            <a:off x="1420082" y="1878457"/>
            <a:ext cx="465455" cy="212090"/>
            <a:chOff x="1420082" y="1878457"/>
            <a:chExt cx="465455" cy="212090"/>
          </a:xfrm>
        </p:grpSpPr>
        <p:sp>
          <p:nvSpPr>
            <p:cNvPr id="83" name="object 83" descr=""/>
            <p:cNvSpPr/>
            <p:nvPr/>
          </p:nvSpPr>
          <p:spPr>
            <a:xfrm>
              <a:off x="1420075" y="1878469"/>
              <a:ext cx="131445" cy="208279"/>
            </a:xfrm>
            <a:custGeom>
              <a:avLst/>
              <a:gdLst/>
              <a:ahLst/>
              <a:cxnLst/>
              <a:rect l="l" t="t" r="r" b="b"/>
              <a:pathLst>
                <a:path w="131444" h="208280">
                  <a:moveTo>
                    <a:pt x="131254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93980"/>
                  </a:lnTo>
                  <a:lnTo>
                    <a:pt x="0" y="113030"/>
                  </a:lnTo>
                  <a:lnTo>
                    <a:pt x="0" y="208280"/>
                  </a:lnTo>
                  <a:lnTo>
                    <a:pt x="27520" y="208280"/>
                  </a:lnTo>
                  <a:lnTo>
                    <a:pt x="27520" y="113030"/>
                  </a:lnTo>
                  <a:lnTo>
                    <a:pt x="118960" y="113030"/>
                  </a:lnTo>
                  <a:lnTo>
                    <a:pt x="118960" y="93980"/>
                  </a:lnTo>
                  <a:lnTo>
                    <a:pt x="27520" y="93980"/>
                  </a:lnTo>
                  <a:lnTo>
                    <a:pt x="27520" y="17780"/>
                  </a:lnTo>
                  <a:lnTo>
                    <a:pt x="131254" y="17780"/>
                  </a:lnTo>
                  <a:lnTo>
                    <a:pt x="1312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572672" y="1946624"/>
              <a:ext cx="106775" cy="143446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711452" y="1946624"/>
              <a:ext cx="115919" cy="143446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1857844" y="1888629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472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472" y="198399"/>
                  </a:lnTo>
                  <a:lnTo>
                    <a:pt x="24472" y="64096"/>
                  </a:lnTo>
                  <a:close/>
                </a:path>
                <a:path w="27939" h="198755">
                  <a:moveTo>
                    <a:pt x="27520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7520" y="25996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/>
          <p:nvPr/>
        </p:nvSpPr>
        <p:spPr>
          <a:xfrm>
            <a:off x="1932432" y="1876044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19">
                <a:moveTo>
                  <a:pt x="228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59" y="0"/>
                </a:lnTo>
                <a:lnTo>
                  <a:pt x="22859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8" name="object 88" descr=""/>
          <p:cNvGrpSpPr/>
          <p:nvPr/>
        </p:nvGrpSpPr>
        <p:grpSpPr>
          <a:xfrm>
            <a:off x="2002821" y="1888617"/>
            <a:ext cx="655955" cy="201930"/>
            <a:chOff x="2002821" y="1888617"/>
            <a:chExt cx="655955" cy="201930"/>
          </a:xfrm>
        </p:grpSpPr>
        <p:sp>
          <p:nvSpPr>
            <p:cNvPr id="89" name="object 89" descr=""/>
            <p:cNvSpPr/>
            <p:nvPr/>
          </p:nvSpPr>
          <p:spPr>
            <a:xfrm>
              <a:off x="2002815" y="1888629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5">
                  <a:moveTo>
                    <a:pt x="25908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5908" y="25996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057685" y="1913096"/>
              <a:ext cx="94583" cy="176974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176652" y="1946624"/>
              <a:ext cx="108299" cy="143446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312384" y="1913096"/>
              <a:ext cx="94583" cy="176974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426874" y="1946624"/>
              <a:ext cx="231838" cy="143446"/>
            </a:xfrm>
            <a:prstGeom prst="rect">
              <a:avLst/>
            </a:prstGeom>
          </p:spPr>
        </p:pic>
      </p:grpSp>
      <p:grpSp>
        <p:nvGrpSpPr>
          <p:cNvPr id="94" name="object 94" descr=""/>
          <p:cNvGrpSpPr/>
          <p:nvPr/>
        </p:nvGrpSpPr>
        <p:grpSpPr>
          <a:xfrm>
            <a:off x="2777680" y="1913096"/>
            <a:ext cx="502284" cy="177165"/>
            <a:chOff x="2777680" y="1913096"/>
            <a:chExt cx="502284" cy="177165"/>
          </a:xfrm>
        </p:grpSpPr>
        <p:pic>
          <p:nvPicPr>
            <p:cNvPr id="95" name="object 95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777680" y="1946624"/>
              <a:ext cx="114395" cy="143446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916459" y="1946624"/>
              <a:ext cx="108299" cy="143446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052286" y="1913096"/>
              <a:ext cx="94487" cy="176974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171253" y="1946624"/>
              <a:ext cx="108299" cy="143446"/>
            </a:xfrm>
            <a:prstGeom prst="rect">
              <a:avLst/>
            </a:prstGeom>
          </p:spPr>
        </p:pic>
      </p:grpSp>
      <p:grpSp>
        <p:nvGrpSpPr>
          <p:cNvPr id="99" name="object 99" descr=""/>
          <p:cNvGrpSpPr/>
          <p:nvPr/>
        </p:nvGrpSpPr>
        <p:grpSpPr>
          <a:xfrm>
            <a:off x="3325367" y="1876044"/>
            <a:ext cx="1135380" cy="273685"/>
            <a:chOff x="3325367" y="1876044"/>
            <a:chExt cx="1135380" cy="273685"/>
          </a:xfrm>
        </p:grpSpPr>
        <p:sp>
          <p:nvSpPr>
            <p:cNvPr id="100" name="object 100" descr=""/>
            <p:cNvSpPr/>
            <p:nvPr/>
          </p:nvSpPr>
          <p:spPr>
            <a:xfrm>
              <a:off x="3325367" y="1876044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381756" y="1946624"/>
              <a:ext cx="377952" cy="202977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801237" y="1876424"/>
              <a:ext cx="120491" cy="213645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949160" y="1946624"/>
              <a:ext cx="106775" cy="143446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086415" y="1946624"/>
              <a:ext cx="231838" cy="143446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339685" y="1876424"/>
              <a:ext cx="120491" cy="213645"/>
            </a:xfrm>
            <a:prstGeom prst="rect">
              <a:avLst/>
            </a:prstGeom>
          </p:spPr>
        </p:pic>
      </p:grpSp>
      <p:grpSp>
        <p:nvGrpSpPr>
          <p:cNvPr id="106" name="object 106" descr=""/>
          <p:cNvGrpSpPr/>
          <p:nvPr/>
        </p:nvGrpSpPr>
        <p:grpSpPr>
          <a:xfrm>
            <a:off x="4594383" y="1876425"/>
            <a:ext cx="627380" cy="213995"/>
            <a:chOff x="4594383" y="1876425"/>
            <a:chExt cx="627380" cy="213995"/>
          </a:xfrm>
        </p:grpSpPr>
        <p:pic>
          <p:nvPicPr>
            <p:cNvPr id="107" name="object 107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594383" y="1946624"/>
              <a:ext cx="132683" cy="143446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752975" y="1876425"/>
              <a:ext cx="210502" cy="213645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998624" y="1946624"/>
              <a:ext cx="114395" cy="143446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146548" y="1948148"/>
              <a:ext cx="74771" cy="138874"/>
            </a:xfrm>
            <a:prstGeom prst="rect">
              <a:avLst/>
            </a:prstGeom>
          </p:spPr>
        </p:pic>
      </p:grpSp>
      <p:grpSp>
        <p:nvGrpSpPr>
          <p:cNvPr id="111" name="object 111" descr=""/>
          <p:cNvGrpSpPr/>
          <p:nvPr/>
        </p:nvGrpSpPr>
        <p:grpSpPr>
          <a:xfrm>
            <a:off x="5350954" y="1946624"/>
            <a:ext cx="339090" cy="143510"/>
            <a:chOff x="5350954" y="1946624"/>
            <a:chExt cx="339090" cy="143510"/>
          </a:xfrm>
        </p:grpSpPr>
        <p:pic>
          <p:nvPicPr>
            <p:cNvPr id="112" name="object 112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350954" y="1948148"/>
              <a:ext cx="190690" cy="138874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582793" y="1946624"/>
              <a:ext cx="106775" cy="143446"/>
            </a:xfrm>
            <a:prstGeom prst="rect">
              <a:avLst/>
            </a:prstGeom>
          </p:spPr>
        </p:pic>
      </p:grpSp>
      <p:grpSp>
        <p:nvGrpSpPr>
          <p:cNvPr id="114" name="object 114" descr=""/>
          <p:cNvGrpSpPr/>
          <p:nvPr/>
        </p:nvGrpSpPr>
        <p:grpSpPr>
          <a:xfrm>
            <a:off x="5736907" y="1913096"/>
            <a:ext cx="1193165" cy="236854"/>
            <a:chOff x="5736907" y="1913096"/>
            <a:chExt cx="1193165" cy="236854"/>
          </a:xfrm>
        </p:grpSpPr>
        <p:pic>
          <p:nvPicPr>
            <p:cNvPr id="115" name="object 115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736907" y="1948148"/>
              <a:ext cx="106775" cy="138874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884830" y="1946624"/>
              <a:ext cx="106775" cy="143446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022085" y="1946624"/>
              <a:ext cx="266986" cy="202977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6324123" y="1948148"/>
              <a:ext cx="190690" cy="138874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6549865" y="1946624"/>
              <a:ext cx="114395" cy="143446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697884" y="1948148"/>
              <a:ext cx="106775" cy="138874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835140" y="1913096"/>
              <a:ext cx="94583" cy="176974"/>
            </a:xfrm>
            <a:prstGeom prst="rect">
              <a:avLst/>
            </a:prstGeom>
          </p:spPr>
        </p:pic>
      </p:grpSp>
      <p:grpSp>
        <p:nvGrpSpPr>
          <p:cNvPr id="122" name="object 122" descr=""/>
          <p:cNvGrpSpPr/>
          <p:nvPr/>
        </p:nvGrpSpPr>
        <p:grpSpPr>
          <a:xfrm>
            <a:off x="7048690" y="1873376"/>
            <a:ext cx="325120" cy="217170"/>
            <a:chOff x="7048690" y="1873376"/>
            <a:chExt cx="325120" cy="217170"/>
          </a:xfrm>
        </p:grpSpPr>
        <p:pic>
          <p:nvPicPr>
            <p:cNvPr id="123" name="object 123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7048690" y="1873376"/>
              <a:ext cx="225742" cy="216693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7300341" y="1948148"/>
              <a:ext cx="73247" cy="138874"/>
            </a:xfrm>
            <a:prstGeom prst="rect">
              <a:avLst/>
            </a:prstGeom>
          </p:spPr>
        </p:pic>
      </p:grpSp>
      <p:grpSp>
        <p:nvGrpSpPr>
          <p:cNvPr id="125" name="object 125" descr=""/>
          <p:cNvGrpSpPr/>
          <p:nvPr/>
        </p:nvGrpSpPr>
        <p:grpSpPr>
          <a:xfrm>
            <a:off x="7504748" y="1913096"/>
            <a:ext cx="445770" cy="177165"/>
            <a:chOff x="7504748" y="1913096"/>
            <a:chExt cx="445770" cy="177165"/>
          </a:xfrm>
        </p:grpSpPr>
        <p:pic>
          <p:nvPicPr>
            <p:cNvPr id="126" name="object 126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7504748" y="1913096"/>
              <a:ext cx="312705" cy="176974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841837" y="1946624"/>
              <a:ext cx="108299" cy="143446"/>
            </a:xfrm>
            <a:prstGeom prst="rect">
              <a:avLst/>
            </a:prstGeom>
          </p:spPr>
        </p:pic>
      </p:grpSp>
      <p:sp>
        <p:nvSpPr>
          <p:cNvPr id="128" name="object 128" descr=""/>
          <p:cNvSpPr/>
          <p:nvPr/>
        </p:nvSpPr>
        <p:spPr>
          <a:xfrm>
            <a:off x="7994320" y="1888629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40" h="198755">
                <a:moveTo>
                  <a:pt x="24485" y="64096"/>
                </a:moveTo>
                <a:lnTo>
                  <a:pt x="3048" y="64096"/>
                </a:lnTo>
                <a:lnTo>
                  <a:pt x="3048" y="198399"/>
                </a:lnTo>
                <a:lnTo>
                  <a:pt x="24485" y="198399"/>
                </a:lnTo>
                <a:lnTo>
                  <a:pt x="24485" y="64096"/>
                </a:lnTo>
                <a:close/>
              </a:path>
              <a:path w="27940" h="198755">
                <a:moveTo>
                  <a:pt x="27533" y="0"/>
                </a:moveTo>
                <a:lnTo>
                  <a:pt x="0" y="0"/>
                </a:lnTo>
                <a:lnTo>
                  <a:pt x="0" y="25996"/>
                </a:lnTo>
                <a:lnTo>
                  <a:pt x="27533" y="25996"/>
                </a:lnTo>
                <a:lnTo>
                  <a:pt x="27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8068055" y="1876044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59" h="210819">
                <a:moveTo>
                  <a:pt x="22860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60" y="0"/>
                </a:lnTo>
                <a:lnTo>
                  <a:pt x="22860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0" name="object 130" descr=""/>
          <p:cNvGrpSpPr/>
          <p:nvPr/>
        </p:nvGrpSpPr>
        <p:grpSpPr>
          <a:xfrm>
            <a:off x="814577" y="2335720"/>
            <a:ext cx="1042035" cy="271780"/>
            <a:chOff x="814577" y="2335720"/>
            <a:chExt cx="1042035" cy="271780"/>
          </a:xfrm>
        </p:grpSpPr>
        <p:pic>
          <p:nvPicPr>
            <p:cNvPr id="131" name="object 131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814577" y="2335720"/>
              <a:ext cx="166211" cy="210597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017460" y="2402871"/>
              <a:ext cx="89915" cy="143446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1127283" y="2341816"/>
              <a:ext cx="45720" cy="205104"/>
            </a:xfrm>
            <a:custGeom>
              <a:avLst/>
              <a:gdLst/>
              <a:ahLst/>
              <a:cxnLst/>
              <a:rect l="l" t="t" r="r" b="b"/>
              <a:pathLst>
                <a:path w="45719" h="205105">
                  <a:moveTo>
                    <a:pt x="39624" y="204501"/>
                  </a:moveTo>
                  <a:lnTo>
                    <a:pt x="6096" y="204501"/>
                  </a:lnTo>
                  <a:lnTo>
                    <a:pt x="3048" y="199929"/>
                  </a:lnTo>
                  <a:lnTo>
                    <a:pt x="3048" y="68675"/>
                  </a:lnTo>
                  <a:lnTo>
                    <a:pt x="6096" y="65627"/>
                  </a:lnTo>
                  <a:lnTo>
                    <a:pt x="41148" y="65627"/>
                  </a:lnTo>
                  <a:lnTo>
                    <a:pt x="42672" y="70199"/>
                  </a:lnTo>
                  <a:lnTo>
                    <a:pt x="42672" y="199929"/>
                  </a:lnTo>
                  <a:lnTo>
                    <a:pt x="39624" y="204501"/>
                  </a:lnTo>
                  <a:close/>
                </a:path>
                <a:path w="45719" h="205105">
                  <a:moveTo>
                    <a:pt x="42672" y="35052"/>
                  </a:moveTo>
                  <a:lnTo>
                    <a:pt x="1524" y="35052"/>
                  </a:lnTo>
                  <a:lnTo>
                    <a:pt x="0" y="28956"/>
                  </a:lnTo>
                  <a:lnTo>
                    <a:pt x="0" y="4572"/>
                  </a:lnTo>
                  <a:lnTo>
                    <a:pt x="3048" y="0"/>
                  </a:lnTo>
                  <a:lnTo>
                    <a:pt x="42672" y="0"/>
                  </a:lnTo>
                  <a:lnTo>
                    <a:pt x="45720" y="4572"/>
                  </a:lnTo>
                  <a:lnTo>
                    <a:pt x="45720" y="28956"/>
                  </a:lnTo>
                  <a:lnTo>
                    <a:pt x="42672" y="35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206531" y="2402871"/>
              <a:ext cx="225742" cy="143446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462849" y="2401347"/>
              <a:ext cx="131159" cy="148018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619916" y="2402871"/>
              <a:ext cx="236410" cy="204406"/>
            </a:xfrm>
            <a:prstGeom prst="rect">
              <a:avLst/>
            </a:prstGeom>
          </p:spPr>
        </p:pic>
      </p:grpSp>
      <p:grpSp>
        <p:nvGrpSpPr>
          <p:cNvPr id="137" name="object 137" descr=""/>
          <p:cNvGrpSpPr/>
          <p:nvPr/>
        </p:nvGrpSpPr>
        <p:grpSpPr>
          <a:xfrm>
            <a:off x="1993677" y="2328100"/>
            <a:ext cx="1353185" cy="279400"/>
            <a:chOff x="1993677" y="2328100"/>
            <a:chExt cx="1353185" cy="279400"/>
          </a:xfrm>
        </p:grpSpPr>
        <p:pic>
          <p:nvPicPr>
            <p:cNvPr id="138" name="object 138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993677" y="2328100"/>
              <a:ext cx="202882" cy="224313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234660" y="2335720"/>
              <a:ext cx="138779" cy="213645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2364295" y="2341816"/>
              <a:ext cx="88900" cy="266065"/>
            </a:xfrm>
            <a:custGeom>
              <a:avLst/>
              <a:gdLst/>
              <a:ahLst/>
              <a:cxnLst/>
              <a:rect l="l" t="t" r="r" b="b"/>
              <a:pathLst>
                <a:path w="88900" h="266064">
                  <a:moveTo>
                    <a:pt x="83396" y="241077"/>
                  </a:moveTo>
                  <a:lnTo>
                    <a:pt x="30480" y="241077"/>
                  </a:lnTo>
                  <a:lnTo>
                    <a:pt x="41107" y="239053"/>
                  </a:lnTo>
                  <a:lnTo>
                    <a:pt x="46565" y="234029"/>
                  </a:lnTo>
                  <a:lnTo>
                    <a:pt x="48576" y="227576"/>
                  </a:lnTo>
                  <a:lnTo>
                    <a:pt x="48863" y="221265"/>
                  </a:lnTo>
                  <a:lnTo>
                    <a:pt x="48863" y="68675"/>
                  </a:lnTo>
                  <a:lnTo>
                    <a:pt x="51911" y="65627"/>
                  </a:lnTo>
                  <a:lnTo>
                    <a:pt x="86963" y="65627"/>
                  </a:lnTo>
                  <a:lnTo>
                    <a:pt x="88487" y="70199"/>
                  </a:lnTo>
                  <a:lnTo>
                    <a:pt x="88487" y="213645"/>
                  </a:lnTo>
                  <a:lnTo>
                    <a:pt x="86415" y="233457"/>
                  </a:lnTo>
                  <a:lnTo>
                    <a:pt x="86296" y="234600"/>
                  </a:lnTo>
                  <a:lnTo>
                    <a:pt x="83396" y="241077"/>
                  </a:lnTo>
                  <a:close/>
                </a:path>
                <a:path w="88900" h="266064">
                  <a:moveTo>
                    <a:pt x="44291" y="265461"/>
                  </a:moveTo>
                  <a:lnTo>
                    <a:pt x="28972" y="264175"/>
                  </a:lnTo>
                  <a:lnTo>
                    <a:pt x="14680" y="260889"/>
                  </a:lnTo>
                  <a:lnTo>
                    <a:pt x="4121" y="256460"/>
                  </a:lnTo>
                  <a:lnTo>
                    <a:pt x="0" y="251745"/>
                  </a:lnTo>
                  <a:lnTo>
                    <a:pt x="0" y="250221"/>
                  </a:lnTo>
                  <a:lnTo>
                    <a:pt x="1524" y="245649"/>
                  </a:lnTo>
                  <a:lnTo>
                    <a:pt x="3048" y="242601"/>
                  </a:lnTo>
                  <a:lnTo>
                    <a:pt x="6096" y="233457"/>
                  </a:lnTo>
                  <a:lnTo>
                    <a:pt x="9144" y="233457"/>
                  </a:lnTo>
                  <a:lnTo>
                    <a:pt x="10668" y="234981"/>
                  </a:lnTo>
                  <a:lnTo>
                    <a:pt x="12192" y="234981"/>
                  </a:lnTo>
                  <a:lnTo>
                    <a:pt x="18288" y="239553"/>
                  </a:lnTo>
                  <a:lnTo>
                    <a:pt x="25908" y="241077"/>
                  </a:lnTo>
                  <a:lnTo>
                    <a:pt x="83396" y="241077"/>
                  </a:lnTo>
                  <a:lnTo>
                    <a:pt x="78962" y="250983"/>
                  </a:lnTo>
                  <a:lnTo>
                    <a:pt x="65341" y="261651"/>
                  </a:lnTo>
                  <a:lnTo>
                    <a:pt x="44291" y="265461"/>
                  </a:lnTo>
                  <a:close/>
                </a:path>
                <a:path w="88900" h="266064">
                  <a:moveTo>
                    <a:pt x="86963" y="35052"/>
                  </a:moveTo>
                  <a:lnTo>
                    <a:pt x="45815" y="35052"/>
                  </a:lnTo>
                  <a:lnTo>
                    <a:pt x="44291" y="28956"/>
                  </a:lnTo>
                  <a:lnTo>
                    <a:pt x="44291" y="4571"/>
                  </a:lnTo>
                  <a:lnTo>
                    <a:pt x="47339" y="0"/>
                  </a:lnTo>
                  <a:lnTo>
                    <a:pt x="86963" y="0"/>
                  </a:lnTo>
                  <a:lnTo>
                    <a:pt x="88487" y="4571"/>
                  </a:lnTo>
                  <a:lnTo>
                    <a:pt x="88487" y="28956"/>
                  </a:lnTo>
                  <a:lnTo>
                    <a:pt x="86963" y="35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481738" y="2401347"/>
              <a:ext cx="135731" cy="148018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2638901" y="2367724"/>
              <a:ext cx="248602" cy="181641"/>
            </a:xfrm>
            <a:prstGeom prst="rect">
              <a:avLst/>
            </a:prstGeom>
          </p:spPr>
        </p:pic>
        <p:sp>
          <p:nvSpPr>
            <p:cNvPr id="143" name="object 143" descr=""/>
            <p:cNvSpPr/>
            <p:nvPr/>
          </p:nvSpPr>
          <p:spPr>
            <a:xfrm>
              <a:off x="2913411" y="2341816"/>
              <a:ext cx="44450" cy="205104"/>
            </a:xfrm>
            <a:custGeom>
              <a:avLst/>
              <a:gdLst/>
              <a:ahLst/>
              <a:cxnLst/>
              <a:rect l="l" t="t" r="r" b="b"/>
              <a:pathLst>
                <a:path w="44450" h="205105">
                  <a:moveTo>
                    <a:pt x="39719" y="204501"/>
                  </a:moveTo>
                  <a:lnTo>
                    <a:pt x="4572" y="204501"/>
                  </a:lnTo>
                  <a:lnTo>
                    <a:pt x="1524" y="199929"/>
                  </a:lnTo>
                  <a:lnTo>
                    <a:pt x="1524" y="68675"/>
                  </a:lnTo>
                  <a:lnTo>
                    <a:pt x="6096" y="65627"/>
                  </a:lnTo>
                  <a:lnTo>
                    <a:pt x="39719" y="65627"/>
                  </a:lnTo>
                  <a:lnTo>
                    <a:pt x="42767" y="70199"/>
                  </a:lnTo>
                  <a:lnTo>
                    <a:pt x="42767" y="199929"/>
                  </a:lnTo>
                  <a:lnTo>
                    <a:pt x="39719" y="204501"/>
                  </a:lnTo>
                  <a:close/>
                </a:path>
                <a:path w="44450" h="205105">
                  <a:moveTo>
                    <a:pt x="42767" y="35052"/>
                  </a:moveTo>
                  <a:lnTo>
                    <a:pt x="1524" y="35052"/>
                  </a:lnTo>
                  <a:lnTo>
                    <a:pt x="0" y="28956"/>
                  </a:lnTo>
                  <a:lnTo>
                    <a:pt x="0" y="4572"/>
                  </a:lnTo>
                  <a:lnTo>
                    <a:pt x="3048" y="0"/>
                  </a:lnTo>
                  <a:lnTo>
                    <a:pt x="42767" y="0"/>
                  </a:lnTo>
                  <a:lnTo>
                    <a:pt x="44291" y="4572"/>
                  </a:lnTo>
                  <a:lnTo>
                    <a:pt x="44291" y="28956"/>
                  </a:lnTo>
                  <a:lnTo>
                    <a:pt x="42767" y="35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982086" y="2401347"/>
              <a:ext cx="288321" cy="148018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3306984" y="2407443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4" h="139064">
                  <a:moveTo>
                    <a:pt x="38100" y="39624"/>
                  </a:moveTo>
                  <a:lnTo>
                    <a:pt x="0" y="39624"/>
                  </a:lnTo>
                  <a:lnTo>
                    <a:pt x="0" y="0"/>
                  </a:lnTo>
                  <a:lnTo>
                    <a:pt x="39624" y="0"/>
                  </a:lnTo>
                  <a:lnTo>
                    <a:pt x="39624" y="38100"/>
                  </a:lnTo>
                  <a:lnTo>
                    <a:pt x="38100" y="39624"/>
                  </a:lnTo>
                  <a:close/>
                </a:path>
                <a:path w="40004" h="139064">
                  <a:moveTo>
                    <a:pt x="38100" y="138874"/>
                  </a:moveTo>
                  <a:lnTo>
                    <a:pt x="0" y="138874"/>
                  </a:lnTo>
                  <a:lnTo>
                    <a:pt x="0" y="99155"/>
                  </a:lnTo>
                  <a:lnTo>
                    <a:pt x="39624" y="99155"/>
                  </a:lnTo>
                  <a:lnTo>
                    <a:pt x="39624" y="137350"/>
                  </a:lnTo>
                  <a:lnTo>
                    <a:pt x="38100" y="138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6" name="object 146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029652" y="2807207"/>
            <a:ext cx="186023" cy="175450"/>
          </a:xfrm>
          <a:prstGeom prst="rect">
            <a:avLst/>
          </a:prstGeom>
        </p:spPr>
      </p:pic>
      <p:grpSp>
        <p:nvGrpSpPr>
          <p:cNvPr id="147" name="object 147" descr=""/>
          <p:cNvGrpSpPr/>
          <p:nvPr/>
        </p:nvGrpSpPr>
        <p:grpSpPr>
          <a:xfrm>
            <a:off x="1421606" y="2795016"/>
            <a:ext cx="911225" cy="213995"/>
            <a:chOff x="1421606" y="2795016"/>
            <a:chExt cx="911225" cy="213995"/>
          </a:xfrm>
        </p:grpSpPr>
        <p:pic>
          <p:nvPicPr>
            <p:cNvPr id="148" name="object 148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421606" y="2795016"/>
              <a:ext cx="146494" cy="209073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609248" y="2865215"/>
              <a:ext cx="366045" cy="143446"/>
            </a:xfrm>
            <a:prstGeom prst="rect">
              <a:avLst/>
            </a:prstGeom>
          </p:spPr>
        </p:pic>
        <p:sp>
          <p:nvSpPr>
            <p:cNvPr id="150" name="object 150" descr=""/>
            <p:cNvSpPr/>
            <p:nvPr/>
          </p:nvSpPr>
          <p:spPr>
            <a:xfrm>
              <a:off x="2001291" y="280569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062257" y="2795016"/>
              <a:ext cx="120491" cy="213645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2217896" y="2865215"/>
              <a:ext cx="114395" cy="143446"/>
            </a:xfrm>
            <a:prstGeom prst="rect">
              <a:avLst/>
            </a:prstGeom>
          </p:spPr>
        </p:pic>
      </p:grpSp>
      <p:pic>
        <p:nvPicPr>
          <p:cNvPr id="153" name="object 153" descr="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2458878" y="2865215"/>
            <a:ext cx="106775" cy="143446"/>
          </a:xfrm>
          <a:prstGeom prst="rect">
            <a:avLst/>
          </a:prstGeom>
        </p:spPr>
      </p:pic>
      <p:grpSp>
        <p:nvGrpSpPr>
          <p:cNvPr id="154" name="object 154" descr=""/>
          <p:cNvGrpSpPr/>
          <p:nvPr/>
        </p:nvGrpSpPr>
        <p:grpSpPr>
          <a:xfrm>
            <a:off x="2713577" y="2790443"/>
            <a:ext cx="1275715" cy="218440"/>
            <a:chOff x="2713577" y="2790443"/>
            <a:chExt cx="1275715" cy="218440"/>
          </a:xfrm>
        </p:grpSpPr>
        <p:pic>
          <p:nvPicPr>
            <p:cNvPr id="155" name="object 155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2713577" y="2869787"/>
              <a:ext cx="106775" cy="138874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2853975" y="2865215"/>
              <a:ext cx="231838" cy="143446"/>
            </a:xfrm>
            <a:prstGeom prst="rect">
              <a:avLst/>
            </a:prstGeom>
          </p:spPr>
        </p:pic>
        <p:sp>
          <p:nvSpPr>
            <p:cNvPr id="157" name="object 157" descr=""/>
            <p:cNvSpPr/>
            <p:nvPr/>
          </p:nvSpPr>
          <p:spPr>
            <a:xfrm>
              <a:off x="3119336" y="2866745"/>
              <a:ext cx="163830" cy="137795"/>
            </a:xfrm>
            <a:custGeom>
              <a:avLst/>
              <a:gdLst/>
              <a:ahLst/>
              <a:cxnLst/>
              <a:rect l="l" t="t" r="r" b="b"/>
              <a:pathLst>
                <a:path w="163829" h="137794">
                  <a:moveTo>
                    <a:pt x="74764" y="0"/>
                  </a:moveTo>
                  <a:lnTo>
                    <a:pt x="56095" y="2590"/>
                  </a:lnTo>
                  <a:lnTo>
                    <a:pt x="41160" y="9334"/>
                  </a:lnTo>
                  <a:lnTo>
                    <a:pt x="29667" y="18643"/>
                  </a:lnTo>
                  <a:lnTo>
                    <a:pt x="21336" y="28956"/>
                  </a:lnTo>
                  <a:lnTo>
                    <a:pt x="21336" y="1524"/>
                  </a:lnTo>
                  <a:lnTo>
                    <a:pt x="0" y="1524"/>
                  </a:lnTo>
                  <a:lnTo>
                    <a:pt x="0" y="137350"/>
                  </a:lnTo>
                  <a:lnTo>
                    <a:pt x="22860" y="137350"/>
                  </a:lnTo>
                  <a:lnTo>
                    <a:pt x="22860" y="73240"/>
                  </a:lnTo>
                  <a:lnTo>
                    <a:pt x="26885" y="52209"/>
                  </a:lnTo>
                  <a:lnTo>
                    <a:pt x="37922" y="35636"/>
                  </a:lnTo>
                  <a:lnTo>
                    <a:pt x="54406" y="24498"/>
                  </a:lnTo>
                  <a:lnTo>
                    <a:pt x="74764" y="19812"/>
                  </a:lnTo>
                  <a:lnTo>
                    <a:pt x="74764" y="0"/>
                  </a:lnTo>
                  <a:close/>
                </a:path>
                <a:path w="163829" h="137794">
                  <a:moveTo>
                    <a:pt x="163360" y="60858"/>
                  </a:moveTo>
                  <a:lnTo>
                    <a:pt x="82588" y="60858"/>
                  </a:lnTo>
                  <a:lnTo>
                    <a:pt x="82588" y="79146"/>
                  </a:lnTo>
                  <a:lnTo>
                    <a:pt x="163360" y="79146"/>
                  </a:lnTo>
                  <a:lnTo>
                    <a:pt x="163360" y="60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306984" y="2790443"/>
              <a:ext cx="183070" cy="213645"/>
            </a:xfrm>
            <a:prstGeom prst="rect">
              <a:avLst/>
            </a:prstGeom>
          </p:spPr>
        </p:pic>
        <p:sp>
          <p:nvSpPr>
            <p:cNvPr id="159" name="object 159" descr=""/>
            <p:cNvSpPr/>
            <p:nvPr/>
          </p:nvSpPr>
          <p:spPr>
            <a:xfrm>
              <a:off x="3517481" y="280569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3576923" y="2865215"/>
              <a:ext cx="114490" cy="143446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3726465" y="2866739"/>
              <a:ext cx="106775" cy="137350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868292" y="2795016"/>
              <a:ext cx="120491" cy="213645"/>
            </a:xfrm>
            <a:prstGeom prst="rect">
              <a:avLst/>
            </a:prstGeom>
          </p:spPr>
        </p:pic>
      </p:grpSp>
      <p:grpSp>
        <p:nvGrpSpPr>
          <p:cNvPr id="163" name="object 163" descr=""/>
          <p:cNvGrpSpPr/>
          <p:nvPr/>
        </p:nvGrpSpPr>
        <p:grpSpPr>
          <a:xfrm>
            <a:off x="4037076" y="2793492"/>
            <a:ext cx="184150" cy="273685"/>
            <a:chOff x="4037076" y="2793492"/>
            <a:chExt cx="184150" cy="273685"/>
          </a:xfrm>
        </p:grpSpPr>
        <p:sp>
          <p:nvSpPr>
            <p:cNvPr id="164" name="object 164" descr=""/>
            <p:cNvSpPr/>
            <p:nvPr/>
          </p:nvSpPr>
          <p:spPr>
            <a:xfrm>
              <a:off x="4037076" y="279349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4089463" y="2869787"/>
              <a:ext cx="131159" cy="196786"/>
            </a:xfrm>
            <a:prstGeom prst="rect">
              <a:avLst/>
            </a:prstGeom>
          </p:spPr>
        </p:pic>
      </p:grpSp>
      <p:sp>
        <p:nvSpPr>
          <p:cNvPr id="166" name="object 166" descr=""/>
          <p:cNvSpPr/>
          <p:nvPr/>
        </p:nvSpPr>
        <p:spPr>
          <a:xfrm>
            <a:off x="4348822" y="2805696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5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7939" h="198755">
                <a:moveTo>
                  <a:pt x="27432" y="0"/>
                </a:moveTo>
                <a:lnTo>
                  <a:pt x="0" y="0"/>
                </a:lnTo>
                <a:lnTo>
                  <a:pt x="0" y="27520"/>
                </a:lnTo>
                <a:lnTo>
                  <a:pt x="27432" y="27520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7" name="object 167" descr=""/>
          <p:cNvGrpSpPr/>
          <p:nvPr/>
        </p:nvGrpSpPr>
        <p:grpSpPr>
          <a:xfrm>
            <a:off x="4421981" y="2790443"/>
            <a:ext cx="976630" cy="218440"/>
            <a:chOff x="4421981" y="2790443"/>
            <a:chExt cx="976630" cy="218440"/>
          </a:xfrm>
        </p:grpSpPr>
        <p:pic>
          <p:nvPicPr>
            <p:cNvPr id="168" name="object 168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4421981" y="2866739"/>
              <a:ext cx="108299" cy="137350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4559331" y="2831591"/>
              <a:ext cx="228790" cy="177069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4823174" y="2790443"/>
              <a:ext cx="294418" cy="218217"/>
            </a:xfrm>
            <a:prstGeom prst="rect">
              <a:avLst/>
            </a:prstGeom>
          </p:spPr>
        </p:pic>
        <p:pic>
          <p:nvPicPr>
            <p:cNvPr id="171" name="object 171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5149596" y="2865215"/>
              <a:ext cx="114395" cy="143446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283803" y="2865215"/>
              <a:ext cx="114395" cy="143446"/>
            </a:xfrm>
            <a:prstGeom prst="rect">
              <a:avLst/>
            </a:prstGeom>
          </p:spPr>
        </p:pic>
      </p:grpSp>
      <p:grpSp>
        <p:nvGrpSpPr>
          <p:cNvPr id="173" name="object 173" descr=""/>
          <p:cNvGrpSpPr/>
          <p:nvPr/>
        </p:nvGrpSpPr>
        <p:grpSpPr>
          <a:xfrm>
            <a:off x="5517260" y="2790443"/>
            <a:ext cx="327025" cy="218440"/>
            <a:chOff x="5517260" y="2790443"/>
            <a:chExt cx="327025" cy="218440"/>
          </a:xfrm>
        </p:grpSpPr>
        <p:pic>
          <p:nvPicPr>
            <p:cNvPr id="174" name="object 174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5517260" y="2790443"/>
              <a:ext cx="225742" cy="218217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5768911" y="2866739"/>
              <a:ext cx="74771" cy="137350"/>
            </a:xfrm>
            <a:prstGeom prst="rect">
              <a:avLst/>
            </a:prstGeom>
          </p:spPr>
        </p:pic>
      </p:grpSp>
      <p:grpSp>
        <p:nvGrpSpPr>
          <p:cNvPr id="176" name="object 176" descr=""/>
          <p:cNvGrpSpPr/>
          <p:nvPr/>
        </p:nvGrpSpPr>
        <p:grpSpPr>
          <a:xfrm>
            <a:off x="5973317" y="2866739"/>
            <a:ext cx="262890" cy="196850"/>
            <a:chOff x="5973317" y="2866739"/>
            <a:chExt cx="262890" cy="196850"/>
          </a:xfrm>
        </p:grpSpPr>
        <p:pic>
          <p:nvPicPr>
            <p:cNvPr id="177" name="object 177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973317" y="2866739"/>
              <a:ext cx="118967" cy="196786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6128861" y="2869787"/>
              <a:ext cx="106775" cy="138874"/>
            </a:xfrm>
            <a:prstGeom prst="rect">
              <a:avLst/>
            </a:prstGeom>
          </p:spPr>
        </p:pic>
      </p:grpSp>
      <p:grpSp>
        <p:nvGrpSpPr>
          <p:cNvPr id="179" name="object 179" descr=""/>
          <p:cNvGrpSpPr/>
          <p:nvPr/>
        </p:nvGrpSpPr>
        <p:grpSpPr>
          <a:xfrm>
            <a:off x="6284404" y="2795016"/>
            <a:ext cx="863600" cy="213995"/>
            <a:chOff x="6284404" y="2795016"/>
            <a:chExt cx="863600" cy="213995"/>
          </a:xfrm>
        </p:grpSpPr>
        <p:pic>
          <p:nvPicPr>
            <p:cNvPr id="180" name="object 180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6284404" y="2865215"/>
              <a:ext cx="204501" cy="143446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6522433" y="2795016"/>
              <a:ext cx="106775" cy="209073"/>
            </a:xfrm>
            <a:prstGeom prst="rect">
              <a:avLst/>
            </a:prstGeom>
          </p:spPr>
        </p:pic>
        <p:pic>
          <p:nvPicPr>
            <p:cNvPr id="182" name="object 182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6670357" y="2865215"/>
              <a:ext cx="106775" cy="143446"/>
            </a:xfrm>
            <a:prstGeom prst="rect">
              <a:avLst/>
            </a:prstGeom>
          </p:spPr>
        </p:pic>
        <p:pic>
          <p:nvPicPr>
            <p:cNvPr id="183" name="object 183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6807707" y="2865215"/>
              <a:ext cx="233362" cy="143446"/>
            </a:xfrm>
            <a:prstGeom prst="rect">
              <a:avLst/>
            </a:prstGeom>
          </p:spPr>
        </p:pic>
        <p:pic>
          <p:nvPicPr>
            <p:cNvPr id="184" name="object 184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7074598" y="2866643"/>
              <a:ext cx="73247" cy="137350"/>
            </a:xfrm>
            <a:prstGeom prst="rect">
              <a:avLst/>
            </a:prstGeom>
          </p:spPr>
        </p:pic>
      </p:grpSp>
      <p:sp>
        <p:nvSpPr>
          <p:cNvPr id="185" name="object 185" descr=""/>
          <p:cNvSpPr/>
          <p:nvPr/>
        </p:nvSpPr>
        <p:spPr>
          <a:xfrm>
            <a:off x="7275957" y="2805696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40" h="198755">
                <a:moveTo>
                  <a:pt x="24384" y="64096"/>
                </a:moveTo>
                <a:lnTo>
                  <a:pt x="3048" y="64096"/>
                </a:lnTo>
                <a:lnTo>
                  <a:pt x="3048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7940" h="198755">
                <a:moveTo>
                  <a:pt x="27432" y="0"/>
                </a:moveTo>
                <a:lnTo>
                  <a:pt x="0" y="0"/>
                </a:lnTo>
                <a:lnTo>
                  <a:pt x="0" y="27432"/>
                </a:lnTo>
                <a:lnTo>
                  <a:pt x="27432" y="27432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6" name="object 186" descr=""/>
          <p:cNvGrpSpPr/>
          <p:nvPr/>
        </p:nvGrpSpPr>
        <p:grpSpPr>
          <a:xfrm>
            <a:off x="7350728" y="2790443"/>
            <a:ext cx="430530" cy="252095"/>
            <a:chOff x="7350728" y="2790443"/>
            <a:chExt cx="430530" cy="252095"/>
          </a:xfrm>
        </p:grpSpPr>
        <p:pic>
          <p:nvPicPr>
            <p:cNvPr id="187" name="object 187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7350728" y="2866739"/>
              <a:ext cx="106775" cy="137350"/>
            </a:xfrm>
            <a:prstGeom prst="rect">
              <a:avLst/>
            </a:prstGeom>
          </p:spPr>
        </p:pic>
        <p:pic>
          <p:nvPicPr>
            <p:cNvPr id="188" name="object 188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7491031" y="2790443"/>
              <a:ext cx="225742" cy="218217"/>
            </a:xfrm>
            <a:prstGeom prst="rect">
              <a:avLst/>
            </a:prstGeom>
          </p:spPr>
        </p:pic>
        <p:sp>
          <p:nvSpPr>
            <p:cNvPr id="189" name="object 189" descr=""/>
            <p:cNvSpPr/>
            <p:nvPr/>
          </p:nvSpPr>
          <p:spPr>
            <a:xfrm>
              <a:off x="7754873" y="2979610"/>
              <a:ext cx="26034" cy="62865"/>
            </a:xfrm>
            <a:custGeom>
              <a:avLst/>
              <a:gdLst/>
              <a:ahLst/>
              <a:cxnLst/>
              <a:rect l="l" t="t" r="r" b="b"/>
              <a:pathLst>
                <a:path w="26034" h="62864">
                  <a:moveTo>
                    <a:pt x="12287" y="62579"/>
                  </a:moveTo>
                  <a:lnTo>
                    <a:pt x="0" y="62579"/>
                  </a:lnTo>
                  <a:lnTo>
                    <a:pt x="7715" y="24479"/>
                  </a:lnTo>
                  <a:lnTo>
                    <a:pt x="0" y="24479"/>
                  </a:lnTo>
                  <a:lnTo>
                    <a:pt x="0" y="0"/>
                  </a:lnTo>
                  <a:lnTo>
                    <a:pt x="26003" y="0"/>
                  </a:lnTo>
                  <a:lnTo>
                    <a:pt x="26003" y="24479"/>
                  </a:lnTo>
                  <a:lnTo>
                    <a:pt x="12287" y="62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0" name="object 190" descr=""/>
          <p:cNvGrpSpPr/>
          <p:nvPr/>
        </p:nvGrpSpPr>
        <p:grpSpPr>
          <a:xfrm>
            <a:off x="7933372" y="2805684"/>
            <a:ext cx="508000" cy="203200"/>
            <a:chOff x="7933372" y="2805684"/>
            <a:chExt cx="508000" cy="203200"/>
          </a:xfrm>
        </p:grpSpPr>
        <p:sp>
          <p:nvSpPr>
            <p:cNvPr id="191" name="object 191" descr=""/>
            <p:cNvSpPr/>
            <p:nvPr/>
          </p:nvSpPr>
          <p:spPr>
            <a:xfrm>
              <a:off x="7933372" y="2805696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4" h="198755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7988331" y="2831591"/>
              <a:ext cx="94583" cy="177069"/>
            </a:xfrm>
            <a:prstGeom prst="rect">
              <a:avLst/>
            </a:prstGeom>
          </p:spPr>
        </p:pic>
        <p:pic>
          <p:nvPicPr>
            <p:cNvPr id="193" name="object 193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8102726" y="2865215"/>
              <a:ext cx="114395" cy="143446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8250649" y="2866739"/>
              <a:ext cx="190690" cy="137350"/>
            </a:xfrm>
            <a:prstGeom prst="rect">
              <a:avLst/>
            </a:prstGeom>
          </p:spPr>
        </p:pic>
      </p:grpSp>
      <p:grpSp>
        <p:nvGrpSpPr>
          <p:cNvPr id="195" name="object 195" descr=""/>
          <p:cNvGrpSpPr/>
          <p:nvPr/>
        </p:nvGrpSpPr>
        <p:grpSpPr>
          <a:xfrm>
            <a:off x="8577072" y="2831591"/>
            <a:ext cx="662305" cy="235585"/>
            <a:chOff x="8577072" y="2831591"/>
            <a:chExt cx="662305" cy="235585"/>
          </a:xfrm>
        </p:grpSpPr>
        <p:pic>
          <p:nvPicPr>
            <p:cNvPr id="196" name="object 196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8577072" y="2865215"/>
              <a:ext cx="115919" cy="143446"/>
            </a:xfrm>
            <a:prstGeom prst="rect">
              <a:avLst/>
            </a:prstGeom>
          </p:spPr>
        </p:pic>
        <p:pic>
          <p:nvPicPr>
            <p:cNvPr id="197" name="object 197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8726615" y="2866739"/>
              <a:ext cx="106775" cy="137350"/>
            </a:xfrm>
            <a:prstGeom prst="rect">
              <a:avLst/>
            </a:prstGeom>
          </p:spPr>
        </p:pic>
        <p:pic>
          <p:nvPicPr>
            <p:cNvPr id="198" name="object 198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863965" y="2831591"/>
              <a:ext cx="94488" cy="176974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8991981" y="2866739"/>
              <a:ext cx="247078" cy="199834"/>
            </a:xfrm>
            <a:prstGeom prst="rect">
              <a:avLst/>
            </a:prstGeom>
          </p:spPr>
        </p:pic>
      </p:grpSp>
      <p:pic>
        <p:nvPicPr>
          <p:cNvPr id="200" name="object 200" descr="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1407890" y="3240595"/>
            <a:ext cx="108299" cy="143351"/>
          </a:xfrm>
          <a:prstGeom prst="rect">
            <a:avLst/>
          </a:prstGeom>
        </p:spPr>
      </p:pic>
      <p:grpSp>
        <p:nvGrpSpPr>
          <p:cNvPr id="201" name="object 201" descr=""/>
          <p:cNvGrpSpPr/>
          <p:nvPr/>
        </p:nvGrpSpPr>
        <p:grpSpPr>
          <a:xfrm>
            <a:off x="1562004" y="3170396"/>
            <a:ext cx="262890" cy="213995"/>
            <a:chOff x="1562004" y="3170396"/>
            <a:chExt cx="262890" cy="213995"/>
          </a:xfrm>
        </p:grpSpPr>
        <p:pic>
          <p:nvPicPr>
            <p:cNvPr id="202" name="object 202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562004" y="3243548"/>
              <a:ext cx="106775" cy="137350"/>
            </a:xfrm>
            <a:prstGeom prst="rect">
              <a:avLst/>
            </a:prstGeom>
          </p:spPr>
        </p:pic>
        <p:pic>
          <p:nvPicPr>
            <p:cNvPr id="203" name="object 203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703832" y="3170396"/>
              <a:ext cx="120491" cy="213550"/>
            </a:xfrm>
            <a:prstGeom prst="rect">
              <a:avLst/>
            </a:prstGeom>
          </p:spPr>
        </p:pic>
      </p:grpSp>
      <p:sp>
        <p:nvSpPr>
          <p:cNvPr id="204" name="object 204" descr=""/>
          <p:cNvSpPr/>
          <p:nvPr/>
        </p:nvSpPr>
        <p:spPr>
          <a:xfrm>
            <a:off x="1973859" y="3182505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5" h="198754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6035" h="198754">
                <a:moveTo>
                  <a:pt x="25908" y="0"/>
                </a:moveTo>
                <a:lnTo>
                  <a:pt x="0" y="0"/>
                </a:lnTo>
                <a:lnTo>
                  <a:pt x="0" y="27520"/>
                </a:lnTo>
                <a:lnTo>
                  <a:pt x="25908" y="27520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5" name="object 205" descr=""/>
          <p:cNvGrpSpPr/>
          <p:nvPr/>
        </p:nvGrpSpPr>
        <p:grpSpPr>
          <a:xfrm>
            <a:off x="2047017" y="3182493"/>
            <a:ext cx="753745" cy="201930"/>
            <a:chOff x="2047017" y="3182493"/>
            <a:chExt cx="753745" cy="201930"/>
          </a:xfrm>
        </p:grpSpPr>
        <p:pic>
          <p:nvPicPr>
            <p:cNvPr id="206" name="object 206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2047017" y="3243643"/>
              <a:ext cx="106775" cy="137255"/>
            </a:xfrm>
            <a:prstGeom prst="rect">
              <a:avLst/>
            </a:prstGeom>
          </p:spPr>
        </p:pic>
        <p:pic>
          <p:nvPicPr>
            <p:cNvPr id="207" name="object 207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2182748" y="3240595"/>
              <a:ext cx="277653" cy="143351"/>
            </a:xfrm>
            <a:prstGeom prst="rect">
              <a:avLst/>
            </a:prstGeom>
          </p:spPr>
        </p:pic>
        <p:sp>
          <p:nvSpPr>
            <p:cNvPr id="208" name="object 208" descr=""/>
            <p:cNvSpPr/>
            <p:nvPr/>
          </p:nvSpPr>
          <p:spPr>
            <a:xfrm>
              <a:off x="2492489" y="3182505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9" name="object 209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2551937" y="3240595"/>
              <a:ext cx="248602" cy="143351"/>
            </a:xfrm>
            <a:prstGeom prst="rect">
              <a:avLst/>
            </a:prstGeom>
          </p:spPr>
        </p:pic>
      </p:grpSp>
      <p:grpSp>
        <p:nvGrpSpPr>
          <p:cNvPr id="210" name="object 210" descr=""/>
          <p:cNvGrpSpPr/>
          <p:nvPr/>
        </p:nvGrpSpPr>
        <p:grpSpPr>
          <a:xfrm>
            <a:off x="2919507" y="3182493"/>
            <a:ext cx="1281430" cy="260985"/>
            <a:chOff x="2919507" y="3182493"/>
            <a:chExt cx="1281430" cy="260985"/>
          </a:xfrm>
        </p:grpSpPr>
        <p:pic>
          <p:nvPicPr>
            <p:cNvPr id="211" name="object 211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2919507" y="3240595"/>
              <a:ext cx="268509" cy="202882"/>
            </a:xfrm>
            <a:prstGeom prst="rect">
              <a:avLst/>
            </a:prstGeom>
          </p:spPr>
        </p:pic>
        <p:pic>
          <p:nvPicPr>
            <p:cNvPr id="212" name="object 212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3221545" y="3243643"/>
              <a:ext cx="106775" cy="137255"/>
            </a:xfrm>
            <a:prstGeom prst="rect">
              <a:avLst/>
            </a:prstGeom>
          </p:spPr>
        </p:pic>
        <p:pic>
          <p:nvPicPr>
            <p:cNvPr id="213" name="object 213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3363372" y="3240595"/>
              <a:ext cx="114490" cy="143351"/>
            </a:xfrm>
            <a:prstGeom prst="rect">
              <a:avLst/>
            </a:prstGeom>
          </p:spPr>
        </p:pic>
        <p:pic>
          <p:nvPicPr>
            <p:cNvPr id="214" name="object 214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3512915" y="3243643"/>
              <a:ext cx="73247" cy="137255"/>
            </a:xfrm>
            <a:prstGeom prst="rect">
              <a:avLst/>
            </a:prstGeom>
          </p:spPr>
        </p:pic>
        <p:pic>
          <p:nvPicPr>
            <p:cNvPr id="215" name="object 215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3607498" y="3240595"/>
              <a:ext cx="106775" cy="143351"/>
            </a:xfrm>
            <a:prstGeom prst="rect">
              <a:avLst/>
            </a:prstGeom>
          </p:spPr>
        </p:pic>
        <p:pic>
          <p:nvPicPr>
            <p:cNvPr id="216" name="object 216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3741705" y="3208496"/>
              <a:ext cx="94583" cy="175450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3868280" y="3182505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3926300" y="3240500"/>
              <a:ext cx="132683" cy="143446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4092511" y="3243548"/>
              <a:ext cx="108299" cy="137350"/>
            </a:xfrm>
            <a:prstGeom prst="rect">
              <a:avLst/>
            </a:prstGeom>
          </p:spPr>
        </p:pic>
      </p:grpSp>
      <p:pic>
        <p:nvPicPr>
          <p:cNvPr id="220" name="object 220" descr="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1029652" y="3641883"/>
            <a:ext cx="186023" cy="175450"/>
          </a:xfrm>
          <a:prstGeom prst="rect">
            <a:avLst/>
          </a:prstGeom>
        </p:spPr>
      </p:pic>
      <p:grpSp>
        <p:nvGrpSpPr>
          <p:cNvPr id="221" name="object 221" descr=""/>
          <p:cNvGrpSpPr/>
          <p:nvPr/>
        </p:nvGrpSpPr>
        <p:grpSpPr>
          <a:xfrm>
            <a:off x="1420082" y="3630644"/>
            <a:ext cx="556895" cy="212725"/>
            <a:chOff x="1420082" y="3630644"/>
            <a:chExt cx="556895" cy="212725"/>
          </a:xfrm>
        </p:grpSpPr>
        <p:sp>
          <p:nvSpPr>
            <p:cNvPr id="222" name="object 222" descr=""/>
            <p:cNvSpPr/>
            <p:nvPr/>
          </p:nvSpPr>
          <p:spPr>
            <a:xfrm>
              <a:off x="1420075" y="3630650"/>
              <a:ext cx="139065" cy="209550"/>
            </a:xfrm>
            <a:custGeom>
              <a:avLst/>
              <a:gdLst/>
              <a:ahLst/>
              <a:cxnLst/>
              <a:rect l="l" t="t" r="r" b="b"/>
              <a:pathLst>
                <a:path w="139065" h="209550">
                  <a:moveTo>
                    <a:pt x="138874" y="187960"/>
                  </a:moveTo>
                  <a:lnTo>
                    <a:pt x="27520" y="187960"/>
                  </a:lnTo>
                  <a:lnTo>
                    <a:pt x="27520" y="109220"/>
                  </a:lnTo>
                  <a:lnTo>
                    <a:pt x="126580" y="109220"/>
                  </a:lnTo>
                  <a:lnTo>
                    <a:pt x="126580" y="90170"/>
                  </a:lnTo>
                  <a:lnTo>
                    <a:pt x="27520" y="90170"/>
                  </a:lnTo>
                  <a:lnTo>
                    <a:pt x="27520" y="19050"/>
                  </a:lnTo>
                  <a:lnTo>
                    <a:pt x="135826" y="19050"/>
                  </a:lnTo>
                  <a:lnTo>
                    <a:pt x="135826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90170"/>
                  </a:lnTo>
                  <a:lnTo>
                    <a:pt x="0" y="109220"/>
                  </a:lnTo>
                  <a:lnTo>
                    <a:pt x="0" y="187960"/>
                  </a:lnTo>
                  <a:lnTo>
                    <a:pt x="0" y="209550"/>
                  </a:lnTo>
                  <a:lnTo>
                    <a:pt x="138874" y="209550"/>
                  </a:lnTo>
                  <a:lnTo>
                    <a:pt x="138874" y="187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3" name="object 223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597056" y="3701319"/>
              <a:ext cx="106775" cy="138874"/>
            </a:xfrm>
            <a:prstGeom prst="rect">
              <a:avLst/>
            </a:prstGeom>
          </p:spPr>
        </p:pic>
        <p:pic>
          <p:nvPicPr>
            <p:cNvPr id="224" name="object 224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1737359" y="3699795"/>
              <a:ext cx="100679" cy="143446"/>
            </a:xfrm>
            <a:prstGeom prst="rect">
              <a:avLst/>
            </a:prstGeom>
          </p:spPr>
        </p:pic>
        <p:pic>
          <p:nvPicPr>
            <p:cNvPr id="225" name="object 225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1868519" y="3705891"/>
              <a:ext cx="108299" cy="137350"/>
            </a:xfrm>
            <a:prstGeom prst="rect">
              <a:avLst/>
            </a:prstGeom>
          </p:spPr>
        </p:pic>
      </p:grpSp>
      <p:pic>
        <p:nvPicPr>
          <p:cNvPr id="226" name="object 226" descr="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2025681" y="3699795"/>
            <a:ext cx="321849" cy="143446"/>
          </a:xfrm>
          <a:prstGeom prst="rect">
            <a:avLst/>
          </a:prstGeom>
        </p:spPr>
      </p:pic>
      <p:grpSp>
        <p:nvGrpSpPr>
          <p:cNvPr id="227" name="object 227" descr=""/>
          <p:cNvGrpSpPr/>
          <p:nvPr/>
        </p:nvGrpSpPr>
        <p:grpSpPr>
          <a:xfrm>
            <a:off x="2466498" y="3629596"/>
            <a:ext cx="523240" cy="213995"/>
            <a:chOff x="2466498" y="3629596"/>
            <a:chExt cx="523240" cy="213995"/>
          </a:xfrm>
        </p:grpSpPr>
        <p:pic>
          <p:nvPicPr>
            <p:cNvPr id="228" name="object 228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2466498" y="3629596"/>
              <a:ext cx="120491" cy="213645"/>
            </a:xfrm>
            <a:prstGeom prst="rect">
              <a:avLst/>
            </a:prstGeom>
          </p:spPr>
        </p:pic>
        <p:pic>
          <p:nvPicPr>
            <p:cNvPr id="229" name="object 229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2628233" y="3699795"/>
              <a:ext cx="106775" cy="143446"/>
            </a:xfrm>
            <a:prstGeom prst="rect">
              <a:avLst/>
            </a:prstGeom>
          </p:spPr>
        </p:pic>
        <p:pic>
          <p:nvPicPr>
            <p:cNvPr id="230" name="object 230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2762440" y="3666267"/>
              <a:ext cx="94583" cy="176974"/>
            </a:xfrm>
            <a:prstGeom prst="rect">
              <a:avLst/>
            </a:prstGeom>
          </p:spPr>
        </p:pic>
        <p:pic>
          <p:nvPicPr>
            <p:cNvPr id="231" name="object 231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2882931" y="3699795"/>
              <a:ext cx="106775" cy="143446"/>
            </a:xfrm>
            <a:prstGeom prst="rect">
              <a:avLst/>
            </a:prstGeom>
          </p:spPr>
        </p:pic>
      </p:grpSp>
      <p:grpSp>
        <p:nvGrpSpPr>
          <p:cNvPr id="232" name="object 232" descr=""/>
          <p:cNvGrpSpPr/>
          <p:nvPr/>
        </p:nvGrpSpPr>
        <p:grpSpPr>
          <a:xfrm>
            <a:off x="3116294" y="3699795"/>
            <a:ext cx="259715" cy="143510"/>
            <a:chOff x="3116294" y="3699795"/>
            <a:chExt cx="259715" cy="143510"/>
          </a:xfrm>
        </p:grpSpPr>
        <p:pic>
          <p:nvPicPr>
            <p:cNvPr id="233" name="object 23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116294" y="3705891"/>
              <a:ext cx="131159" cy="134302"/>
            </a:xfrm>
            <a:prstGeom prst="rect">
              <a:avLst/>
            </a:prstGeom>
          </p:spPr>
        </p:pic>
        <p:pic>
          <p:nvPicPr>
            <p:cNvPr id="234" name="object 234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3267360" y="3699795"/>
              <a:ext cx="108299" cy="143446"/>
            </a:xfrm>
            <a:prstGeom prst="rect">
              <a:avLst/>
            </a:prstGeom>
          </p:spPr>
        </p:pic>
      </p:grpSp>
      <p:sp>
        <p:nvSpPr>
          <p:cNvPr id="235" name="object 235" descr=""/>
          <p:cNvSpPr/>
          <p:nvPr/>
        </p:nvSpPr>
        <p:spPr>
          <a:xfrm>
            <a:off x="3421379" y="3630167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59" y="0"/>
                </a:lnTo>
                <a:lnTo>
                  <a:pt x="22859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6" name="object 236" descr=""/>
          <p:cNvGrpSpPr/>
          <p:nvPr/>
        </p:nvGrpSpPr>
        <p:grpSpPr>
          <a:xfrm>
            <a:off x="3491484" y="3629596"/>
            <a:ext cx="816610" cy="213995"/>
            <a:chOff x="3491484" y="3629596"/>
            <a:chExt cx="816610" cy="213995"/>
          </a:xfrm>
        </p:grpSpPr>
        <p:sp>
          <p:nvSpPr>
            <p:cNvPr id="237" name="object 237" descr=""/>
            <p:cNvSpPr/>
            <p:nvPr/>
          </p:nvSpPr>
          <p:spPr>
            <a:xfrm>
              <a:off x="3491484" y="364180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472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472" y="198399"/>
                  </a:lnTo>
                  <a:lnTo>
                    <a:pt x="24472" y="64096"/>
                  </a:lnTo>
                  <a:close/>
                </a:path>
                <a:path w="27939" h="198754">
                  <a:moveTo>
                    <a:pt x="27520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7520" y="25996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3552539" y="3629596"/>
              <a:ext cx="120491" cy="213645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3714273" y="3699795"/>
              <a:ext cx="106775" cy="143446"/>
            </a:xfrm>
            <a:prstGeom prst="rect">
              <a:avLst/>
            </a:prstGeom>
          </p:spPr>
        </p:pic>
        <p:pic>
          <p:nvPicPr>
            <p:cNvPr id="240" name="object 240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3848481" y="3666267"/>
              <a:ext cx="94583" cy="176974"/>
            </a:xfrm>
            <a:prstGeom prst="rect">
              <a:avLst/>
            </a:prstGeom>
          </p:spPr>
        </p:pic>
        <p:sp>
          <p:nvSpPr>
            <p:cNvPr id="241" name="object 241" descr=""/>
            <p:cNvSpPr/>
            <p:nvPr/>
          </p:nvSpPr>
          <p:spPr>
            <a:xfrm>
              <a:off x="3975062" y="364180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5908" y="25996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4033075" y="3699795"/>
              <a:ext cx="132683" cy="143446"/>
            </a:xfrm>
            <a:prstGeom prst="rect">
              <a:avLst/>
            </a:prstGeom>
          </p:spPr>
        </p:pic>
        <p:pic>
          <p:nvPicPr>
            <p:cNvPr id="243" name="object 243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4199286" y="3701319"/>
              <a:ext cx="108299" cy="138874"/>
            </a:xfrm>
            <a:prstGeom prst="rect">
              <a:avLst/>
            </a:prstGeom>
          </p:spPr>
        </p:pic>
      </p:grpSp>
      <p:pic>
        <p:nvPicPr>
          <p:cNvPr id="244" name="object 244" descr=""/>
          <p:cNvPicPr/>
          <p:nvPr/>
        </p:nvPicPr>
        <p:blipFill>
          <a:blip r:embed="rId151" cstate="print"/>
          <a:stretch>
            <a:fillRect/>
          </a:stretch>
        </p:blipFill>
        <p:spPr>
          <a:xfrm>
            <a:off x="4447984" y="3699795"/>
            <a:ext cx="108299" cy="143446"/>
          </a:xfrm>
          <a:prstGeom prst="rect">
            <a:avLst/>
          </a:prstGeom>
        </p:spPr>
      </p:pic>
      <p:grpSp>
        <p:nvGrpSpPr>
          <p:cNvPr id="245" name="object 245" descr=""/>
          <p:cNvGrpSpPr/>
          <p:nvPr/>
        </p:nvGrpSpPr>
        <p:grpSpPr>
          <a:xfrm>
            <a:off x="4602003" y="3629692"/>
            <a:ext cx="262890" cy="213995"/>
            <a:chOff x="4602003" y="3629692"/>
            <a:chExt cx="262890" cy="213995"/>
          </a:xfrm>
        </p:grpSpPr>
        <p:pic>
          <p:nvPicPr>
            <p:cNvPr id="246" name="object 246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4602003" y="3701320"/>
              <a:ext cx="106775" cy="138874"/>
            </a:xfrm>
            <a:prstGeom prst="rect">
              <a:avLst/>
            </a:prstGeom>
          </p:spPr>
        </p:pic>
        <p:pic>
          <p:nvPicPr>
            <p:cNvPr id="247" name="object 247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4743831" y="3629692"/>
              <a:ext cx="120491" cy="213550"/>
            </a:xfrm>
            <a:prstGeom prst="rect">
              <a:avLst/>
            </a:prstGeom>
          </p:spPr>
        </p:pic>
      </p:grpSp>
      <p:grpSp>
        <p:nvGrpSpPr>
          <p:cNvPr id="248" name="object 248" descr=""/>
          <p:cNvGrpSpPr/>
          <p:nvPr/>
        </p:nvGrpSpPr>
        <p:grpSpPr>
          <a:xfrm>
            <a:off x="5007769" y="3641883"/>
            <a:ext cx="813435" cy="201930"/>
            <a:chOff x="5007769" y="3641883"/>
            <a:chExt cx="813435" cy="201930"/>
          </a:xfrm>
        </p:grpSpPr>
        <p:pic>
          <p:nvPicPr>
            <p:cNvPr id="249" name="object 249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5007769" y="3699795"/>
              <a:ext cx="106775" cy="143446"/>
            </a:xfrm>
            <a:prstGeom prst="rect">
              <a:avLst/>
            </a:prstGeom>
          </p:spPr>
        </p:pic>
        <p:sp>
          <p:nvSpPr>
            <p:cNvPr id="250" name="object 250" descr=""/>
            <p:cNvSpPr/>
            <p:nvPr/>
          </p:nvSpPr>
          <p:spPr>
            <a:xfrm>
              <a:off x="5146535" y="3641889"/>
              <a:ext cx="674370" cy="201930"/>
            </a:xfrm>
            <a:custGeom>
              <a:avLst/>
              <a:gdLst/>
              <a:ahLst/>
              <a:cxnLst/>
              <a:rect l="l" t="t" r="r" b="b"/>
              <a:pathLst>
                <a:path w="674370" h="201929">
                  <a:moveTo>
                    <a:pt x="115925" y="186118"/>
                  </a:moveTo>
                  <a:lnTo>
                    <a:pt x="112877" y="164782"/>
                  </a:lnTo>
                  <a:lnTo>
                    <a:pt x="101422" y="172542"/>
                  </a:lnTo>
                  <a:lnTo>
                    <a:pt x="89827" y="177736"/>
                  </a:lnTo>
                  <a:lnTo>
                    <a:pt x="77939" y="180644"/>
                  </a:lnTo>
                  <a:lnTo>
                    <a:pt x="65633" y="181546"/>
                  </a:lnTo>
                  <a:lnTo>
                    <a:pt x="48856" y="177736"/>
                  </a:lnTo>
                  <a:lnTo>
                    <a:pt x="35826" y="167055"/>
                  </a:lnTo>
                  <a:lnTo>
                    <a:pt x="27393" y="150647"/>
                  </a:lnTo>
                  <a:lnTo>
                    <a:pt x="24384" y="129641"/>
                  </a:lnTo>
                  <a:lnTo>
                    <a:pt x="26555" y="111899"/>
                  </a:lnTo>
                  <a:lnTo>
                    <a:pt x="33731" y="95161"/>
                  </a:lnTo>
                  <a:lnTo>
                    <a:pt x="46939" y="82702"/>
                  </a:lnTo>
                  <a:lnTo>
                    <a:pt x="67157" y="77825"/>
                  </a:lnTo>
                  <a:lnTo>
                    <a:pt x="78536" y="78244"/>
                  </a:lnTo>
                  <a:lnTo>
                    <a:pt x="88493" y="80111"/>
                  </a:lnTo>
                  <a:lnTo>
                    <a:pt x="98450" y="84251"/>
                  </a:lnTo>
                  <a:lnTo>
                    <a:pt x="109829" y="91541"/>
                  </a:lnTo>
                  <a:lnTo>
                    <a:pt x="114401" y="71729"/>
                  </a:lnTo>
                  <a:lnTo>
                    <a:pt x="101879" y="65024"/>
                  </a:lnTo>
                  <a:lnTo>
                    <a:pt x="90779" y="60782"/>
                  </a:lnTo>
                  <a:lnTo>
                    <a:pt x="79679" y="58559"/>
                  </a:lnTo>
                  <a:lnTo>
                    <a:pt x="67157" y="57912"/>
                  </a:lnTo>
                  <a:lnTo>
                    <a:pt x="38620" y="64211"/>
                  </a:lnTo>
                  <a:lnTo>
                    <a:pt x="17538" y="80822"/>
                  </a:lnTo>
                  <a:lnTo>
                    <a:pt x="4483" y="104279"/>
                  </a:lnTo>
                  <a:lnTo>
                    <a:pt x="0" y="131165"/>
                  </a:lnTo>
                  <a:lnTo>
                    <a:pt x="4889" y="157594"/>
                  </a:lnTo>
                  <a:lnTo>
                    <a:pt x="18491" y="180009"/>
                  </a:lnTo>
                  <a:lnTo>
                    <a:pt x="39268" y="195541"/>
                  </a:lnTo>
                  <a:lnTo>
                    <a:pt x="65633" y="201358"/>
                  </a:lnTo>
                  <a:lnTo>
                    <a:pt x="78206" y="200482"/>
                  </a:lnTo>
                  <a:lnTo>
                    <a:pt x="90779" y="197739"/>
                  </a:lnTo>
                  <a:lnTo>
                    <a:pt x="103352" y="193001"/>
                  </a:lnTo>
                  <a:lnTo>
                    <a:pt x="115925" y="186118"/>
                  </a:lnTo>
                  <a:close/>
                </a:path>
                <a:path w="674370" h="201929">
                  <a:moveTo>
                    <a:pt x="250139" y="186118"/>
                  </a:moveTo>
                  <a:lnTo>
                    <a:pt x="247091" y="164693"/>
                  </a:lnTo>
                  <a:lnTo>
                    <a:pt x="235661" y="172466"/>
                  </a:lnTo>
                  <a:lnTo>
                    <a:pt x="224231" y="177685"/>
                  </a:lnTo>
                  <a:lnTo>
                    <a:pt x="212801" y="180632"/>
                  </a:lnTo>
                  <a:lnTo>
                    <a:pt x="201371" y="181546"/>
                  </a:lnTo>
                  <a:lnTo>
                    <a:pt x="183718" y="177723"/>
                  </a:lnTo>
                  <a:lnTo>
                    <a:pt x="170230" y="167017"/>
                  </a:lnTo>
                  <a:lnTo>
                    <a:pt x="161620" y="150609"/>
                  </a:lnTo>
                  <a:lnTo>
                    <a:pt x="158597" y="129641"/>
                  </a:lnTo>
                  <a:lnTo>
                    <a:pt x="160769" y="111874"/>
                  </a:lnTo>
                  <a:lnTo>
                    <a:pt x="167944" y="95110"/>
                  </a:lnTo>
                  <a:lnTo>
                    <a:pt x="181140" y="82626"/>
                  </a:lnTo>
                  <a:lnTo>
                    <a:pt x="201371" y="77724"/>
                  </a:lnTo>
                  <a:lnTo>
                    <a:pt x="212750" y="78371"/>
                  </a:lnTo>
                  <a:lnTo>
                    <a:pt x="222707" y="80581"/>
                  </a:lnTo>
                  <a:lnTo>
                    <a:pt x="232651" y="84797"/>
                  </a:lnTo>
                  <a:lnTo>
                    <a:pt x="244043" y="91440"/>
                  </a:lnTo>
                  <a:lnTo>
                    <a:pt x="248615" y="71628"/>
                  </a:lnTo>
                  <a:lnTo>
                    <a:pt x="236080" y="64985"/>
                  </a:lnTo>
                  <a:lnTo>
                    <a:pt x="224993" y="60769"/>
                  </a:lnTo>
                  <a:lnTo>
                    <a:pt x="213893" y="58559"/>
                  </a:lnTo>
                  <a:lnTo>
                    <a:pt x="201371" y="57912"/>
                  </a:lnTo>
                  <a:lnTo>
                    <a:pt x="173469" y="64198"/>
                  </a:lnTo>
                  <a:lnTo>
                    <a:pt x="152323" y="80784"/>
                  </a:lnTo>
                  <a:lnTo>
                    <a:pt x="138912" y="104241"/>
                  </a:lnTo>
                  <a:lnTo>
                    <a:pt x="134213" y="131165"/>
                  </a:lnTo>
                  <a:lnTo>
                    <a:pt x="139306" y="157556"/>
                  </a:lnTo>
                  <a:lnTo>
                    <a:pt x="153276" y="179971"/>
                  </a:lnTo>
                  <a:lnTo>
                    <a:pt x="174117" y="195529"/>
                  </a:lnTo>
                  <a:lnTo>
                    <a:pt x="199847" y="201358"/>
                  </a:lnTo>
                  <a:lnTo>
                    <a:pt x="212420" y="200482"/>
                  </a:lnTo>
                  <a:lnTo>
                    <a:pt x="224993" y="197739"/>
                  </a:lnTo>
                  <a:lnTo>
                    <a:pt x="237566" y="193001"/>
                  </a:lnTo>
                  <a:lnTo>
                    <a:pt x="250139" y="186118"/>
                  </a:lnTo>
                  <a:close/>
                </a:path>
                <a:path w="674370" h="201929">
                  <a:moveTo>
                    <a:pt x="384429" y="131152"/>
                  </a:moveTo>
                  <a:lnTo>
                    <a:pt x="384378" y="129628"/>
                  </a:lnTo>
                  <a:lnTo>
                    <a:pt x="384035" y="121373"/>
                  </a:lnTo>
                  <a:lnTo>
                    <a:pt x="383082" y="114388"/>
                  </a:lnTo>
                  <a:lnTo>
                    <a:pt x="382333" y="108864"/>
                  </a:lnTo>
                  <a:lnTo>
                    <a:pt x="378650" y="94945"/>
                  </a:lnTo>
                  <a:lnTo>
                    <a:pt x="372237" y="80860"/>
                  </a:lnTo>
                  <a:lnTo>
                    <a:pt x="368300" y="76288"/>
                  </a:lnTo>
                  <a:lnTo>
                    <a:pt x="366141" y="73787"/>
                  </a:lnTo>
                  <a:lnTo>
                    <a:pt x="366141" y="114388"/>
                  </a:lnTo>
                  <a:lnTo>
                    <a:pt x="291376" y="114388"/>
                  </a:lnTo>
                  <a:lnTo>
                    <a:pt x="296900" y="98793"/>
                  </a:lnTo>
                  <a:lnTo>
                    <a:pt x="305854" y="86766"/>
                  </a:lnTo>
                  <a:lnTo>
                    <a:pt x="317271" y="78917"/>
                  </a:lnTo>
                  <a:lnTo>
                    <a:pt x="317627" y="78917"/>
                  </a:lnTo>
                  <a:lnTo>
                    <a:pt x="329476" y="76288"/>
                  </a:lnTo>
                  <a:lnTo>
                    <a:pt x="341845" y="78384"/>
                  </a:lnTo>
                  <a:lnTo>
                    <a:pt x="352958" y="85051"/>
                  </a:lnTo>
                  <a:lnTo>
                    <a:pt x="361492" y="96862"/>
                  </a:lnTo>
                  <a:lnTo>
                    <a:pt x="366141" y="114388"/>
                  </a:lnTo>
                  <a:lnTo>
                    <a:pt x="366141" y="73787"/>
                  </a:lnTo>
                  <a:lnTo>
                    <a:pt x="361911" y="68884"/>
                  </a:lnTo>
                  <a:lnTo>
                    <a:pt x="350291" y="61925"/>
                  </a:lnTo>
                  <a:lnTo>
                    <a:pt x="338950" y="58699"/>
                  </a:lnTo>
                  <a:lnTo>
                    <a:pt x="329476" y="57912"/>
                  </a:lnTo>
                  <a:lnTo>
                    <a:pt x="305803" y="63550"/>
                  </a:lnTo>
                  <a:lnTo>
                    <a:pt x="286423" y="78917"/>
                  </a:lnTo>
                  <a:lnTo>
                    <a:pt x="273329" y="101714"/>
                  </a:lnTo>
                  <a:lnTo>
                    <a:pt x="268516" y="129628"/>
                  </a:lnTo>
                  <a:lnTo>
                    <a:pt x="273608" y="157594"/>
                  </a:lnTo>
                  <a:lnTo>
                    <a:pt x="287566" y="180390"/>
                  </a:lnTo>
                  <a:lnTo>
                    <a:pt x="308381" y="195732"/>
                  </a:lnTo>
                  <a:lnTo>
                    <a:pt x="334048" y="201358"/>
                  </a:lnTo>
                  <a:lnTo>
                    <a:pt x="348361" y="200050"/>
                  </a:lnTo>
                  <a:lnTo>
                    <a:pt x="361378" y="196596"/>
                  </a:lnTo>
                  <a:lnTo>
                    <a:pt x="372935" y="191719"/>
                  </a:lnTo>
                  <a:lnTo>
                    <a:pt x="382905" y="186118"/>
                  </a:lnTo>
                  <a:lnTo>
                    <a:pt x="382676" y="183070"/>
                  </a:lnTo>
                  <a:lnTo>
                    <a:pt x="382638" y="182587"/>
                  </a:lnTo>
                  <a:lnTo>
                    <a:pt x="381381" y="166306"/>
                  </a:lnTo>
                  <a:lnTo>
                    <a:pt x="366699" y="175348"/>
                  </a:lnTo>
                  <a:lnTo>
                    <a:pt x="353174" y="180390"/>
                  </a:lnTo>
                  <a:lnTo>
                    <a:pt x="341871" y="182587"/>
                  </a:lnTo>
                  <a:lnTo>
                    <a:pt x="334048" y="183070"/>
                  </a:lnTo>
                  <a:lnTo>
                    <a:pt x="317715" y="179260"/>
                  </a:lnTo>
                  <a:lnTo>
                    <a:pt x="303949" y="168579"/>
                  </a:lnTo>
                  <a:lnTo>
                    <a:pt x="294182" y="152171"/>
                  </a:lnTo>
                  <a:lnTo>
                    <a:pt x="289852" y="131152"/>
                  </a:lnTo>
                  <a:lnTo>
                    <a:pt x="384429" y="131152"/>
                  </a:lnTo>
                  <a:close/>
                </a:path>
                <a:path w="674370" h="201929">
                  <a:moveTo>
                    <a:pt x="501878" y="158686"/>
                  </a:moveTo>
                  <a:lnTo>
                    <a:pt x="481838" y="124701"/>
                  </a:lnTo>
                  <a:lnTo>
                    <a:pt x="442709" y="113449"/>
                  </a:lnTo>
                  <a:lnTo>
                    <a:pt x="433019" y="109829"/>
                  </a:lnTo>
                  <a:lnTo>
                    <a:pt x="426466" y="103924"/>
                  </a:lnTo>
                  <a:lnTo>
                    <a:pt x="424065" y="94589"/>
                  </a:lnTo>
                  <a:lnTo>
                    <a:pt x="427469" y="84010"/>
                  </a:lnTo>
                  <a:lnTo>
                    <a:pt x="435305" y="78587"/>
                  </a:lnTo>
                  <a:lnTo>
                    <a:pt x="443992" y="76581"/>
                  </a:lnTo>
                  <a:lnTo>
                    <a:pt x="449973" y="76301"/>
                  </a:lnTo>
                  <a:lnTo>
                    <a:pt x="458152" y="76682"/>
                  </a:lnTo>
                  <a:lnTo>
                    <a:pt x="468490" y="78206"/>
                  </a:lnTo>
                  <a:lnTo>
                    <a:pt x="480263" y="81445"/>
                  </a:lnTo>
                  <a:lnTo>
                    <a:pt x="492734" y="86969"/>
                  </a:lnTo>
                  <a:lnTo>
                    <a:pt x="497306" y="68681"/>
                  </a:lnTo>
                  <a:lnTo>
                    <a:pt x="485457" y="63741"/>
                  </a:lnTo>
                  <a:lnTo>
                    <a:pt x="474586" y="60401"/>
                  </a:lnTo>
                  <a:lnTo>
                    <a:pt x="464007" y="58508"/>
                  </a:lnTo>
                  <a:lnTo>
                    <a:pt x="453021" y="57912"/>
                  </a:lnTo>
                  <a:lnTo>
                    <a:pt x="441947" y="58534"/>
                  </a:lnTo>
                  <a:lnTo>
                    <a:pt x="425018" y="62877"/>
                  </a:lnTo>
                  <a:lnTo>
                    <a:pt x="409511" y="74663"/>
                  </a:lnTo>
                  <a:lnTo>
                    <a:pt x="402729" y="97637"/>
                  </a:lnTo>
                  <a:lnTo>
                    <a:pt x="404266" y="107962"/>
                  </a:lnTo>
                  <a:lnTo>
                    <a:pt x="432638" y="134594"/>
                  </a:lnTo>
                  <a:lnTo>
                    <a:pt x="451497" y="138785"/>
                  </a:lnTo>
                  <a:lnTo>
                    <a:pt x="460527" y="141300"/>
                  </a:lnTo>
                  <a:lnTo>
                    <a:pt x="470014" y="145110"/>
                  </a:lnTo>
                  <a:lnTo>
                    <a:pt x="477507" y="151498"/>
                  </a:lnTo>
                  <a:lnTo>
                    <a:pt x="480542" y="161734"/>
                  </a:lnTo>
                  <a:lnTo>
                    <a:pt x="476643" y="173189"/>
                  </a:lnTo>
                  <a:lnTo>
                    <a:pt x="467728" y="179070"/>
                  </a:lnTo>
                  <a:lnTo>
                    <a:pt x="457962" y="181241"/>
                  </a:lnTo>
                  <a:lnTo>
                    <a:pt x="451497" y="181546"/>
                  </a:lnTo>
                  <a:lnTo>
                    <a:pt x="434682" y="179832"/>
                  </a:lnTo>
                  <a:lnTo>
                    <a:pt x="421017" y="175831"/>
                  </a:lnTo>
                  <a:lnTo>
                    <a:pt x="410768" y="171259"/>
                  </a:lnTo>
                  <a:lnTo>
                    <a:pt x="404253" y="167830"/>
                  </a:lnTo>
                  <a:lnTo>
                    <a:pt x="401205" y="187642"/>
                  </a:lnTo>
                  <a:lnTo>
                    <a:pt x="409486" y="191719"/>
                  </a:lnTo>
                  <a:lnTo>
                    <a:pt x="420636" y="196215"/>
                  </a:lnTo>
                  <a:lnTo>
                    <a:pt x="434632" y="199859"/>
                  </a:lnTo>
                  <a:lnTo>
                    <a:pt x="451497" y="201358"/>
                  </a:lnTo>
                  <a:lnTo>
                    <a:pt x="457835" y="201193"/>
                  </a:lnTo>
                  <a:lnTo>
                    <a:pt x="493522" y="185051"/>
                  </a:lnTo>
                  <a:lnTo>
                    <a:pt x="501002" y="168617"/>
                  </a:lnTo>
                  <a:lnTo>
                    <a:pt x="501878" y="158686"/>
                  </a:lnTo>
                  <a:close/>
                </a:path>
                <a:path w="674370" h="201929">
                  <a:moveTo>
                    <a:pt x="617791" y="158686"/>
                  </a:moveTo>
                  <a:lnTo>
                    <a:pt x="597750" y="124701"/>
                  </a:lnTo>
                  <a:lnTo>
                    <a:pt x="558622" y="113449"/>
                  </a:lnTo>
                  <a:lnTo>
                    <a:pt x="548932" y="109829"/>
                  </a:lnTo>
                  <a:lnTo>
                    <a:pt x="542378" y="103924"/>
                  </a:lnTo>
                  <a:lnTo>
                    <a:pt x="539978" y="94589"/>
                  </a:lnTo>
                  <a:lnTo>
                    <a:pt x="543382" y="84010"/>
                  </a:lnTo>
                  <a:lnTo>
                    <a:pt x="551218" y="78587"/>
                  </a:lnTo>
                  <a:lnTo>
                    <a:pt x="559904" y="76581"/>
                  </a:lnTo>
                  <a:lnTo>
                    <a:pt x="565886" y="76301"/>
                  </a:lnTo>
                  <a:lnTo>
                    <a:pt x="574065" y="76682"/>
                  </a:lnTo>
                  <a:lnTo>
                    <a:pt x="584415" y="78206"/>
                  </a:lnTo>
                  <a:lnTo>
                    <a:pt x="596188" y="81445"/>
                  </a:lnTo>
                  <a:lnTo>
                    <a:pt x="608647" y="86969"/>
                  </a:lnTo>
                  <a:lnTo>
                    <a:pt x="613219" y="68681"/>
                  </a:lnTo>
                  <a:lnTo>
                    <a:pt x="601370" y="63741"/>
                  </a:lnTo>
                  <a:lnTo>
                    <a:pt x="590511" y="60401"/>
                  </a:lnTo>
                  <a:lnTo>
                    <a:pt x="579932" y="58508"/>
                  </a:lnTo>
                  <a:lnTo>
                    <a:pt x="568934" y="57912"/>
                  </a:lnTo>
                  <a:lnTo>
                    <a:pt x="557860" y="58534"/>
                  </a:lnTo>
                  <a:lnTo>
                    <a:pt x="540931" y="62877"/>
                  </a:lnTo>
                  <a:lnTo>
                    <a:pt x="525424" y="74663"/>
                  </a:lnTo>
                  <a:lnTo>
                    <a:pt x="518642" y="97637"/>
                  </a:lnTo>
                  <a:lnTo>
                    <a:pt x="520192" y="107962"/>
                  </a:lnTo>
                  <a:lnTo>
                    <a:pt x="548551" y="134594"/>
                  </a:lnTo>
                  <a:lnTo>
                    <a:pt x="567410" y="138785"/>
                  </a:lnTo>
                  <a:lnTo>
                    <a:pt x="576453" y="141300"/>
                  </a:lnTo>
                  <a:lnTo>
                    <a:pt x="585939" y="145110"/>
                  </a:lnTo>
                  <a:lnTo>
                    <a:pt x="593420" y="151498"/>
                  </a:lnTo>
                  <a:lnTo>
                    <a:pt x="596455" y="161734"/>
                  </a:lnTo>
                  <a:lnTo>
                    <a:pt x="592569" y="173189"/>
                  </a:lnTo>
                  <a:lnTo>
                    <a:pt x="583653" y="179070"/>
                  </a:lnTo>
                  <a:lnTo>
                    <a:pt x="573874" y="181241"/>
                  </a:lnTo>
                  <a:lnTo>
                    <a:pt x="567410" y="181546"/>
                  </a:lnTo>
                  <a:lnTo>
                    <a:pt x="550595" y="179832"/>
                  </a:lnTo>
                  <a:lnTo>
                    <a:pt x="536930" y="175831"/>
                  </a:lnTo>
                  <a:lnTo>
                    <a:pt x="526694" y="171259"/>
                  </a:lnTo>
                  <a:lnTo>
                    <a:pt x="520166" y="167830"/>
                  </a:lnTo>
                  <a:lnTo>
                    <a:pt x="517118" y="187642"/>
                  </a:lnTo>
                  <a:lnTo>
                    <a:pt x="525399" y="191719"/>
                  </a:lnTo>
                  <a:lnTo>
                    <a:pt x="536549" y="196215"/>
                  </a:lnTo>
                  <a:lnTo>
                    <a:pt x="550545" y="199859"/>
                  </a:lnTo>
                  <a:lnTo>
                    <a:pt x="567410" y="201358"/>
                  </a:lnTo>
                  <a:lnTo>
                    <a:pt x="573760" y="201193"/>
                  </a:lnTo>
                  <a:lnTo>
                    <a:pt x="609434" y="185051"/>
                  </a:lnTo>
                  <a:lnTo>
                    <a:pt x="616915" y="168617"/>
                  </a:lnTo>
                  <a:lnTo>
                    <a:pt x="617791" y="158686"/>
                  </a:lnTo>
                  <a:close/>
                </a:path>
                <a:path w="674370" h="201929">
                  <a:moveTo>
                    <a:pt x="672668" y="64008"/>
                  </a:moveTo>
                  <a:lnTo>
                    <a:pt x="649808" y="64008"/>
                  </a:lnTo>
                  <a:lnTo>
                    <a:pt x="649808" y="198310"/>
                  </a:lnTo>
                  <a:lnTo>
                    <a:pt x="672668" y="198310"/>
                  </a:lnTo>
                  <a:lnTo>
                    <a:pt x="672668" y="64008"/>
                  </a:lnTo>
                  <a:close/>
                </a:path>
                <a:path w="674370" h="201929">
                  <a:moveTo>
                    <a:pt x="674192" y="0"/>
                  </a:moveTo>
                  <a:lnTo>
                    <a:pt x="646760" y="0"/>
                  </a:lnTo>
                  <a:lnTo>
                    <a:pt x="646760" y="25908"/>
                  </a:lnTo>
                  <a:lnTo>
                    <a:pt x="674192" y="25908"/>
                  </a:lnTo>
                  <a:lnTo>
                    <a:pt x="674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1" name="object 251" descr=""/>
          <p:cNvGrpSpPr/>
          <p:nvPr/>
        </p:nvGrpSpPr>
        <p:grpSpPr>
          <a:xfrm>
            <a:off x="5868066" y="3629691"/>
            <a:ext cx="181610" cy="213995"/>
            <a:chOff x="5868066" y="3629691"/>
            <a:chExt cx="181610" cy="213995"/>
          </a:xfrm>
        </p:grpSpPr>
        <p:pic>
          <p:nvPicPr>
            <p:cNvPr id="252" name="object 252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5868066" y="3629691"/>
              <a:ext cx="120491" cy="213550"/>
            </a:xfrm>
            <a:prstGeom prst="rect">
              <a:avLst/>
            </a:prstGeom>
          </p:spPr>
        </p:pic>
        <p:sp>
          <p:nvSpPr>
            <p:cNvPr id="253" name="object 253" descr=""/>
            <p:cNvSpPr/>
            <p:nvPr/>
          </p:nvSpPr>
          <p:spPr>
            <a:xfrm>
              <a:off x="6022073" y="3641889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485" y="64008"/>
                  </a:moveTo>
                  <a:lnTo>
                    <a:pt x="1524" y="64008"/>
                  </a:lnTo>
                  <a:lnTo>
                    <a:pt x="1524" y="198310"/>
                  </a:lnTo>
                  <a:lnTo>
                    <a:pt x="24485" y="198310"/>
                  </a:lnTo>
                  <a:lnTo>
                    <a:pt x="24485" y="64008"/>
                  </a:lnTo>
                  <a:close/>
                </a:path>
                <a:path w="27939" h="198754">
                  <a:moveTo>
                    <a:pt x="27533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533" y="25908"/>
                  </a:lnTo>
                  <a:lnTo>
                    <a:pt x="275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4" name="object 254" descr=""/>
          <p:cNvSpPr/>
          <p:nvPr/>
        </p:nvSpPr>
        <p:spPr>
          <a:xfrm>
            <a:off x="6096000" y="3630167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60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60" y="0"/>
                </a:lnTo>
                <a:lnTo>
                  <a:pt x="22860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5" name="object 255" descr=""/>
          <p:cNvGrpSpPr/>
          <p:nvPr/>
        </p:nvGrpSpPr>
        <p:grpSpPr>
          <a:xfrm>
            <a:off x="6167056" y="3641788"/>
            <a:ext cx="285750" cy="259715"/>
            <a:chOff x="6167056" y="3641788"/>
            <a:chExt cx="285750" cy="259715"/>
          </a:xfrm>
        </p:grpSpPr>
        <p:sp>
          <p:nvSpPr>
            <p:cNvPr id="256" name="object 256" descr=""/>
            <p:cNvSpPr/>
            <p:nvPr/>
          </p:nvSpPr>
          <p:spPr>
            <a:xfrm>
              <a:off x="6167056" y="3641800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5908" y="25996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7" name="object 257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6221920" y="3666267"/>
              <a:ext cx="230314" cy="234981"/>
            </a:xfrm>
            <a:prstGeom prst="rect">
              <a:avLst/>
            </a:prstGeom>
          </p:spPr>
        </p:pic>
      </p:grpSp>
      <p:grpSp>
        <p:nvGrpSpPr>
          <p:cNvPr id="258" name="object 258" descr=""/>
          <p:cNvGrpSpPr/>
          <p:nvPr/>
        </p:nvGrpSpPr>
        <p:grpSpPr>
          <a:xfrm>
            <a:off x="814577" y="4088891"/>
            <a:ext cx="500380" cy="271780"/>
            <a:chOff x="814577" y="4088891"/>
            <a:chExt cx="500380" cy="271780"/>
          </a:xfrm>
        </p:grpSpPr>
        <p:pic>
          <p:nvPicPr>
            <p:cNvPr id="259" name="object 259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814577" y="4088891"/>
              <a:ext cx="184499" cy="209073"/>
            </a:xfrm>
            <a:prstGeom prst="rect">
              <a:avLst/>
            </a:prstGeom>
          </p:spPr>
        </p:pic>
        <p:pic>
          <p:nvPicPr>
            <p:cNvPr id="260" name="object 260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026604" y="4154519"/>
              <a:ext cx="288226" cy="206025"/>
            </a:xfrm>
            <a:prstGeom prst="rect">
              <a:avLst/>
            </a:prstGeom>
          </p:spPr>
        </p:pic>
      </p:grpSp>
      <p:grpSp>
        <p:nvGrpSpPr>
          <p:cNvPr id="261" name="object 261" descr=""/>
          <p:cNvGrpSpPr/>
          <p:nvPr/>
        </p:nvGrpSpPr>
        <p:grpSpPr>
          <a:xfrm>
            <a:off x="1452181" y="4084320"/>
            <a:ext cx="799465" cy="218440"/>
            <a:chOff x="1452181" y="4084320"/>
            <a:chExt cx="799465" cy="218440"/>
          </a:xfrm>
        </p:grpSpPr>
        <p:pic>
          <p:nvPicPr>
            <p:cNvPr id="262" name="object 262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452181" y="4084320"/>
              <a:ext cx="181451" cy="218217"/>
            </a:xfrm>
            <a:prstGeom prst="rect">
              <a:avLst/>
            </a:prstGeom>
          </p:spPr>
        </p:pic>
        <p:pic>
          <p:nvPicPr>
            <p:cNvPr id="263" name="object 263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665731" y="4154519"/>
              <a:ext cx="147923" cy="148018"/>
            </a:xfrm>
            <a:prstGeom prst="rect">
              <a:avLst/>
            </a:prstGeom>
          </p:spPr>
        </p:pic>
        <p:pic>
          <p:nvPicPr>
            <p:cNvPr id="264" name="object 264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834991" y="4154519"/>
              <a:ext cx="131159" cy="148018"/>
            </a:xfrm>
            <a:prstGeom prst="rect">
              <a:avLst/>
            </a:prstGeom>
          </p:spPr>
        </p:pic>
        <p:sp>
          <p:nvSpPr>
            <p:cNvPr id="265" name="object 265" descr=""/>
            <p:cNvSpPr/>
            <p:nvPr/>
          </p:nvSpPr>
          <p:spPr>
            <a:xfrm>
              <a:off x="1999773" y="4088892"/>
              <a:ext cx="41275" cy="209550"/>
            </a:xfrm>
            <a:custGeom>
              <a:avLst/>
              <a:gdLst/>
              <a:ahLst/>
              <a:cxnLst/>
              <a:rect l="l" t="t" r="r" b="b"/>
              <a:pathLst>
                <a:path w="41275" h="209550">
                  <a:moveTo>
                    <a:pt x="38100" y="209073"/>
                  </a:moveTo>
                  <a:lnTo>
                    <a:pt x="3048" y="209073"/>
                  </a:lnTo>
                  <a:lnTo>
                    <a:pt x="0" y="206025"/>
                  </a:lnTo>
                  <a:lnTo>
                    <a:pt x="0" y="3047"/>
                  </a:lnTo>
                  <a:lnTo>
                    <a:pt x="4572" y="0"/>
                  </a:lnTo>
                  <a:lnTo>
                    <a:pt x="38100" y="0"/>
                  </a:lnTo>
                  <a:lnTo>
                    <a:pt x="41148" y="4571"/>
                  </a:lnTo>
                  <a:lnTo>
                    <a:pt x="41148" y="195357"/>
                  </a:lnTo>
                  <a:lnTo>
                    <a:pt x="41148" y="206025"/>
                  </a:lnTo>
                  <a:lnTo>
                    <a:pt x="38100" y="2090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6" name="object 266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2068353" y="4154519"/>
              <a:ext cx="109823" cy="147923"/>
            </a:xfrm>
            <a:prstGeom prst="rect">
              <a:avLst/>
            </a:prstGeom>
          </p:spPr>
        </p:pic>
        <p:sp>
          <p:nvSpPr>
            <p:cNvPr id="267" name="object 267" descr=""/>
            <p:cNvSpPr/>
            <p:nvPr/>
          </p:nvSpPr>
          <p:spPr>
            <a:xfrm>
              <a:off x="2211800" y="4160615"/>
              <a:ext cx="40005" cy="137795"/>
            </a:xfrm>
            <a:custGeom>
              <a:avLst/>
              <a:gdLst/>
              <a:ahLst/>
              <a:cxnLst/>
              <a:rect l="l" t="t" r="r" b="b"/>
              <a:pathLst>
                <a:path w="40005" h="137795">
                  <a:moveTo>
                    <a:pt x="39624" y="39719"/>
                  </a:moveTo>
                  <a:lnTo>
                    <a:pt x="1524" y="39719"/>
                  </a:lnTo>
                  <a:lnTo>
                    <a:pt x="0" y="38195"/>
                  </a:lnTo>
                  <a:lnTo>
                    <a:pt x="0" y="0"/>
                  </a:lnTo>
                  <a:lnTo>
                    <a:pt x="39624" y="0"/>
                  </a:lnTo>
                  <a:lnTo>
                    <a:pt x="39624" y="39719"/>
                  </a:lnTo>
                  <a:close/>
                </a:path>
                <a:path w="40005" h="137795">
                  <a:moveTo>
                    <a:pt x="39624" y="137350"/>
                  </a:moveTo>
                  <a:lnTo>
                    <a:pt x="0" y="137350"/>
                  </a:lnTo>
                  <a:lnTo>
                    <a:pt x="0" y="99250"/>
                  </a:lnTo>
                  <a:lnTo>
                    <a:pt x="1524" y="97726"/>
                  </a:lnTo>
                  <a:lnTo>
                    <a:pt x="39624" y="97726"/>
                  </a:lnTo>
                  <a:lnTo>
                    <a:pt x="39624" y="137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8" name="object 268" descr=""/>
          <p:cNvPicPr/>
          <p:nvPr/>
        </p:nvPicPr>
        <p:blipFill>
          <a:blip r:embed="rId163" cstate="print"/>
          <a:stretch>
            <a:fillRect/>
          </a:stretch>
        </p:blipFill>
        <p:spPr>
          <a:xfrm>
            <a:off x="1029652" y="4560474"/>
            <a:ext cx="186023" cy="175450"/>
          </a:xfrm>
          <a:prstGeom prst="rect">
            <a:avLst/>
          </a:prstGeom>
        </p:spPr>
      </p:pic>
      <p:sp>
        <p:nvSpPr>
          <p:cNvPr id="269" name="object 269" descr=""/>
          <p:cNvSpPr/>
          <p:nvPr/>
        </p:nvSpPr>
        <p:spPr>
          <a:xfrm>
            <a:off x="1420367" y="4546091"/>
            <a:ext cx="27940" cy="212090"/>
          </a:xfrm>
          <a:custGeom>
            <a:avLst/>
            <a:gdLst/>
            <a:ahLst/>
            <a:cxnLst/>
            <a:rect l="l" t="t" r="r" b="b"/>
            <a:pathLst>
              <a:path w="27940" h="212089">
                <a:moveTo>
                  <a:pt x="27432" y="211835"/>
                </a:moveTo>
                <a:lnTo>
                  <a:pt x="0" y="211835"/>
                </a:lnTo>
                <a:lnTo>
                  <a:pt x="0" y="0"/>
                </a:lnTo>
                <a:lnTo>
                  <a:pt x="27432" y="0"/>
                </a:lnTo>
                <a:lnTo>
                  <a:pt x="27432" y="211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0" name="object 270" descr=""/>
          <p:cNvPicPr/>
          <p:nvPr/>
        </p:nvPicPr>
        <p:blipFill>
          <a:blip r:embed="rId103" cstate="print"/>
          <a:stretch>
            <a:fillRect/>
          </a:stretch>
        </p:blipFill>
        <p:spPr>
          <a:xfrm>
            <a:off x="1500949" y="4619911"/>
            <a:ext cx="106775" cy="137350"/>
          </a:xfrm>
          <a:prstGeom prst="rect">
            <a:avLst/>
          </a:prstGeom>
        </p:spPr>
      </p:pic>
      <p:grpSp>
        <p:nvGrpSpPr>
          <p:cNvPr id="271" name="object 271" descr=""/>
          <p:cNvGrpSpPr/>
          <p:nvPr/>
        </p:nvGrpSpPr>
        <p:grpSpPr>
          <a:xfrm>
            <a:off x="1656492" y="4584858"/>
            <a:ext cx="389255" cy="232410"/>
            <a:chOff x="1656492" y="4584858"/>
            <a:chExt cx="389255" cy="232410"/>
          </a:xfrm>
        </p:grpSpPr>
        <p:pic>
          <p:nvPicPr>
            <p:cNvPr id="272" name="object 272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656492" y="4619910"/>
              <a:ext cx="120586" cy="196881"/>
            </a:xfrm>
            <a:prstGeom prst="rect">
              <a:avLst/>
            </a:prstGeom>
          </p:spPr>
        </p:pic>
        <p:pic>
          <p:nvPicPr>
            <p:cNvPr id="273" name="object 273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1812131" y="4622958"/>
              <a:ext cx="108299" cy="138874"/>
            </a:xfrm>
            <a:prstGeom prst="rect">
              <a:avLst/>
            </a:prstGeom>
          </p:spPr>
        </p:pic>
        <p:pic>
          <p:nvPicPr>
            <p:cNvPr id="274" name="object 274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1949386" y="4584858"/>
              <a:ext cx="96107" cy="176974"/>
            </a:xfrm>
            <a:prstGeom prst="rect">
              <a:avLst/>
            </a:prstGeom>
          </p:spPr>
        </p:pic>
      </p:grpSp>
      <p:pic>
        <p:nvPicPr>
          <p:cNvPr id="275" name="object 275" descr=""/>
          <p:cNvPicPr/>
          <p:nvPr/>
        </p:nvPicPr>
        <p:blipFill>
          <a:blip r:embed="rId167" cstate="print"/>
          <a:stretch>
            <a:fillRect/>
          </a:stretch>
        </p:blipFill>
        <p:spPr>
          <a:xfrm>
            <a:off x="2170557" y="4618386"/>
            <a:ext cx="108299" cy="143446"/>
          </a:xfrm>
          <a:prstGeom prst="rect">
            <a:avLst/>
          </a:prstGeom>
        </p:spPr>
      </p:pic>
      <p:grpSp>
        <p:nvGrpSpPr>
          <p:cNvPr id="276" name="object 276" descr=""/>
          <p:cNvGrpSpPr/>
          <p:nvPr/>
        </p:nvGrpSpPr>
        <p:grpSpPr>
          <a:xfrm>
            <a:off x="2324671" y="4548187"/>
            <a:ext cx="262890" cy="213995"/>
            <a:chOff x="2324671" y="4548187"/>
            <a:chExt cx="262890" cy="213995"/>
          </a:xfrm>
        </p:grpSpPr>
        <p:pic>
          <p:nvPicPr>
            <p:cNvPr id="277" name="object 277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2324671" y="4619910"/>
              <a:ext cx="106775" cy="137350"/>
            </a:xfrm>
            <a:prstGeom prst="rect">
              <a:avLst/>
            </a:prstGeom>
          </p:spPr>
        </p:pic>
        <p:pic>
          <p:nvPicPr>
            <p:cNvPr id="278" name="object 278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2466498" y="4548187"/>
              <a:ext cx="120491" cy="213645"/>
            </a:xfrm>
            <a:prstGeom prst="rect">
              <a:avLst/>
            </a:prstGeom>
          </p:spPr>
        </p:pic>
      </p:grpSp>
      <p:grpSp>
        <p:nvGrpSpPr>
          <p:cNvPr id="279" name="object 279" descr=""/>
          <p:cNvGrpSpPr/>
          <p:nvPr/>
        </p:nvGrpSpPr>
        <p:grpSpPr>
          <a:xfrm>
            <a:off x="2716625" y="4618386"/>
            <a:ext cx="259715" cy="143510"/>
            <a:chOff x="2716625" y="4618386"/>
            <a:chExt cx="259715" cy="143510"/>
          </a:xfrm>
        </p:grpSpPr>
        <p:pic>
          <p:nvPicPr>
            <p:cNvPr id="280" name="object 280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2716625" y="4622958"/>
              <a:ext cx="131254" cy="134302"/>
            </a:xfrm>
            <a:prstGeom prst="rect">
              <a:avLst/>
            </a:prstGeom>
          </p:spPr>
        </p:pic>
        <p:pic>
          <p:nvPicPr>
            <p:cNvPr id="281" name="object 281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2869215" y="4618386"/>
              <a:ext cx="106775" cy="143446"/>
            </a:xfrm>
            <a:prstGeom prst="rect">
              <a:avLst/>
            </a:prstGeom>
          </p:spPr>
        </p:pic>
      </p:grpSp>
      <p:sp>
        <p:nvSpPr>
          <p:cNvPr id="282" name="object 282" descr=""/>
          <p:cNvSpPr/>
          <p:nvPr/>
        </p:nvSpPr>
        <p:spPr>
          <a:xfrm>
            <a:off x="3022092" y="4546091"/>
            <a:ext cx="22860" cy="212090"/>
          </a:xfrm>
          <a:custGeom>
            <a:avLst/>
            <a:gdLst/>
            <a:ahLst/>
            <a:cxnLst/>
            <a:rect l="l" t="t" r="r" b="b"/>
            <a:pathLst>
              <a:path w="22860" h="212089">
                <a:moveTo>
                  <a:pt x="22859" y="211835"/>
                </a:moveTo>
                <a:lnTo>
                  <a:pt x="0" y="211835"/>
                </a:lnTo>
                <a:lnTo>
                  <a:pt x="0" y="0"/>
                </a:lnTo>
                <a:lnTo>
                  <a:pt x="22859" y="0"/>
                </a:lnTo>
                <a:lnTo>
                  <a:pt x="22859" y="211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3" name="object 283" descr=""/>
          <p:cNvGrpSpPr/>
          <p:nvPr/>
        </p:nvGrpSpPr>
        <p:grpSpPr>
          <a:xfrm>
            <a:off x="3091910" y="4548187"/>
            <a:ext cx="329565" cy="213995"/>
            <a:chOff x="3091910" y="4548187"/>
            <a:chExt cx="329565" cy="213995"/>
          </a:xfrm>
        </p:grpSpPr>
        <p:sp>
          <p:nvSpPr>
            <p:cNvPr id="284" name="object 284" descr=""/>
            <p:cNvSpPr/>
            <p:nvPr/>
          </p:nvSpPr>
          <p:spPr>
            <a:xfrm>
              <a:off x="3091903" y="4558867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5" name="object 285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3152870" y="4548187"/>
              <a:ext cx="120586" cy="213645"/>
            </a:xfrm>
            <a:prstGeom prst="rect">
              <a:avLst/>
            </a:prstGeom>
          </p:spPr>
        </p:pic>
        <p:pic>
          <p:nvPicPr>
            <p:cNvPr id="286" name="object 286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3314604" y="4618386"/>
              <a:ext cx="106775" cy="143446"/>
            </a:xfrm>
            <a:prstGeom prst="rect">
              <a:avLst/>
            </a:prstGeom>
          </p:spPr>
        </p:pic>
      </p:grpSp>
      <p:grpSp>
        <p:nvGrpSpPr>
          <p:cNvPr id="287" name="object 287" descr=""/>
          <p:cNvGrpSpPr/>
          <p:nvPr/>
        </p:nvGrpSpPr>
        <p:grpSpPr>
          <a:xfrm>
            <a:off x="3448811" y="4584858"/>
            <a:ext cx="229235" cy="177165"/>
            <a:chOff x="3448811" y="4584858"/>
            <a:chExt cx="229235" cy="177165"/>
          </a:xfrm>
        </p:grpSpPr>
        <p:pic>
          <p:nvPicPr>
            <p:cNvPr id="288" name="object 288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3563207" y="4618386"/>
              <a:ext cx="114395" cy="143446"/>
            </a:xfrm>
            <a:prstGeom prst="rect">
              <a:avLst/>
            </a:prstGeom>
          </p:spPr>
        </p:pic>
        <p:pic>
          <p:nvPicPr>
            <p:cNvPr id="289" name="object 289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3448811" y="4584858"/>
              <a:ext cx="94583" cy="176974"/>
            </a:xfrm>
            <a:prstGeom prst="rect">
              <a:avLst/>
            </a:prstGeom>
          </p:spPr>
        </p:pic>
      </p:grpSp>
      <p:grpSp>
        <p:nvGrpSpPr>
          <p:cNvPr id="290" name="object 290" descr=""/>
          <p:cNvGrpSpPr/>
          <p:nvPr/>
        </p:nvGrpSpPr>
        <p:grpSpPr>
          <a:xfrm>
            <a:off x="3811904" y="4619910"/>
            <a:ext cx="264160" cy="197485"/>
            <a:chOff x="3811904" y="4619910"/>
            <a:chExt cx="264160" cy="197485"/>
          </a:xfrm>
        </p:grpSpPr>
        <p:pic>
          <p:nvPicPr>
            <p:cNvPr id="291" name="object 291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3811904" y="4619910"/>
              <a:ext cx="120491" cy="196881"/>
            </a:xfrm>
            <a:prstGeom prst="rect">
              <a:avLst/>
            </a:prstGeom>
          </p:spPr>
        </p:pic>
        <p:pic>
          <p:nvPicPr>
            <p:cNvPr id="292" name="object 292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3968972" y="4622958"/>
              <a:ext cx="106775" cy="138874"/>
            </a:xfrm>
            <a:prstGeom prst="rect">
              <a:avLst/>
            </a:prstGeom>
          </p:spPr>
        </p:pic>
      </p:grpSp>
      <p:grpSp>
        <p:nvGrpSpPr>
          <p:cNvPr id="293" name="object 293" descr=""/>
          <p:cNvGrpSpPr/>
          <p:nvPr/>
        </p:nvGrpSpPr>
        <p:grpSpPr>
          <a:xfrm>
            <a:off x="4124610" y="4548187"/>
            <a:ext cx="863600" cy="213995"/>
            <a:chOff x="4124610" y="4548187"/>
            <a:chExt cx="863600" cy="213995"/>
          </a:xfrm>
        </p:grpSpPr>
        <p:pic>
          <p:nvPicPr>
            <p:cNvPr id="294" name="object 294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4124610" y="4618482"/>
              <a:ext cx="204311" cy="143446"/>
            </a:xfrm>
            <a:prstGeom prst="rect">
              <a:avLst/>
            </a:prstGeom>
          </p:spPr>
        </p:pic>
        <p:pic>
          <p:nvPicPr>
            <p:cNvPr id="295" name="object 295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4362545" y="4548187"/>
              <a:ext cx="106775" cy="209073"/>
            </a:xfrm>
            <a:prstGeom prst="rect">
              <a:avLst/>
            </a:prstGeom>
          </p:spPr>
        </p:pic>
        <p:pic>
          <p:nvPicPr>
            <p:cNvPr id="296" name="object 296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4510468" y="4618386"/>
              <a:ext cx="106775" cy="143446"/>
            </a:xfrm>
            <a:prstGeom prst="rect">
              <a:avLst/>
            </a:prstGeom>
          </p:spPr>
        </p:pic>
        <p:pic>
          <p:nvPicPr>
            <p:cNvPr id="297" name="object 297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4647723" y="4618386"/>
              <a:ext cx="233458" cy="143446"/>
            </a:xfrm>
            <a:prstGeom prst="rect">
              <a:avLst/>
            </a:prstGeom>
          </p:spPr>
        </p:pic>
        <p:pic>
          <p:nvPicPr>
            <p:cNvPr id="298" name="object 298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4914709" y="4619815"/>
              <a:ext cx="73247" cy="137350"/>
            </a:xfrm>
            <a:prstGeom prst="rect">
              <a:avLst/>
            </a:prstGeom>
          </p:spPr>
        </p:pic>
      </p:grpSp>
      <p:grpSp>
        <p:nvGrpSpPr>
          <p:cNvPr id="299" name="object 299" descr=""/>
          <p:cNvGrpSpPr/>
          <p:nvPr/>
        </p:nvGrpSpPr>
        <p:grpSpPr>
          <a:xfrm>
            <a:off x="5105400" y="4548187"/>
            <a:ext cx="513080" cy="213995"/>
            <a:chOff x="5105400" y="4548187"/>
            <a:chExt cx="513080" cy="213995"/>
          </a:xfrm>
        </p:grpSpPr>
        <p:pic>
          <p:nvPicPr>
            <p:cNvPr id="300" name="object 300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5105400" y="4548187"/>
              <a:ext cx="120491" cy="213645"/>
            </a:xfrm>
            <a:prstGeom prst="rect">
              <a:avLst/>
            </a:prstGeom>
          </p:spPr>
        </p:pic>
        <p:pic>
          <p:nvPicPr>
            <p:cNvPr id="301" name="object 301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5260943" y="4584858"/>
              <a:ext cx="224218" cy="176974"/>
            </a:xfrm>
            <a:prstGeom prst="rect">
              <a:avLst/>
            </a:prstGeom>
          </p:spPr>
        </p:pic>
        <p:pic>
          <p:nvPicPr>
            <p:cNvPr id="302" name="object 302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5509641" y="4618386"/>
              <a:ext cx="108299" cy="143446"/>
            </a:xfrm>
            <a:prstGeom prst="rect">
              <a:avLst/>
            </a:prstGeom>
          </p:spPr>
        </p:pic>
      </p:grpSp>
      <p:sp>
        <p:nvSpPr>
          <p:cNvPr id="303" name="object 303" descr=""/>
          <p:cNvSpPr/>
          <p:nvPr/>
        </p:nvSpPr>
        <p:spPr>
          <a:xfrm>
            <a:off x="5662130" y="4558867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5" h="198754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6035" h="198754">
                <a:moveTo>
                  <a:pt x="25908" y="0"/>
                </a:moveTo>
                <a:lnTo>
                  <a:pt x="0" y="0"/>
                </a:lnTo>
                <a:lnTo>
                  <a:pt x="0" y="27520"/>
                </a:lnTo>
                <a:lnTo>
                  <a:pt x="25908" y="27520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4" name="object 304" descr=""/>
          <p:cNvGrpSpPr/>
          <p:nvPr/>
        </p:nvGrpSpPr>
        <p:grpSpPr>
          <a:xfrm>
            <a:off x="5734811" y="4546091"/>
            <a:ext cx="158115" cy="215900"/>
            <a:chOff x="5734811" y="4546091"/>
            <a:chExt cx="158115" cy="215900"/>
          </a:xfrm>
        </p:grpSpPr>
        <p:sp>
          <p:nvSpPr>
            <p:cNvPr id="305" name="object 305" descr=""/>
            <p:cNvSpPr/>
            <p:nvPr/>
          </p:nvSpPr>
          <p:spPr>
            <a:xfrm>
              <a:off x="5734811" y="4546091"/>
              <a:ext cx="22860" cy="212090"/>
            </a:xfrm>
            <a:custGeom>
              <a:avLst/>
              <a:gdLst/>
              <a:ahLst/>
              <a:cxnLst/>
              <a:rect l="l" t="t" r="r" b="b"/>
              <a:pathLst>
                <a:path w="22860" h="212089">
                  <a:moveTo>
                    <a:pt x="22859" y="211835"/>
                  </a:moveTo>
                  <a:lnTo>
                    <a:pt x="0" y="211835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18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6" name="object 306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5791771" y="4618386"/>
              <a:ext cx="100679" cy="143446"/>
            </a:xfrm>
            <a:prstGeom prst="rect">
              <a:avLst/>
            </a:prstGeom>
          </p:spPr>
        </p:pic>
      </p:grpSp>
      <p:grpSp>
        <p:nvGrpSpPr>
          <p:cNvPr id="307" name="object 307" descr=""/>
          <p:cNvGrpSpPr/>
          <p:nvPr/>
        </p:nvGrpSpPr>
        <p:grpSpPr>
          <a:xfrm>
            <a:off x="6023609" y="4529899"/>
            <a:ext cx="374015" cy="304165"/>
            <a:chOff x="6023609" y="4529899"/>
            <a:chExt cx="374015" cy="304165"/>
          </a:xfrm>
        </p:grpSpPr>
        <p:sp>
          <p:nvSpPr>
            <p:cNvPr id="308" name="object 308" descr=""/>
            <p:cNvSpPr/>
            <p:nvPr/>
          </p:nvSpPr>
          <p:spPr>
            <a:xfrm>
              <a:off x="6023609" y="4529899"/>
              <a:ext cx="76835" cy="304165"/>
            </a:xfrm>
            <a:custGeom>
              <a:avLst/>
              <a:gdLst/>
              <a:ahLst/>
              <a:cxnLst/>
              <a:rect l="l" t="t" r="r" b="b"/>
              <a:pathLst>
                <a:path w="76835" h="304164">
                  <a:moveTo>
                    <a:pt x="76295" y="303656"/>
                  </a:moveTo>
                  <a:lnTo>
                    <a:pt x="58007" y="303656"/>
                  </a:lnTo>
                  <a:lnTo>
                    <a:pt x="43157" y="287995"/>
                  </a:lnTo>
                  <a:lnTo>
                    <a:pt x="23860" y="259591"/>
                  </a:lnTo>
                  <a:lnTo>
                    <a:pt x="7134" y="215454"/>
                  </a:lnTo>
                  <a:lnTo>
                    <a:pt x="0" y="152590"/>
                  </a:lnTo>
                  <a:lnTo>
                    <a:pt x="428" y="133858"/>
                  </a:lnTo>
                  <a:lnTo>
                    <a:pt x="6429" y="89502"/>
                  </a:lnTo>
                  <a:lnTo>
                    <a:pt x="25820" y="41188"/>
                  </a:lnTo>
                  <a:lnTo>
                    <a:pt x="49385" y="8954"/>
                  </a:lnTo>
                  <a:lnTo>
                    <a:pt x="58007" y="0"/>
                  </a:lnTo>
                  <a:lnTo>
                    <a:pt x="76295" y="0"/>
                  </a:lnTo>
                  <a:lnTo>
                    <a:pt x="67960" y="9574"/>
                  </a:lnTo>
                  <a:lnTo>
                    <a:pt x="57626" y="22871"/>
                  </a:lnTo>
                  <a:lnTo>
                    <a:pt x="36671" y="64103"/>
                  </a:lnTo>
                  <a:lnTo>
                    <a:pt x="26003" y="115204"/>
                  </a:lnTo>
                  <a:lnTo>
                    <a:pt x="24479" y="152590"/>
                  </a:lnTo>
                  <a:lnTo>
                    <a:pt x="30646" y="215239"/>
                  </a:lnTo>
                  <a:lnTo>
                    <a:pt x="45243" y="259020"/>
                  </a:lnTo>
                  <a:lnTo>
                    <a:pt x="62412" y="287352"/>
                  </a:lnTo>
                  <a:lnTo>
                    <a:pt x="76295" y="303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9" name="object 309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6141053" y="4619910"/>
              <a:ext cx="108299" cy="137350"/>
            </a:xfrm>
            <a:prstGeom prst="rect">
              <a:avLst/>
            </a:prstGeom>
          </p:spPr>
        </p:pic>
        <p:pic>
          <p:nvPicPr>
            <p:cNvPr id="310" name="object 310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6289071" y="4618386"/>
              <a:ext cx="108299" cy="143446"/>
            </a:xfrm>
            <a:prstGeom prst="rect">
              <a:avLst/>
            </a:prstGeom>
          </p:spPr>
        </p:pic>
      </p:grpSp>
      <p:grpSp>
        <p:nvGrpSpPr>
          <p:cNvPr id="311" name="object 311" descr=""/>
          <p:cNvGrpSpPr/>
          <p:nvPr/>
        </p:nvGrpSpPr>
        <p:grpSpPr>
          <a:xfrm>
            <a:off x="6443091" y="4618386"/>
            <a:ext cx="404495" cy="177165"/>
            <a:chOff x="6443091" y="4618386"/>
            <a:chExt cx="404495" cy="177165"/>
          </a:xfrm>
        </p:grpSpPr>
        <p:pic>
          <p:nvPicPr>
            <p:cNvPr id="312" name="object 312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6443091" y="4619910"/>
              <a:ext cx="190690" cy="137350"/>
            </a:xfrm>
            <a:prstGeom prst="rect">
              <a:avLst/>
            </a:prstGeom>
          </p:spPr>
        </p:pic>
        <p:pic>
          <p:nvPicPr>
            <p:cNvPr id="313" name="object 313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6670357" y="4618386"/>
              <a:ext cx="114395" cy="143446"/>
            </a:xfrm>
            <a:prstGeom prst="rect">
              <a:avLst/>
            </a:prstGeom>
          </p:spPr>
        </p:pic>
        <p:sp>
          <p:nvSpPr>
            <p:cNvPr id="314" name="object 314" descr=""/>
            <p:cNvSpPr/>
            <p:nvPr/>
          </p:nvSpPr>
          <p:spPr>
            <a:xfrm>
              <a:off x="6822948" y="4732877"/>
              <a:ext cx="24765" cy="62865"/>
            </a:xfrm>
            <a:custGeom>
              <a:avLst/>
              <a:gdLst/>
              <a:ahLst/>
              <a:cxnLst/>
              <a:rect l="l" t="t" r="r" b="b"/>
              <a:pathLst>
                <a:path w="24765" h="62864">
                  <a:moveTo>
                    <a:pt x="12191" y="62579"/>
                  </a:moveTo>
                  <a:lnTo>
                    <a:pt x="0" y="62579"/>
                  </a:lnTo>
                  <a:lnTo>
                    <a:pt x="7619" y="24384"/>
                  </a:lnTo>
                  <a:lnTo>
                    <a:pt x="0" y="24384"/>
                  </a:lnTo>
                  <a:lnTo>
                    <a:pt x="0" y="0"/>
                  </a:lnTo>
                  <a:lnTo>
                    <a:pt x="24383" y="0"/>
                  </a:lnTo>
                  <a:lnTo>
                    <a:pt x="24383" y="24384"/>
                  </a:lnTo>
                  <a:lnTo>
                    <a:pt x="12191" y="62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5" name="object 315" descr=""/>
          <p:cNvGrpSpPr/>
          <p:nvPr/>
        </p:nvGrpSpPr>
        <p:grpSpPr>
          <a:xfrm>
            <a:off x="7002874" y="4548187"/>
            <a:ext cx="784225" cy="268605"/>
            <a:chOff x="7002874" y="4548187"/>
            <a:chExt cx="784225" cy="268605"/>
          </a:xfrm>
        </p:grpSpPr>
        <p:pic>
          <p:nvPicPr>
            <p:cNvPr id="316" name="object 316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7002874" y="4619910"/>
              <a:ext cx="120586" cy="196881"/>
            </a:xfrm>
            <a:prstGeom prst="rect">
              <a:avLst/>
            </a:prstGeom>
          </p:spPr>
        </p:pic>
        <p:pic>
          <p:nvPicPr>
            <p:cNvPr id="317" name="object 317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7158513" y="4548187"/>
              <a:ext cx="106775" cy="209073"/>
            </a:xfrm>
            <a:prstGeom prst="rect">
              <a:avLst/>
            </a:prstGeom>
          </p:spPr>
        </p:pic>
        <p:pic>
          <p:nvPicPr>
            <p:cNvPr id="318" name="object 318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7298816" y="4618386"/>
              <a:ext cx="134207" cy="143446"/>
            </a:xfrm>
            <a:prstGeom prst="rect">
              <a:avLst/>
            </a:prstGeom>
          </p:spPr>
        </p:pic>
        <p:pic>
          <p:nvPicPr>
            <p:cNvPr id="319" name="object 319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7466647" y="4619910"/>
              <a:ext cx="106775" cy="137350"/>
            </a:xfrm>
            <a:prstGeom prst="rect">
              <a:avLst/>
            </a:prstGeom>
          </p:spPr>
        </p:pic>
        <p:pic>
          <p:nvPicPr>
            <p:cNvPr id="320" name="object 320" descr="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7608474" y="4618386"/>
              <a:ext cx="114395" cy="143446"/>
            </a:xfrm>
            <a:prstGeom prst="rect">
              <a:avLst/>
            </a:prstGeom>
          </p:spPr>
        </p:pic>
        <p:sp>
          <p:nvSpPr>
            <p:cNvPr id="321" name="object 321" descr=""/>
            <p:cNvSpPr/>
            <p:nvPr/>
          </p:nvSpPr>
          <p:spPr>
            <a:xfrm>
              <a:off x="7761065" y="4732877"/>
              <a:ext cx="26034" cy="62865"/>
            </a:xfrm>
            <a:custGeom>
              <a:avLst/>
              <a:gdLst/>
              <a:ahLst/>
              <a:cxnLst/>
              <a:rect l="l" t="t" r="r" b="b"/>
              <a:pathLst>
                <a:path w="26034" h="62864">
                  <a:moveTo>
                    <a:pt x="13715" y="62484"/>
                  </a:moveTo>
                  <a:lnTo>
                    <a:pt x="0" y="62484"/>
                  </a:lnTo>
                  <a:lnTo>
                    <a:pt x="7619" y="24384"/>
                  </a:lnTo>
                  <a:lnTo>
                    <a:pt x="0" y="24384"/>
                  </a:lnTo>
                  <a:lnTo>
                    <a:pt x="0" y="0"/>
                  </a:lnTo>
                  <a:lnTo>
                    <a:pt x="25907" y="0"/>
                  </a:lnTo>
                  <a:lnTo>
                    <a:pt x="25907" y="24384"/>
                  </a:lnTo>
                  <a:lnTo>
                    <a:pt x="13715" y="624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2" name="object 322" descr=""/>
          <p:cNvGrpSpPr/>
          <p:nvPr/>
        </p:nvGrpSpPr>
        <p:grpSpPr>
          <a:xfrm>
            <a:off x="7933372" y="4548187"/>
            <a:ext cx="416559" cy="213995"/>
            <a:chOff x="7933372" y="4548187"/>
            <a:chExt cx="416559" cy="213995"/>
          </a:xfrm>
        </p:grpSpPr>
        <p:pic>
          <p:nvPicPr>
            <p:cNvPr id="323" name="object 323" descr="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7933372" y="4618386"/>
              <a:ext cx="108299" cy="143446"/>
            </a:xfrm>
            <a:prstGeom prst="rect">
              <a:avLst/>
            </a:prstGeom>
          </p:spPr>
        </p:pic>
        <p:pic>
          <p:nvPicPr>
            <p:cNvPr id="324" name="object 324" descr="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8073675" y="4548187"/>
              <a:ext cx="120586" cy="213645"/>
            </a:xfrm>
            <a:prstGeom prst="rect">
              <a:avLst/>
            </a:prstGeom>
          </p:spPr>
        </p:pic>
        <p:pic>
          <p:nvPicPr>
            <p:cNvPr id="325" name="object 325" descr="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8229313" y="4548187"/>
              <a:ext cx="120491" cy="213645"/>
            </a:xfrm>
            <a:prstGeom prst="rect">
              <a:avLst/>
            </a:prstGeom>
          </p:spPr>
        </p:pic>
      </p:grpSp>
      <p:grpSp>
        <p:nvGrpSpPr>
          <p:cNvPr id="326" name="object 326" descr=""/>
          <p:cNvGrpSpPr/>
          <p:nvPr/>
        </p:nvGrpSpPr>
        <p:grpSpPr>
          <a:xfrm>
            <a:off x="8400098" y="4618386"/>
            <a:ext cx="499109" cy="177165"/>
            <a:chOff x="8400098" y="4618386"/>
            <a:chExt cx="499109" cy="177165"/>
          </a:xfrm>
        </p:grpSpPr>
        <p:pic>
          <p:nvPicPr>
            <p:cNvPr id="327" name="object 327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8400098" y="4618386"/>
              <a:ext cx="437863" cy="143446"/>
            </a:xfrm>
            <a:prstGeom prst="rect">
              <a:avLst/>
            </a:prstGeom>
          </p:spPr>
        </p:pic>
        <p:sp>
          <p:nvSpPr>
            <p:cNvPr id="328" name="object 328" descr=""/>
            <p:cNvSpPr/>
            <p:nvPr/>
          </p:nvSpPr>
          <p:spPr>
            <a:xfrm>
              <a:off x="8874538" y="4732877"/>
              <a:ext cx="24765" cy="62865"/>
            </a:xfrm>
            <a:custGeom>
              <a:avLst/>
              <a:gdLst/>
              <a:ahLst/>
              <a:cxnLst/>
              <a:rect l="l" t="t" r="r" b="b"/>
              <a:pathLst>
                <a:path w="24765" h="62864">
                  <a:moveTo>
                    <a:pt x="12191" y="62579"/>
                  </a:moveTo>
                  <a:lnTo>
                    <a:pt x="0" y="62579"/>
                  </a:lnTo>
                  <a:lnTo>
                    <a:pt x="7619" y="24384"/>
                  </a:lnTo>
                  <a:lnTo>
                    <a:pt x="0" y="24384"/>
                  </a:lnTo>
                  <a:lnTo>
                    <a:pt x="0" y="0"/>
                  </a:lnTo>
                  <a:lnTo>
                    <a:pt x="24383" y="0"/>
                  </a:lnTo>
                  <a:lnTo>
                    <a:pt x="24383" y="24384"/>
                  </a:lnTo>
                  <a:lnTo>
                    <a:pt x="12191" y="62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9" name="object 329" descr=""/>
          <p:cNvGrpSpPr/>
          <p:nvPr/>
        </p:nvGrpSpPr>
        <p:grpSpPr>
          <a:xfrm>
            <a:off x="1417034" y="4906803"/>
            <a:ext cx="1141095" cy="302260"/>
            <a:chOff x="1417034" y="4906803"/>
            <a:chExt cx="1141095" cy="302260"/>
          </a:xfrm>
        </p:grpSpPr>
        <p:pic>
          <p:nvPicPr>
            <p:cNvPr id="330" name="object 330" descr="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1417034" y="4995290"/>
              <a:ext cx="120491" cy="196881"/>
            </a:xfrm>
            <a:prstGeom prst="rect">
              <a:avLst/>
            </a:prstGeom>
          </p:spPr>
        </p:pic>
        <p:pic>
          <p:nvPicPr>
            <p:cNvPr id="331" name="object 331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1565052" y="4993767"/>
              <a:ext cx="254698" cy="201453"/>
            </a:xfrm>
            <a:prstGeom prst="rect">
              <a:avLst/>
            </a:prstGeom>
          </p:spPr>
        </p:pic>
        <p:pic>
          <p:nvPicPr>
            <p:cNvPr id="332" name="object 332" descr="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1848707" y="4995291"/>
              <a:ext cx="192214" cy="138874"/>
            </a:xfrm>
            <a:prstGeom prst="rect">
              <a:avLst/>
            </a:prstGeom>
          </p:spPr>
        </p:pic>
        <p:pic>
          <p:nvPicPr>
            <p:cNvPr id="333" name="object 333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2075973" y="4993766"/>
              <a:ext cx="114395" cy="143446"/>
            </a:xfrm>
            <a:prstGeom prst="rect">
              <a:avLst/>
            </a:prstGeom>
          </p:spPr>
        </p:pic>
        <p:pic>
          <p:nvPicPr>
            <p:cNvPr id="334" name="object 334" descr="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2223992" y="4995291"/>
              <a:ext cx="106775" cy="138874"/>
            </a:xfrm>
            <a:prstGeom prst="rect">
              <a:avLst/>
            </a:prstGeom>
          </p:spPr>
        </p:pic>
        <p:pic>
          <p:nvPicPr>
            <p:cNvPr id="335" name="object 335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2361247" y="4960239"/>
              <a:ext cx="94583" cy="176974"/>
            </a:xfrm>
            <a:prstGeom prst="rect">
              <a:avLst/>
            </a:prstGeom>
          </p:spPr>
        </p:pic>
        <p:sp>
          <p:nvSpPr>
            <p:cNvPr id="336" name="object 336" descr=""/>
            <p:cNvSpPr/>
            <p:nvPr/>
          </p:nvSpPr>
          <p:spPr>
            <a:xfrm>
              <a:off x="2481738" y="4906803"/>
              <a:ext cx="76835" cy="302260"/>
            </a:xfrm>
            <a:custGeom>
              <a:avLst/>
              <a:gdLst/>
              <a:ahLst/>
              <a:cxnLst/>
              <a:rect l="l" t="t" r="r" b="b"/>
              <a:pathLst>
                <a:path w="76835" h="302260">
                  <a:moveTo>
                    <a:pt x="18287" y="302132"/>
                  </a:moveTo>
                  <a:lnTo>
                    <a:pt x="0" y="302132"/>
                  </a:lnTo>
                  <a:lnTo>
                    <a:pt x="8978" y="293426"/>
                  </a:lnTo>
                  <a:lnTo>
                    <a:pt x="19252" y="280558"/>
                  </a:lnTo>
                  <a:lnTo>
                    <a:pt x="39719" y="239553"/>
                  </a:lnTo>
                  <a:lnTo>
                    <a:pt x="51149" y="188452"/>
                  </a:lnTo>
                  <a:lnTo>
                    <a:pt x="53435" y="151066"/>
                  </a:lnTo>
                  <a:lnTo>
                    <a:pt x="47229" y="88202"/>
                  </a:lnTo>
                  <a:lnTo>
                    <a:pt x="32432" y="44065"/>
                  </a:lnTo>
                  <a:lnTo>
                    <a:pt x="14778" y="15661"/>
                  </a:lnTo>
                  <a:lnTo>
                    <a:pt x="0" y="0"/>
                  </a:lnTo>
                  <a:lnTo>
                    <a:pt x="18287" y="0"/>
                  </a:lnTo>
                  <a:lnTo>
                    <a:pt x="33821" y="15661"/>
                  </a:lnTo>
                  <a:lnTo>
                    <a:pt x="53042" y="44065"/>
                  </a:lnTo>
                  <a:lnTo>
                    <a:pt x="69388" y="88202"/>
                  </a:lnTo>
                  <a:lnTo>
                    <a:pt x="76295" y="151066"/>
                  </a:lnTo>
                  <a:lnTo>
                    <a:pt x="75866" y="169798"/>
                  </a:lnTo>
                  <a:lnTo>
                    <a:pt x="69865" y="214154"/>
                  </a:lnTo>
                  <a:lnTo>
                    <a:pt x="51372" y="262190"/>
                  </a:lnTo>
                  <a:lnTo>
                    <a:pt x="27780" y="293402"/>
                  </a:lnTo>
                  <a:lnTo>
                    <a:pt x="18287" y="3021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7" name="object 337" descr="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1029652" y="5395055"/>
            <a:ext cx="186023" cy="175450"/>
          </a:xfrm>
          <a:prstGeom prst="rect">
            <a:avLst/>
          </a:prstGeom>
        </p:spPr>
      </p:pic>
      <p:grpSp>
        <p:nvGrpSpPr>
          <p:cNvPr id="338" name="object 338" descr=""/>
          <p:cNvGrpSpPr/>
          <p:nvPr/>
        </p:nvGrpSpPr>
        <p:grpSpPr>
          <a:xfrm>
            <a:off x="1400270" y="5382767"/>
            <a:ext cx="241300" cy="210820"/>
            <a:chOff x="1400270" y="5382767"/>
            <a:chExt cx="241300" cy="210820"/>
          </a:xfrm>
        </p:grpSpPr>
        <p:pic>
          <p:nvPicPr>
            <p:cNvPr id="339" name="object 339" descr="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1400270" y="5382862"/>
              <a:ext cx="184594" cy="210597"/>
            </a:xfrm>
            <a:prstGeom prst="rect">
              <a:avLst/>
            </a:prstGeom>
          </p:spPr>
        </p:pic>
        <p:sp>
          <p:nvSpPr>
            <p:cNvPr id="340" name="object 340" descr=""/>
            <p:cNvSpPr/>
            <p:nvPr/>
          </p:nvSpPr>
          <p:spPr>
            <a:xfrm>
              <a:off x="1618488" y="53827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1" name="object 341" descr=""/>
          <p:cNvGrpSpPr/>
          <p:nvPr/>
        </p:nvGrpSpPr>
        <p:grpSpPr>
          <a:xfrm>
            <a:off x="1690116" y="5382767"/>
            <a:ext cx="393700" cy="213995"/>
            <a:chOff x="1690116" y="5382767"/>
            <a:chExt cx="393700" cy="213995"/>
          </a:xfrm>
        </p:grpSpPr>
        <p:sp>
          <p:nvSpPr>
            <p:cNvPr id="342" name="object 342" descr=""/>
            <p:cNvSpPr/>
            <p:nvPr/>
          </p:nvSpPr>
          <p:spPr>
            <a:xfrm>
              <a:off x="1690116" y="53827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3" name="object 343" descr="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1746599" y="5453062"/>
              <a:ext cx="336994" cy="143446"/>
            </a:xfrm>
            <a:prstGeom prst="rect">
              <a:avLst/>
            </a:prstGeom>
          </p:spPr>
        </p:pic>
      </p:grpSp>
      <p:grpSp>
        <p:nvGrpSpPr>
          <p:cNvPr id="344" name="object 344" descr=""/>
          <p:cNvGrpSpPr/>
          <p:nvPr/>
        </p:nvGrpSpPr>
        <p:grpSpPr>
          <a:xfrm>
            <a:off x="2198084" y="5419534"/>
            <a:ext cx="628650" cy="234950"/>
            <a:chOff x="2198084" y="5419534"/>
            <a:chExt cx="628650" cy="234950"/>
          </a:xfrm>
        </p:grpSpPr>
        <p:pic>
          <p:nvPicPr>
            <p:cNvPr id="345" name="object 345" descr="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2198084" y="5453062"/>
              <a:ext cx="115919" cy="143446"/>
            </a:xfrm>
            <a:prstGeom prst="rect">
              <a:avLst/>
            </a:prstGeom>
          </p:spPr>
        </p:pic>
        <p:pic>
          <p:nvPicPr>
            <p:cNvPr id="346" name="object 346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2347531" y="5454586"/>
              <a:ext cx="106775" cy="138874"/>
            </a:xfrm>
            <a:prstGeom prst="rect">
              <a:avLst/>
            </a:prstGeom>
          </p:spPr>
        </p:pic>
        <p:pic>
          <p:nvPicPr>
            <p:cNvPr id="347" name="object 347" descr="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2484786" y="5419534"/>
              <a:ext cx="94583" cy="176974"/>
            </a:xfrm>
            <a:prstGeom prst="rect">
              <a:avLst/>
            </a:prstGeom>
          </p:spPr>
        </p:pic>
        <p:pic>
          <p:nvPicPr>
            <p:cNvPr id="348" name="object 348" descr="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2612898" y="5454586"/>
              <a:ext cx="213550" cy="199834"/>
            </a:xfrm>
            <a:prstGeom prst="rect">
              <a:avLst/>
            </a:prstGeom>
          </p:spPr>
        </p:pic>
      </p:grpSp>
      <p:pic>
        <p:nvPicPr>
          <p:cNvPr id="349" name="object 349" descr=""/>
          <p:cNvPicPr/>
          <p:nvPr/>
        </p:nvPicPr>
        <p:blipFill>
          <a:blip r:embed="rId209" cstate="print"/>
          <a:stretch>
            <a:fillRect/>
          </a:stretch>
        </p:blipFill>
        <p:spPr>
          <a:xfrm>
            <a:off x="2940939" y="5379815"/>
            <a:ext cx="247078" cy="216693"/>
          </a:xfrm>
          <a:prstGeom prst="rect">
            <a:avLst/>
          </a:prstGeom>
        </p:spPr>
      </p:pic>
      <p:pic>
        <p:nvPicPr>
          <p:cNvPr id="350" name="object 350" descr=""/>
          <p:cNvPicPr/>
          <p:nvPr/>
        </p:nvPicPr>
        <p:blipFill>
          <a:blip r:embed="rId210" cstate="print"/>
          <a:stretch>
            <a:fillRect/>
          </a:stretch>
        </p:blipFill>
        <p:spPr>
          <a:xfrm>
            <a:off x="3540347" y="5457634"/>
            <a:ext cx="108299" cy="138874"/>
          </a:xfrm>
          <a:prstGeom prst="rect">
            <a:avLst/>
          </a:prstGeom>
        </p:spPr>
      </p:pic>
      <p:pic>
        <p:nvPicPr>
          <p:cNvPr id="351" name="object 351" descr=""/>
          <p:cNvPicPr/>
          <p:nvPr/>
        </p:nvPicPr>
        <p:blipFill>
          <a:blip r:embed="rId211" cstate="print"/>
          <a:stretch>
            <a:fillRect/>
          </a:stretch>
        </p:blipFill>
        <p:spPr>
          <a:xfrm>
            <a:off x="3300888" y="5454586"/>
            <a:ext cx="190690" cy="138874"/>
          </a:xfrm>
          <a:prstGeom prst="rect">
            <a:avLst/>
          </a:prstGeom>
        </p:spPr>
      </p:pic>
      <p:grpSp>
        <p:nvGrpSpPr>
          <p:cNvPr id="352" name="object 352" descr=""/>
          <p:cNvGrpSpPr/>
          <p:nvPr/>
        </p:nvGrpSpPr>
        <p:grpSpPr>
          <a:xfrm>
            <a:off x="3697223" y="5382767"/>
            <a:ext cx="206375" cy="213995"/>
            <a:chOff x="3697223" y="5382767"/>
            <a:chExt cx="206375" cy="213995"/>
          </a:xfrm>
        </p:grpSpPr>
        <p:sp>
          <p:nvSpPr>
            <p:cNvPr id="353" name="object 353" descr=""/>
            <p:cNvSpPr/>
            <p:nvPr/>
          </p:nvSpPr>
          <p:spPr>
            <a:xfrm>
              <a:off x="3697223" y="53827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4" name="object 354" descr="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3750849" y="5419439"/>
              <a:ext cx="94583" cy="177069"/>
            </a:xfrm>
            <a:prstGeom prst="rect">
              <a:avLst/>
            </a:prstGeom>
          </p:spPr>
        </p:pic>
        <p:sp>
          <p:nvSpPr>
            <p:cNvPr id="355" name="object 355" descr=""/>
            <p:cNvSpPr/>
            <p:nvPr/>
          </p:nvSpPr>
          <p:spPr>
            <a:xfrm>
              <a:off x="3877437" y="539506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2572"/>
                  </a:moveTo>
                  <a:lnTo>
                    <a:pt x="1524" y="62572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2572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6" name="object 356" descr=""/>
          <p:cNvGrpSpPr/>
          <p:nvPr/>
        </p:nvGrpSpPr>
        <p:grpSpPr>
          <a:xfrm>
            <a:off x="3950684" y="5382767"/>
            <a:ext cx="178435" cy="268605"/>
            <a:chOff x="3950684" y="5382767"/>
            <a:chExt cx="178435" cy="268605"/>
          </a:xfrm>
        </p:grpSpPr>
        <p:pic>
          <p:nvPicPr>
            <p:cNvPr id="357" name="object 357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3950684" y="5454586"/>
              <a:ext cx="120491" cy="196786"/>
            </a:xfrm>
            <a:prstGeom prst="rect">
              <a:avLst/>
            </a:prstGeom>
          </p:spPr>
        </p:pic>
        <p:sp>
          <p:nvSpPr>
            <p:cNvPr id="358" name="object 358" descr=""/>
            <p:cNvSpPr/>
            <p:nvPr/>
          </p:nvSpPr>
          <p:spPr>
            <a:xfrm>
              <a:off x="4105656" y="53827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59" name="object 359" descr=""/>
          <p:cNvPicPr/>
          <p:nvPr/>
        </p:nvPicPr>
        <p:blipFill>
          <a:blip r:embed="rId214" cstate="print"/>
          <a:stretch>
            <a:fillRect/>
          </a:stretch>
        </p:blipFill>
        <p:spPr>
          <a:xfrm>
            <a:off x="4400644" y="5453062"/>
            <a:ext cx="114395" cy="143446"/>
          </a:xfrm>
          <a:prstGeom prst="rect">
            <a:avLst/>
          </a:prstGeom>
        </p:spPr>
      </p:pic>
      <p:pic>
        <p:nvPicPr>
          <p:cNvPr id="360" name="object 360" descr=""/>
          <p:cNvPicPr/>
          <p:nvPr/>
        </p:nvPicPr>
        <p:blipFill>
          <a:blip r:embed="rId215" cstate="print"/>
          <a:stretch>
            <a:fillRect/>
          </a:stretch>
        </p:blipFill>
        <p:spPr>
          <a:xfrm>
            <a:off x="4164234" y="5453062"/>
            <a:ext cx="115919" cy="143446"/>
          </a:xfrm>
          <a:prstGeom prst="rect">
            <a:avLst/>
          </a:prstGeom>
        </p:spPr>
      </p:pic>
      <p:grpSp>
        <p:nvGrpSpPr>
          <p:cNvPr id="361" name="object 361" descr=""/>
          <p:cNvGrpSpPr/>
          <p:nvPr/>
        </p:nvGrpSpPr>
        <p:grpSpPr>
          <a:xfrm>
            <a:off x="4539424" y="5419439"/>
            <a:ext cx="363220" cy="177165"/>
            <a:chOff x="4539424" y="5419439"/>
            <a:chExt cx="363220" cy="177165"/>
          </a:xfrm>
        </p:grpSpPr>
        <p:pic>
          <p:nvPicPr>
            <p:cNvPr id="362" name="object 362" descr="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4539424" y="5453062"/>
              <a:ext cx="108299" cy="143446"/>
            </a:xfrm>
            <a:prstGeom prst="rect">
              <a:avLst/>
            </a:prstGeom>
          </p:spPr>
        </p:pic>
        <p:pic>
          <p:nvPicPr>
            <p:cNvPr id="363" name="object 363" descr="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4675250" y="5419439"/>
              <a:ext cx="94583" cy="177069"/>
            </a:xfrm>
            <a:prstGeom prst="rect">
              <a:avLst/>
            </a:prstGeom>
          </p:spPr>
        </p:pic>
        <p:pic>
          <p:nvPicPr>
            <p:cNvPr id="364" name="object 364" descr="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4794218" y="5453062"/>
              <a:ext cx="108299" cy="143446"/>
            </a:xfrm>
            <a:prstGeom prst="rect">
              <a:avLst/>
            </a:prstGeom>
          </p:spPr>
        </p:pic>
      </p:grpSp>
      <p:grpSp>
        <p:nvGrpSpPr>
          <p:cNvPr id="365" name="object 365" descr=""/>
          <p:cNvGrpSpPr/>
          <p:nvPr/>
        </p:nvGrpSpPr>
        <p:grpSpPr>
          <a:xfrm>
            <a:off x="4948428" y="5382767"/>
            <a:ext cx="346075" cy="273685"/>
            <a:chOff x="4948428" y="5382767"/>
            <a:chExt cx="346075" cy="273685"/>
          </a:xfrm>
        </p:grpSpPr>
        <p:sp>
          <p:nvSpPr>
            <p:cNvPr id="366" name="object 366" descr=""/>
            <p:cNvSpPr/>
            <p:nvPr/>
          </p:nvSpPr>
          <p:spPr>
            <a:xfrm>
              <a:off x="4948428" y="53827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7" name="object 367" descr="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5004720" y="5453062"/>
              <a:ext cx="289750" cy="202882"/>
            </a:xfrm>
            <a:prstGeom prst="rect">
              <a:avLst/>
            </a:prstGeom>
          </p:spPr>
        </p:pic>
      </p:grpSp>
      <p:grpSp>
        <p:nvGrpSpPr>
          <p:cNvPr id="368" name="object 368" descr=""/>
          <p:cNvGrpSpPr/>
          <p:nvPr/>
        </p:nvGrpSpPr>
        <p:grpSpPr>
          <a:xfrm>
            <a:off x="5422677" y="5395055"/>
            <a:ext cx="508000" cy="201930"/>
            <a:chOff x="5422677" y="5395055"/>
            <a:chExt cx="508000" cy="201930"/>
          </a:xfrm>
        </p:grpSpPr>
        <p:sp>
          <p:nvSpPr>
            <p:cNvPr id="369" name="object 369" descr=""/>
            <p:cNvSpPr/>
            <p:nvPr/>
          </p:nvSpPr>
          <p:spPr>
            <a:xfrm>
              <a:off x="5422671" y="539506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2572"/>
                  </a:moveTo>
                  <a:lnTo>
                    <a:pt x="1524" y="62572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2572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0" name="object 370" descr="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5477541" y="5419534"/>
              <a:ext cx="228790" cy="176974"/>
            </a:xfrm>
            <a:prstGeom prst="rect">
              <a:avLst/>
            </a:prstGeom>
          </p:spPr>
        </p:pic>
        <p:pic>
          <p:nvPicPr>
            <p:cNvPr id="371" name="object 371" descr="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5739955" y="5454586"/>
              <a:ext cx="190595" cy="138874"/>
            </a:xfrm>
            <a:prstGeom prst="rect">
              <a:avLst/>
            </a:prstGeom>
          </p:spPr>
        </p:pic>
      </p:grpSp>
      <p:pic>
        <p:nvPicPr>
          <p:cNvPr id="372" name="object 372" descr=""/>
          <p:cNvPicPr/>
          <p:nvPr/>
        </p:nvPicPr>
        <p:blipFill>
          <a:blip r:embed="rId222" cstate="print"/>
          <a:stretch>
            <a:fillRect/>
          </a:stretch>
        </p:blipFill>
        <p:spPr>
          <a:xfrm>
            <a:off x="6176200" y="5457634"/>
            <a:ext cx="198310" cy="135826"/>
          </a:xfrm>
          <a:prstGeom prst="rect">
            <a:avLst/>
          </a:prstGeom>
        </p:spPr>
      </p:pic>
      <p:pic>
        <p:nvPicPr>
          <p:cNvPr id="373" name="object 373" descr=""/>
          <p:cNvPicPr/>
          <p:nvPr/>
        </p:nvPicPr>
        <p:blipFill>
          <a:blip r:embed="rId223" cstate="print"/>
          <a:stretch>
            <a:fillRect/>
          </a:stretch>
        </p:blipFill>
        <p:spPr>
          <a:xfrm>
            <a:off x="5964173" y="5453062"/>
            <a:ext cx="100679" cy="143446"/>
          </a:xfrm>
          <a:prstGeom prst="rect">
            <a:avLst/>
          </a:prstGeom>
        </p:spPr>
      </p:pic>
      <p:grpSp>
        <p:nvGrpSpPr>
          <p:cNvPr id="374" name="object 374" descr=""/>
          <p:cNvGrpSpPr/>
          <p:nvPr/>
        </p:nvGrpSpPr>
        <p:grpSpPr>
          <a:xfrm>
            <a:off x="6401942" y="5382863"/>
            <a:ext cx="290195" cy="213995"/>
            <a:chOff x="6401942" y="5382863"/>
            <a:chExt cx="290195" cy="213995"/>
          </a:xfrm>
        </p:grpSpPr>
        <p:sp>
          <p:nvSpPr>
            <p:cNvPr id="375" name="object 375" descr=""/>
            <p:cNvSpPr/>
            <p:nvPr/>
          </p:nvSpPr>
          <p:spPr>
            <a:xfrm>
              <a:off x="6401930" y="539506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2572"/>
                  </a:moveTo>
                  <a:lnTo>
                    <a:pt x="1524" y="62572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2572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432" y="25908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6" name="object 376" descr="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6456807" y="5419439"/>
              <a:ext cx="94583" cy="177069"/>
            </a:xfrm>
            <a:prstGeom prst="rect">
              <a:avLst/>
            </a:prstGeom>
          </p:spPr>
        </p:pic>
        <p:pic>
          <p:nvPicPr>
            <p:cNvPr id="377" name="object 377" descr="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6585013" y="5382863"/>
              <a:ext cx="106775" cy="210597"/>
            </a:xfrm>
            <a:prstGeom prst="rect">
              <a:avLst/>
            </a:prstGeom>
          </p:spPr>
        </p:pic>
      </p:grpSp>
      <p:grpSp>
        <p:nvGrpSpPr>
          <p:cNvPr id="378" name="object 378" descr=""/>
          <p:cNvGrpSpPr/>
          <p:nvPr/>
        </p:nvGrpSpPr>
        <p:grpSpPr>
          <a:xfrm>
            <a:off x="6827520" y="5382863"/>
            <a:ext cx="566420" cy="271780"/>
            <a:chOff x="6827520" y="5382863"/>
            <a:chExt cx="566420" cy="271780"/>
          </a:xfrm>
        </p:grpSpPr>
        <p:pic>
          <p:nvPicPr>
            <p:cNvPr id="379" name="object 379" descr="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6978491" y="5457634"/>
              <a:ext cx="129635" cy="196786"/>
            </a:xfrm>
            <a:prstGeom prst="rect">
              <a:avLst/>
            </a:prstGeom>
          </p:spPr>
        </p:pic>
        <p:pic>
          <p:nvPicPr>
            <p:cNvPr id="380" name="object 380" descr="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6827520" y="5382863"/>
              <a:ext cx="120491" cy="213645"/>
            </a:xfrm>
            <a:prstGeom prst="rect">
              <a:avLst/>
            </a:prstGeom>
          </p:spPr>
        </p:pic>
        <p:pic>
          <p:nvPicPr>
            <p:cNvPr id="381" name="object 381" descr="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7137178" y="5454586"/>
              <a:ext cx="108299" cy="138874"/>
            </a:xfrm>
            <a:prstGeom prst="rect">
              <a:avLst/>
            </a:prstGeom>
          </p:spPr>
        </p:pic>
        <p:pic>
          <p:nvPicPr>
            <p:cNvPr id="382" name="object 382" descr="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7285101" y="5453062"/>
              <a:ext cx="108299" cy="143446"/>
            </a:xfrm>
            <a:prstGeom prst="rect">
              <a:avLst/>
            </a:prstGeom>
          </p:spPr>
        </p:pic>
      </p:grpSp>
      <p:pic>
        <p:nvPicPr>
          <p:cNvPr id="383" name="object 383" descr=""/>
          <p:cNvPicPr/>
          <p:nvPr/>
        </p:nvPicPr>
        <p:blipFill>
          <a:blip r:embed="rId211" cstate="print"/>
          <a:stretch>
            <a:fillRect/>
          </a:stretch>
        </p:blipFill>
        <p:spPr>
          <a:xfrm>
            <a:off x="7439120" y="5454586"/>
            <a:ext cx="190690" cy="138874"/>
          </a:xfrm>
          <a:prstGeom prst="rect">
            <a:avLst/>
          </a:prstGeom>
        </p:spPr>
      </p:pic>
      <p:grpSp>
        <p:nvGrpSpPr>
          <p:cNvPr id="384" name="object 384" descr=""/>
          <p:cNvGrpSpPr/>
          <p:nvPr/>
        </p:nvGrpSpPr>
        <p:grpSpPr>
          <a:xfrm>
            <a:off x="7677150" y="5395055"/>
            <a:ext cx="175895" cy="201930"/>
            <a:chOff x="7677150" y="5395055"/>
            <a:chExt cx="175895" cy="201930"/>
          </a:xfrm>
        </p:grpSpPr>
        <p:sp>
          <p:nvSpPr>
            <p:cNvPr id="385" name="object 385" descr=""/>
            <p:cNvSpPr/>
            <p:nvPr/>
          </p:nvSpPr>
          <p:spPr>
            <a:xfrm>
              <a:off x="7677137" y="539506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384" y="62572"/>
                  </a:moveTo>
                  <a:lnTo>
                    <a:pt x="3048" y="62572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2572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432" y="25908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6" name="object 386" descr="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7738109" y="5453062"/>
              <a:ext cx="114395" cy="143446"/>
            </a:xfrm>
            <a:prstGeom prst="rect">
              <a:avLst/>
            </a:prstGeom>
          </p:spPr>
        </p:pic>
      </p:grpSp>
      <p:grpSp>
        <p:nvGrpSpPr>
          <p:cNvPr id="387" name="object 387" descr=""/>
          <p:cNvGrpSpPr/>
          <p:nvPr/>
        </p:nvGrpSpPr>
        <p:grpSpPr>
          <a:xfrm>
            <a:off x="7968424" y="5419439"/>
            <a:ext cx="488315" cy="177165"/>
            <a:chOff x="7968424" y="5419439"/>
            <a:chExt cx="488315" cy="177165"/>
          </a:xfrm>
        </p:grpSpPr>
        <p:pic>
          <p:nvPicPr>
            <p:cNvPr id="388" name="object 388" descr="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7968424" y="5419439"/>
              <a:ext cx="355473" cy="177069"/>
            </a:xfrm>
            <a:prstGeom prst="rect">
              <a:avLst/>
            </a:prstGeom>
          </p:spPr>
        </p:pic>
        <p:pic>
          <p:nvPicPr>
            <p:cNvPr id="389" name="object 389" descr="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8348281" y="5453062"/>
              <a:ext cx="108299" cy="143446"/>
            </a:xfrm>
            <a:prstGeom prst="rect">
              <a:avLst/>
            </a:prstGeom>
          </p:spPr>
        </p:pic>
      </p:grpSp>
      <p:grpSp>
        <p:nvGrpSpPr>
          <p:cNvPr id="390" name="object 390" descr=""/>
          <p:cNvGrpSpPr/>
          <p:nvPr/>
        </p:nvGrpSpPr>
        <p:grpSpPr>
          <a:xfrm>
            <a:off x="8502396" y="5382767"/>
            <a:ext cx="155575" cy="213995"/>
            <a:chOff x="8502396" y="5382767"/>
            <a:chExt cx="155575" cy="213995"/>
          </a:xfrm>
        </p:grpSpPr>
        <p:sp>
          <p:nvSpPr>
            <p:cNvPr id="391" name="object 391" descr=""/>
            <p:cNvSpPr/>
            <p:nvPr/>
          </p:nvSpPr>
          <p:spPr>
            <a:xfrm>
              <a:off x="8502396" y="53827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2" name="object 392" descr="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8557260" y="5453062"/>
              <a:ext cx="100679" cy="143446"/>
            </a:xfrm>
            <a:prstGeom prst="rect">
              <a:avLst/>
            </a:prstGeom>
          </p:spPr>
        </p:pic>
      </p:grpSp>
      <p:pic>
        <p:nvPicPr>
          <p:cNvPr id="393" name="object 393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029652" y="5854350"/>
            <a:ext cx="186023" cy="175450"/>
          </a:xfrm>
          <a:prstGeom prst="rect">
            <a:avLst/>
          </a:prstGeom>
        </p:spPr>
      </p:pic>
      <p:grpSp>
        <p:nvGrpSpPr>
          <p:cNvPr id="394" name="object 394" descr=""/>
          <p:cNvGrpSpPr/>
          <p:nvPr/>
        </p:nvGrpSpPr>
        <p:grpSpPr>
          <a:xfrm>
            <a:off x="1412462" y="5837586"/>
            <a:ext cx="1089660" cy="218440"/>
            <a:chOff x="1412462" y="5837586"/>
            <a:chExt cx="1089660" cy="218440"/>
          </a:xfrm>
        </p:grpSpPr>
        <p:pic>
          <p:nvPicPr>
            <p:cNvPr id="395" name="object 395" descr="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1412462" y="5837586"/>
              <a:ext cx="160210" cy="218217"/>
            </a:xfrm>
            <a:prstGeom prst="rect">
              <a:avLst/>
            </a:prstGeom>
          </p:spPr>
        </p:pic>
        <p:pic>
          <p:nvPicPr>
            <p:cNvPr id="396" name="object 396" descr="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1604676" y="5912357"/>
              <a:ext cx="114395" cy="143446"/>
            </a:xfrm>
            <a:prstGeom prst="rect">
              <a:avLst/>
            </a:prstGeom>
          </p:spPr>
        </p:pic>
        <p:pic>
          <p:nvPicPr>
            <p:cNvPr id="397" name="object 397" descr="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1752600" y="5913881"/>
              <a:ext cx="106775" cy="137350"/>
            </a:xfrm>
            <a:prstGeom prst="rect">
              <a:avLst/>
            </a:prstGeom>
          </p:spPr>
        </p:pic>
        <p:pic>
          <p:nvPicPr>
            <p:cNvPr id="398" name="object 398" descr="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1894522" y="5912357"/>
              <a:ext cx="114395" cy="143446"/>
            </a:xfrm>
            <a:prstGeom prst="rect">
              <a:avLst/>
            </a:prstGeom>
          </p:spPr>
        </p:pic>
        <p:pic>
          <p:nvPicPr>
            <p:cNvPr id="399" name="object 399" descr="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2043969" y="5913882"/>
              <a:ext cx="73247" cy="137350"/>
            </a:xfrm>
            <a:prstGeom prst="rect">
              <a:avLst/>
            </a:prstGeom>
          </p:spPr>
        </p:pic>
        <p:pic>
          <p:nvPicPr>
            <p:cNvPr id="400" name="object 400" descr="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2138552" y="5912357"/>
              <a:ext cx="106775" cy="143446"/>
            </a:xfrm>
            <a:prstGeom prst="rect">
              <a:avLst/>
            </a:prstGeom>
          </p:spPr>
        </p:pic>
        <p:pic>
          <p:nvPicPr>
            <p:cNvPr id="401" name="object 401" descr="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2272760" y="5878734"/>
              <a:ext cx="94583" cy="177069"/>
            </a:xfrm>
            <a:prstGeom prst="rect">
              <a:avLst/>
            </a:prstGeom>
          </p:spPr>
        </p:pic>
        <p:pic>
          <p:nvPicPr>
            <p:cNvPr id="402" name="object 402" descr="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2387155" y="5912357"/>
              <a:ext cx="114395" cy="143446"/>
            </a:xfrm>
            <a:prstGeom prst="rect">
              <a:avLst/>
            </a:prstGeom>
          </p:spPr>
        </p:pic>
      </p:grpSp>
      <p:grpSp>
        <p:nvGrpSpPr>
          <p:cNvPr id="403" name="object 403" descr=""/>
          <p:cNvGrpSpPr/>
          <p:nvPr/>
        </p:nvGrpSpPr>
        <p:grpSpPr>
          <a:xfrm>
            <a:off x="2622137" y="5912357"/>
            <a:ext cx="491490" cy="143510"/>
            <a:chOff x="2622137" y="5912357"/>
            <a:chExt cx="491490" cy="143510"/>
          </a:xfrm>
        </p:grpSpPr>
        <p:pic>
          <p:nvPicPr>
            <p:cNvPr id="404" name="object 404" descr="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2622137" y="5912357"/>
              <a:ext cx="265366" cy="143446"/>
            </a:xfrm>
            <a:prstGeom prst="rect">
              <a:avLst/>
            </a:prstGeom>
          </p:spPr>
        </p:pic>
        <p:pic>
          <p:nvPicPr>
            <p:cNvPr id="405" name="object 405" descr="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2921031" y="5913881"/>
              <a:ext cx="192214" cy="137350"/>
            </a:xfrm>
            <a:prstGeom prst="rect">
              <a:avLst/>
            </a:prstGeom>
          </p:spPr>
        </p:pic>
      </p:grpSp>
      <p:grpSp>
        <p:nvGrpSpPr>
          <p:cNvPr id="406" name="object 406" descr=""/>
          <p:cNvGrpSpPr/>
          <p:nvPr/>
        </p:nvGrpSpPr>
        <p:grpSpPr>
          <a:xfrm>
            <a:off x="3162014" y="5842158"/>
            <a:ext cx="1261745" cy="268605"/>
            <a:chOff x="3162014" y="5842158"/>
            <a:chExt cx="1261745" cy="268605"/>
          </a:xfrm>
        </p:grpSpPr>
        <p:pic>
          <p:nvPicPr>
            <p:cNvPr id="407" name="object 407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3162014" y="5913881"/>
              <a:ext cx="120586" cy="196881"/>
            </a:xfrm>
            <a:prstGeom prst="rect">
              <a:avLst/>
            </a:prstGeom>
          </p:spPr>
        </p:pic>
        <p:pic>
          <p:nvPicPr>
            <p:cNvPr id="408" name="object 408" descr="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3310032" y="5912357"/>
              <a:ext cx="204406" cy="143446"/>
            </a:xfrm>
            <a:prstGeom prst="rect">
              <a:avLst/>
            </a:prstGeom>
          </p:spPr>
        </p:pic>
        <p:pic>
          <p:nvPicPr>
            <p:cNvPr id="409" name="object 409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3547967" y="5842158"/>
              <a:ext cx="106775" cy="209073"/>
            </a:xfrm>
            <a:prstGeom prst="rect">
              <a:avLst/>
            </a:prstGeom>
          </p:spPr>
        </p:pic>
        <p:pic>
          <p:nvPicPr>
            <p:cNvPr id="410" name="object 410" descr="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3689794" y="5912357"/>
              <a:ext cx="114490" cy="143446"/>
            </a:xfrm>
            <a:prstGeom prst="rect">
              <a:avLst/>
            </a:prstGeom>
          </p:spPr>
        </p:pic>
        <p:pic>
          <p:nvPicPr>
            <p:cNvPr id="411" name="object 411" descr="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3837813" y="5913881"/>
              <a:ext cx="108299" cy="137350"/>
            </a:xfrm>
            <a:prstGeom prst="rect">
              <a:avLst/>
            </a:prstGeom>
          </p:spPr>
        </p:pic>
        <p:pic>
          <p:nvPicPr>
            <p:cNvPr id="412" name="object 412" descr="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3978116" y="5912357"/>
              <a:ext cx="100679" cy="143446"/>
            </a:xfrm>
            <a:prstGeom prst="rect">
              <a:avLst/>
            </a:prstGeom>
          </p:spPr>
        </p:pic>
        <p:sp>
          <p:nvSpPr>
            <p:cNvPr id="413" name="object 413" descr=""/>
            <p:cNvSpPr/>
            <p:nvPr/>
          </p:nvSpPr>
          <p:spPr>
            <a:xfrm>
              <a:off x="4109364" y="5852832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4" name="object 414" descr="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4162710" y="5912357"/>
              <a:ext cx="260794" cy="143446"/>
            </a:xfrm>
            <a:prstGeom prst="rect">
              <a:avLst/>
            </a:prstGeom>
          </p:spPr>
        </p:pic>
      </p:grpSp>
      <p:sp>
        <p:nvSpPr>
          <p:cNvPr id="415" name="object 415" descr=""/>
          <p:cNvSpPr/>
          <p:nvPr/>
        </p:nvSpPr>
        <p:spPr>
          <a:xfrm>
            <a:off x="4554753" y="5852833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7939" h="198754">
                <a:moveTo>
                  <a:pt x="27432" y="0"/>
                </a:moveTo>
                <a:lnTo>
                  <a:pt x="0" y="0"/>
                </a:lnTo>
                <a:lnTo>
                  <a:pt x="0" y="27520"/>
                </a:lnTo>
                <a:lnTo>
                  <a:pt x="27432" y="27520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6" name="object 416" descr=""/>
          <p:cNvGrpSpPr/>
          <p:nvPr/>
        </p:nvGrpSpPr>
        <p:grpSpPr>
          <a:xfrm>
            <a:off x="4629435" y="5852826"/>
            <a:ext cx="872490" cy="203200"/>
            <a:chOff x="4629435" y="5852826"/>
            <a:chExt cx="872490" cy="203200"/>
          </a:xfrm>
        </p:grpSpPr>
        <p:pic>
          <p:nvPicPr>
            <p:cNvPr id="417" name="object 417" descr="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4629435" y="5913881"/>
              <a:ext cx="106775" cy="137350"/>
            </a:xfrm>
            <a:prstGeom prst="rect">
              <a:avLst/>
            </a:prstGeom>
          </p:spPr>
        </p:pic>
        <p:pic>
          <p:nvPicPr>
            <p:cNvPr id="418" name="object 418" descr="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4765262" y="5912357"/>
              <a:ext cx="277558" cy="143446"/>
            </a:xfrm>
            <a:prstGeom prst="rect">
              <a:avLst/>
            </a:prstGeom>
          </p:spPr>
        </p:pic>
        <p:sp>
          <p:nvSpPr>
            <p:cNvPr id="419" name="object 419" descr=""/>
            <p:cNvSpPr/>
            <p:nvPr/>
          </p:nvSpPr>
          <p:spPr>
            <a:xfrm>
              <a:off x="5074907" y="5852832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0" name="object 420" descr="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5134355" y="5912357"/>
              <a:ext cx="114395" cy="143446"/>
            </a:xfrm>
            <a:prstGeom prst="rect">
              <a:avLst/>
            </a:prstGeom>
          </p:spPr>
        </p:pic>
        <p:pic>
          <p:nvPicPr>
            <p:cNvPr id="421" name="object 421" descr="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5268563" y="5912357"/>
              <a:ext cx="233362" cy="143446"/>
            </a:xfrm>
            <a:prstGeom prst="rect">
              <a:avLst/>
            </a:prstGeom>
          </p:spPr>
        </p:pic>
      </p:grpSp>
      <p:pic>
        <p:nvPicPr>
          <p:cNvPr id="422" name="object 422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029652" y="6313646"/>
            <a:ext cx="186023" cy="175450"/>
          </a:xfrm>
          <a:prstGeom prst="rect">
            <a:avLst/>
          </a:prstGeom>
        </p:spPr>
      </p:pic>
      <p:grpSp>
        <p:nvGrpSpPr>
          <p:cNvPr id="423" name="object 423" descr=""/>
          <p:cNvGrpSpPr/>
          <p:nvPr/>
        </p:nvGrpSpPr>
        <p:grpSpPr>
          <a:xfrm>
            <a:off x="1421606" y="6301454"/>
            <a:ext cx="911225" cy="212090"/>
            <a:chOff x="1421606" y="6301454"/>
            <a:chExt cx="911225" cy="212090"/>
          </a:xfrm>
        </p:grpSpPr>
        <p:pic>
          <p:nvPicPr>
            <p:cNvPr id="424" name="object 424" descr="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1421606" y="6301454"/>
              <a:ext cx="146494" cy="208978"/>
            </a:xfrm>
            <a:prstGeom prst="rect">
              <a:avLst/>
            </a:prstGeom>
          </p:spPr>
        </p:pic>
        <p:pic>
          <p:nvPicPr>
            <p:cNvPr id="425" name="object 425" descr="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1609343" y="6371653"/>
              <a:ext cx="365950" cy="141827"/>
            </a:xfrm>
            <a:prstGeom prst="rect">
              <a:avLst/>
            </a:prstGeom>
          </p:spPr>
        </p:pic>
        <p:sp>
          <p:nvSpPr>
            <p:cNvPr id="426" name="object 426" descr=""/>
            <p:cNvSpPr/>
            <p:nvPr/>
          </p:nvSpPr>
          <p:spPr>
            <a:xfrm>
              <a:off x="2001291" y="6312039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7" name="object 427" descr="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2062257" y="6301454"/>
              <a:ext cx="120491" cy="212026"/>
            </a:xfrm>
            <a:prstGeom prst="rect">
              <a:avLst/>
            </a:prstGeom>
          </p:spPr>
        </p:pic>
        <p:pic>
          <p:nvPicPr>
            <p:cNvPr id="428" name="object 428" descr="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2217896" y="6371653"/>
              <a:ext cx="114395" cy="141827"/>
            </a:xfrm>
            <a:prstGeom prst="rect">
              <a:avLst/>
            </a:prstGeom>
          </p:spPr>
        </p:pic>
      </p:grpSp>
      <p:pic>
        <p:nvPicPr>
          <p:cNvPr id="429" name="object 429" descr=""/>
          <p:cNvPicPr/>
          <p:nvPr/>
        </p:nvPicPr>
        <p:blipFill>
          <a:blip r:embed="rId256" cstate="print"/>
          <a:stretch>
            <a:fillRect/>
          </a:stretch>
        </p:blipFill>
        <p:spPr>
          <a:xfrm>
            <a:off x="2458878" y="6371653"/>
            <a:ext cx="106775" cy="141827"/>
          </a:xfrm>
          <a:prstGeom prst="rect">
            <a:avLst/>
          </a:prstGeom>
        </p:spPr>
      </p:pic>
      <p:grpSp>
        <p:nvGrpSpPr>
          <p:cNvPr id="430" name="object 430" descr=""/>
          <p:cNvGrpSpPr/>
          <p:nvPr/>
        </p:nvGrpSpPr>
        <p:grpSpPr>
          <a:xfrm>
            <a:off x="2713672" y="6312027"/>
            <a:ext cx="1254125" cy="258445"/>
            <a:chOff x="2713672" y="6312027"/>
            <a:chExt cx="1254125" cy="258445"/>
          </a:xfrm>
        </p:grpSpPr>
        <p:pic>
          <p:nvPicPr>
            <p:cNvPr id="431" name="object 431" descr="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2713672" y="6371653"/>
              <a:ext cx="321754" cy="141827"/>
            </a:xfrm>
            <a:prstGeom prst="rect">
              <a:avLst/>
            </a:prstGeom>
          </p:spPr>
        </p:pic>
        <p:pic>
          <p:nvPicPr>
            <p:cNvPr id="432" name="object 432" descr="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3067526" y="6373177"/>
              <a:ext cx="120491" cy="196786"/>
            </a:xfrm>
            <a:prstGeom prst="rect">
              <a:avLst/>
            </a:prstGeom>
          </p:spPr>
        </p:pic>
        <p:pic>
          <p:nvPicPr>
            <p:cNvPr id="433" name="object 433" descr="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3215449" y="6371653"/>
              <a:ext cx="132683" cy="141827"/>
            </a:xfrm>
            <a:prstGeom prst="rect">
              <a:avLst/>
            </a:prstGeom>
          </p:spPr>
        </p:pic>
        <p:pic>
          <p:nvPicPr>
            <p:cNvPr id="434" name="object 434" descr="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3383279" y="6373177"/>
              <a:ext cx="106775" cy="137255"/>
            </a:xfrm>
            <a:prstGeom prst="rect">
              <a:avLst/>
            </a:prstGeom>
          </p:spPr>
        </p:pic>
        <p:pic>
          <p:nvPicPr>
            <p:cNvPr id="435" name="object 435" descr="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3523583" y="6371653"/>
              <a:ext cx="99155" cy="141827"/>
            </a:xfrm>
            <a:prstGeom prst="rect">
              <a:avLst/>
            </a:prstGeom>
          </p:spPr>
        </p:pic>
        <p:sp>
          <p:nvSpPr>
            <p:cNvPr id="436" name="object 436" descr=""/>
            <p:cNvSpPr/>
            <p:nvPr/>
          </p:nvSpPr>
          <p:spPr>
            <a:xfrm>
              <a:off x="3653218" y="6312039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7" name="object 437" descr="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3706653" y="6371653"/>
              <a:ext cx="260794" cy="141827"/>
            </a:xfrm>
            <a:prstGeom prst="rect">
              <a:avLst/>
            </a:prstGeom>
          </p:spPr>
        </p:pic>
      </p:grpSp>
      <p:pic>
        <p:nvPicPr>
          <p:cNvPr id="438" name="object 438" descr=""/>
          <p:cNvPicPr/>
          <p:nvPr/>
        </p:nvPicPr>
        <p:blipFill>
          <a:blip r:embed="rId263" cstate="print"/>
          <a:stretch>
            <a:fillRect/>
          </a:stretch>
        </p:blipFill>
        <p:spPr>
          <a:xfrm>
            <a:off x="4246626" y="6373177"/>
            <a:ext cx="106775" cy="137255"/>
          </a:xfrm>
          <a:prstGeom prst="rect">
            <a:avLst/>
          </a:prstGeom>
        </p:spPr>
      </p:pic>
      <p:pic>
        <p:nvPicPr>
          <p:cNvPr id="439" name="object 439" descr=""/>
          <p:cNvPicPr/>
          <p:nvPr/>
        </p:nvPicPr>
        <p:blipFill>
          <a:blip r:embed="rId264" cstate="print"/>
          <a:stretch>
            <a:fillRect/>
          </a:stretch>
        </p:blipFill>
        <p:spPr>
          <a:xfrm>
            <a:off x="4094035" y="6371653"/>
            <a:ext cx="106775" cy="141827"/>
          </a:xfrm>
          <a:prstGeom prst="rect">
            <a:avLst/>
          </a:prstGeom>
        </p:spPr>
      </p:pic>
      <p:pic>
        <p:nvPicPr>
          <p:cNvPr id="440" name="object 440" descr=""/>
          <p:cNvPicPr/>
          <p:nvPr/>
        </p:nvPicPr>
        <p:blipFill>
          <a:blip r:embed="rId265" cstate="print"/>
          <a:stretch>
            <a:fillRect/>
          </a:stretch>
        </p:blipFill>
        <p:spPr>
          <a:xfrm>
            <a:off x="4389977" y="6301454"/>
            <a:ext cx="120491" cy="212026"/>
          </a:xfrm>
          <a:prstGeom prst="rect">
            <a:avLst/>
          </a:prstGeom>
        </p:spPr>
      </p:pic>
      <p:grpSp>
        <p:nvGrpSpPr>
          <p:cNvPr id="441" name="object 441" descr=""/>
          <p:cNvGrpSpPr/>
          <p:nvPr/>
        </p:nvGrpSpPr>
        <p:grpSpPr>
          <a:xfrm>
            <a:off x="4652295" y="6312027"/>
            <a:ext cx="813435" cy="201930"/>
            <a:chOff x="4652295" y="6312027"/>
            <a:chExt cx="813435" cy="201930"/>
          </a:xfrm>
        </p:grpSpPr>
        <p:pic>
          <p:nvPicPr>
            <p:cNvPr id="442" name="object 442" descr="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4652295" y="6371653"/>
              <a:ext cx="106775" cy="141827"/>
            </a:xfrm>
            <a:prstGeom prst="rect">
              <a:avLst/>
            </a:prstGeom>
          </p:spPr>
        </p:pic>
        <p:pic>
          <p:nvPicPr>
            <p:cNvPr id="443" name="object 443" descr="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4792694" y="6371653"/>
              <a:ext cx="114395" cy="141827"/>
            </a:xfrm>
            <a:prstGeom prst="rect">
              <a:avLst/>
            </a:prstGeom>
          </p:spPr>
        </p:pic>
        <p:pic>
          <p:nvPicPr>
            <p:cNvPr id="444" name="object 444" descr="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4926901" y="6371653"/>
              <a:ext cx="114395" cy="141827"/>
            </a:xfrm>
            <a:prstGeom prst="rect">
              <a:avLst/>
            </a:prstGeom>
          </p:spPr>
        </p:pic>
        <p:pic>
          <p:nvPicPr>
            <p:cNvPr id="445" name="object 445" descr="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5061108" y="6371653"/>
              <a:ext cx="347853" cy="141827"/>
            </a:xfrm>
            <a:prstGeom prst="rect">
              <a:avLst/>
            </a:prstGeom>
          </p:spPr>
        </p:pic>
        <p:sp>
          <p:nvSpPr>
            <p:cNvPr id="446" name="object 446" descr=""/>
            <p:cNvSpPr/>
            <p:nvPr/>
          </p:nvSpPr>
          <p:spPr>
            <a:xfrm>
              <a:off x="5439435" y="6312039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7" name="object 447" descr=""/>
          <p:cNvGrpSpPr/>
          <p:nvPr/>
        </p:nvGrpSpPr>
        <p:grpSpPr>
          <a:xfrm>
            <a:off x="5512688" y="6300215"/>
            <a:ext cx="329565" cy="213360"/>
            <a:chOff x="5512688" y="6300215"/>
            <a:chExt cx="329565" cy="213360"/>
          </a:xfrm>
        </p:grpSpPr>
        <p:pic>
          <p:nvPicPr>
            <p:cNvPr id="448" name="object 448" descr="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5512688" y="6301453"/>
              <a:ext cx="120491" cy="212026"/>
            </a:xfrm>
            <a:prstGeom prst="rect">
              <a:avLst/>
            </a:prstGeom>
          </p:spPr>
        </p:pic>
        <p:sp>
          <p:nvSpPr>
            <p:cNvPr id="449" name="object 449" descr=""/>
            <p:cNvSpPr/>
            <p:nvPr/>
          </p:nvSpPr>
          <p:spPr>
            <a:xfrm>
              <a:off x="5667755" y="6300215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0" name="object 450" descr="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5727763" y="6371653"/>
              <a:ext cx="114395" cy="141827"/>
            </a:xfrm>
            <a:prstGeom prst="rect">
              <a:avLst/>
            </a:prstGeom>
          </p:spPr>
        </p:pic>
      </p:grpSp>
      <p:pic>
        <p:nvPicPr>
          <p:cNvPr id="451" name="object 451" descr=""/>
          <p:cNvPicPr/>
          <p:nvPr/>
        </p:nvPicPr>
        <p:blipFill>
          <a:blip r:embed="rId272" cstate="print"/>
          <a:stretch>
            <a:fillRect/>
          </a:stretch>
        </p:blipFill>
        <p:spPr>
          <a:xfrm>
            <a:off x="5979414" y="6301454"/>
            <a:ext cx="152495" cy="216693"/>
          </a:xfrm>
          <a:prstGeom prst="rect">
            <a:avLst/>
          </a:prstGeom>
        </p:spPr>
      </p:pic>
      <p:sp>
        <p:nvSpPr>
          <p:cNvPr id="452" name="object 452" descr=""/>
          <p:cNvSpPr/>
          <p:nvPr/>
        </p:nvSpPr>
        <p:spPr>
          <a:xfrm>
            <a:off x="6188964" y="6300215"/>
            <a:ext cx="27940" cy="210820"/>
          </a:xfrm>
          <a:custGeom>
            <a:avLst/>
            <a:gdLst/>
            <a:ahLst/>
            <a:cxnLst/>
            <a:rect l="l" t="t" r="r" b="b"/>
            <a:pathLst>
              <a:path w="27939" h="210820">
                <a:moveTo>
                  <a:pt x="27432" y="210312"/>
                </a:moveTo>
                <a:lnTo>
                  <a:pt x="0" y="210312"/>
                </a:lnTo>
                <a:lnTo>
                  <a:pt x="0" y="0"/>
                </a:lnTo>
                <a:lnTo>
                  <a:pt x="27432" y="0"/>
                </a:lnTo>
                <a:lnTo>
                  <a:pt x="27432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3" name="object 453" descr=""/>
          <p:cNvGrpSpPr/>
          <p:nvPr/>
        </p:nvGrpSpPr>
        <p:grpSpPr>
          <a:xfrm>
            <a:off x="6348507" y="6301454"/>
            <a:ext cx="515620" cy="212090"/>
            <a:chOff x="6348507" y="6301454"/>
            <a:chExt cx="515620" cy="212090"/>
          </a:xfrm>
        </p:grpSpPr>
        <p:pic>
          <p:nvPicPr>
            <p:cNvPr id="454" name="object 454" descr="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6348507" y="6376225"/>
              <a:ext cx="198310" cy="134207"/>
            </a:xfrm>
            <a:prstGeom prst="rect">
              <a:avLst/>
            </a:prstGeom>
          </p:spPr>
        </p:pic>
        <p:sp>
          <p:nvSpPr>
            <p:cNvPr id="455" name="object 455" descr=""/>
            <p:cNvSpPr/>
            <p:nvPr/>
          </p:nvSpPr>
          <p:spPr>
            <a:xfrm>
              <a:off x="6574345" y="6312039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4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6" name="object 456" descr="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6629209" y="6338030"/>
              <a:ext cx="94583" cy="175450"/>
            </a:xfrm>
            <a:prstGeom prst="rect">
              <a:avLst/>
            </a:prstGeom>
          </p:spPr>
        </p:pic>
        <p:pic>
          <p:nvPicPr>
            <p:cNvPr id="457" name="object 457" descr="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6757320" y="6301454"/>
              <a:ext cx="106775" cy="208978"/>
            </a:xfrm>
            <a:prstGeom prst="rect">
              <a:avLst/>
            </a:prstGeom>
          </p:spPr>
        </p:pic>
      </p:grpSp>
      <p:grpSp>
        <p:nvGrpSpPr>
          <p:cNvPr id="458" name="object 458" descr=""/>
          <p:cNvGrpSpPr/>
          <p:nvPr/>
        </p:nvGrpSpPr>
        <p:grpSpPr>
          <a:xfrm>
            <a:off x="6998303" y="6301454"/>
            <a:ext cx="1127760" cy="212090"/>
            <a:chOff x="6998303" y="6301454"/>
            <a:chExt cx="1127760" cy="212090"/>
          </a:xfrm>
        </p:grpSpPr>
        <p:pic>
          <p:nvPicPr>
            <p:cNvPr id="459" name="object 459" descr="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6998303" y="6371653"/>
              <a:ext cx="100679" cy="141827"/>
            </a:xfrm>
            <a:prstGeom prst="rect">
              <a:avLst/>
            </a:prstGeom>
          </p:spPr>
        </p:pic>
        <p:pic>
          <p:nvPicPr>
            <p:cNvPr id="460" name="object 460" descr=""/>
            <p:cNvPicPr/>
            <p:nvPr/>
          </p:nvPicPr>
          <p:blipFill>
            <a:blip r:embed="rId277" cstate="print"/>
            <a:stretch>
              <a:fillRect/>
            </a:stretch>
          </p:blipFill>
          <p:spPr>
            <a:xfrm>
              <a:off x="7129557" y="6301454"/>
              <a:ext cx="108299" cy="208978"/>
            </a:xfrm>
            <a:prstGeom prst="rect">
              <a:avLst/>
            </a:prstGeom>
          </p:spPr>
        </p:pic>
        <p:pic>
          <p:nvPicPr>
            <p:cNvPr id="461" name="object 461" descr="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7271385" y="6371653"/>
              <a:ext cx="132683" cy="141827"/>
            </a:xfrm>
            <a:prstGeom prst="rect">
              <a:avLst/>
            </a:prstGeom>
          </p:spPr>
        </p:pic>
        <p:pic>
          <p:nvPicPr>
            <p:cNvPr id="462" name="object 462" descr="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7429976" y="6338030"/>
              <a:ext cx="178498" cy="175450"/>
            </a:xfrm>
            <a:prstGeom prst="rect">
              <a:avLst/>
            </a:prstGeom>
          </p:spPr>
        </p:pic>
        <p:pic>
          <p:nvPicPr>
            <p:cNvPr id="463" name="object 463" descr="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7628286" y="6371653"/>
              <a:ext cx="114395" cy="141827"/>
            </a:xfrm>
            <a:prstGeom prst="rect">
              <a:avLst/>
            </a:prstGeom>
          </p:spPr>
        </p:pic>
        <p:pic>
          <p:nvPicPr>
            <p:cNvPr id="464" name="object 464" descr=""/>
            <p:cNvPicPr/>
            <p:nvPr/>
          </p:nvPicPr>
          <p:blipFill>
            <a:blip r:embed="rId281" cstate="print"/>
            <a:stretch>
              <a:fillRect/>
            </a:stretch>
          </p:blipFill>
          <p:spPr>
            <a:xfrm>
              <a:off x="7776305" y="6376225"/>
              <a:ext cx="106775" cy="137255"/>
            </a:xfrm>
            <a:prstGeom prst="rect">
              <a:avLst/>
            </a:prstGeom>
          </p:spPr>
        </p:pic>
        <p:pic>
          <p:nvPicPr>
            <p:cNvPr id="465" name="object 465" descr="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7913560" y="6338030"/>
              <a:ext cx="212026" cy="175450"/>
            </a:xfrm>
            <a:prstGeom prst="rect">
              <a:avLst/>
            </a:prstGeom>
          </p:spPr>
        </p:pic>
      </p:grpSp>
      <p:pic>
        <p:nvPicPr>
          <p:cNvPr id="466" name="object 466" descr=""/>
          <p:cNvPicPr/>
          <p:nvPr/>
        </p:nvPicPr>
        <p:blipFill>
          <a:blip r:embed="rId283" cstate="print"/>
          <a:stretch>
            <a:fillRect/>
          </a:stretch>
        </p:blipFill>
        <p:spPr>
          <a:xfrm>
            <a:off x="8250649" y="6371653"/>
            <a:ext cx="106775" cy="141827"/>
          </a:xfrm>
          <a:prstGeom prst="rect">
            <a:avLst/>
          </a:prstGeom>
        </p:spPr>
      </p:pic>
      <p:grpSp>
        <p:nvGrpSpPr>
          <p:cNvPr id="467" name="object 467" descr=""/>
          <p:cNvGrpSpPr/>
          <p:nvPr/>
        </p:nvGrpSpPr>
        <p:grpSpPr>
          <a:xfrm>
            <a:off x="8403240" y="6301454"/>
            <a:ext cx="264160" cy="212090"/>
            <a:chOff x="8403240" y="6301454"/>
            <a:chExt cx="264160" cy="212090"/>
          </a:xfrm>
        </p:grpSpPr>
        <p:pic>
          <p:nvPicPr>
            <p:cNvPr id="468" name="object 468" descr="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8403240" y="6373177"/>
              <a:ext cx="106775" cy="137255"/>
            </a:xfrm>
            <a:prstGeom prst="rect">
              <a:avLst/>
            </a:prstGeom>
          </p:spPr>
        </p:pic>
        <p:pic>
          <p:nvPicPr>
            <p:cNvPr id="469" name="object 469" descr="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8546591" y="6301454"/>
              <a:ext cx="120491" cy="212026"/>
            </a:xfrm>
            <a:prstGeom prst="rect">
              <a:avLst/>
            </a:prstGeom>
          </p:spPr>
        </p:pic>
      </p:grpSp>
      <p:grpSp>
        <p:nvGrpSpPr>
          <p:cNvPr id="470" name="object 470" descr=""/>
          <p:cNvGrpSpPr/>
          <p:nvPr/>
        </p:nvGrpSpPr>
        <p:grpSpPr>
          <a:xfrm>
            <a:off x="1403318" y="6676644"/>
            <a:ext cx="566420" cy="213995"/>
            <a:chOff x="1403318" y="6676644"/>
            <a:chExt cx="566420" cy="213995"/>
          </a:xfrm>
        </p:grpSpPr>
        <p:pic>
          <p:nvPicPr>
            <p:cNvPr id="471" name="object 471" descr=""/>
            <p:cNvPicPr/>
            <p:nvPr/>
          </p:nvPicPr>
          <p:blipFill>
            <a:blip r:embed="rId286" cstate="print"/>
            <a:stretch>
              <a:fillRect/>
            </a:stretch>
          </p:blipFill>
          <p:spPr>
            <a:xfrm>
              <a:off x="1403318" y="6746938"/>
              <a:ext cx="114395" cy="143446"/>
            </a:xfrm>
            <a:prstGeom prst="rect">
              <a:avLst/>
            </a:prstGeom>
          </p:spPr>
        </p:pic>
        <p:sp>
          <p:nvSpPr>
            <p:cNvPr id="472" name="object 472" descr=""/>
            <p:cNvSpPr/>
            <p:nvPr/>
          </p:nvSpPr>
          <p:spPr>
            <a:xfrm>
              <a:off x="1551432" y="6676644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3" name="object 473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1609248" y="6746938"/>
              <a:ext cx="114395" cy="143446"/>
            </a:xfrm>
            <a:prstGeom prst="rect">
              <a:avLst/>
            </a:prstGeom>
          </p:spPr>
        </p:pic>
        <p:pic>
          <p:nvPicPr>
            <p:cNvPr id="474" name="object 474" descr=""/>
            <p:cNvPicPr/>
            <p:nvPr/>
          </p:nvPicPr>
          <p:blipFill>
            <a:blip r:embed="rId287" cstate="print"/>
            <a:stretch>
              <a:fillRect/>
            </a:stretch>
          </p:blipFill>
          <p:spPr>
            <a:xfrm>
              <a:off x="1749552" y="6746938"/>
              <a:ext cx="106775" cy="143446"/>
            </a:xfrm>
            <a:prstGeom prst="rect">
              <a:avLst/>
            </a:prstGeom>
          </p:spPr>
        </p:pic>
        <p:pic>
          <p:nvPicPr>
            <p:cNvPr id="475" name="object 475" descr="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1894522" y="6748462"/>
              <a:ext cx="74675" cy="138874"/>
            </a:xfrm>
            <a:prstGeom prst="rect">
              <a:avLst/>
            </a:prstGeom>
          </p:spPr>
        </p:pic>
      </p:grpSp>
      <p:grpSp>
        <p:nvGrpSpPr>
          <p:cNvPr id="476" name="object 476" descr=""/>
          <p:cNvGrpSpPr/>
          <p:nvPr/>
        </p:nvGrpSpPr>
        <p:grpSpPr>
          <a:xfrm>
            <a:off x="2083593" y="6746938"/>
            <a:ext cx="687070" cy="143510"/>
            <a:chOff x="2083593" y="6746938"/>
            <a:chExt cx="687070" cy="143510"/>
          </a:xfrm>
        </p:grpSpPr>
        <p:pic>
          <p:nvPicPr>
            <p:cNvPr id="477" name="object 477" descr="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2083593" y="6746938"/>
              <a:ext cx="116014" cy="143446"/>
            </a:xfrm>
            <a:prstGeom prst="rect">
              <a:avLst/>
            </a:prstGeom>
          </p:spPr>
        </p:pic>
        <p:pic>
          <p:nvPicPr>
            <p:cNvPr id="478" name="object 478" descr="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2233136" y="6748462"/>
              <a:ext cx="73247" cy="138874"/>
            </a:xfrm>
            <a:prstGeom prst="rect">
              <a:avLst/>
            </a:prstGeom>
          </p:spPr>
        </p:pic>
        <p:pic>
          <p:nvPicPr>
            <p:cNvPr id="479" name="object 479" descr=""/>
            <p:cNvPicPr/>
            <p:nvPr/>
          </p:nvPicPr>
          <p:blipFill>
            <a:blip r:embed="rId291" cstate="print"/>
            <a:stretch>
              <a:fillRect/>
            </a:stretch>
          </p:blipFill>
          <p:spPr>
            <a:xfrm>
              <a:off x="2335434" y="6746938"/>
              <a:ext cx="221075" cy="143446"/>
            </a:xfrm>
            <a:prstGeom prst="rect">
              <a:avLst/>
            </a:prstGeom>
          </p:spPr>
        </p:pic>
        <p:pic>
          <p:nvPicPr>
            <p:cNvPr id="480" name="object 480" descr=""/>
            <p:cNvPicPr/>
            <p:nvPr/>
          </p:nvPicPr>
          <p:blipFill>
            <a:blip r:embed="rId292" cstate="print"/>
            <a:stretch>
              <a:fillRect/>
            </a:stretch>
          </p:blipFill>
          <p:spPr>
            <a:xfrm>
              <a:off x="2582513" y="6746938"/>
              <a:ext cx="187547" cy="143446"/>
            </a:xfrm>
            <a:prstGeom prst="rect">
              <a:avLst/>
            </a:prstGeom>
          </p:spPr>
        </p:pic>
      </p:grpSp>
      <p:pic>
        <p:nvPicPr>
          <p:cNvPr id="481" name="object 481" descr=""/>
          <p:cNvPicPr/>
          <p:nvPr/>
        </p:nvPicPr>
        <p:blipFill>
          <a:blip r:embed="rId293" cstate="print"/>
          <a:stretch>
            <a:fillRect/>
          </a:stretch>
        </p:blipFill>
        <p:spPr>
          <a:xfrm>
            <a:off x="1029652" y="7148321"/>
            <a:ext cx="186023" cy="175450"/>
          </a:xfrm>
          <a:prstGeom prst="rect">
            <a:avLst/>
          </a:prstGeom>
        </p:spPr>
      </p:pic>
      <p:grpSp>
        <p:nvGrpSpPr>
          <p:cNvPr id="482" name="object 482" descr=""/>
          <p:cNvGrpSpPr/>
          <p:nvPr/>
        </p:nvGrpSpPr>
        <p:grpSpPr>
          <a:xfrm>
            <a:off x="1420082" y="7136034"/>
            <a:ext cx="556895" cy="213995"/>
            <a:chOff x="1420082" y="7136034"/>
            <a:chExt cx="556895" cy="213995"/>
          </a:xfrm>
        </p:grpSpPr>
        <p:pic>
          <p:nvPicPr>
            <p:cNvPr id="483" name="object 483" descr=""/>
            <p:cNvPicPr/>
            <p:nvPr/>
          </p:nvPicPr>
          <p:blipFill>
            <a:blip r:embed="rId294" cstate="print"/>
            <a:stretch>
              <a:fillRect/>
            </a:stretch>
          </p:blipFill>
          <p:spPr>
            <a:xfrm>
              <a:off x="1420082" y="7136034"/>
              <a:ext cx="138874" cy="210597"/>
            </a:xfrm>
            <a:prstGeom prst="rect">
              <a:avLst/>
            </a:prstGeom>
          </p:spPr>
        </p:pic>
        <p:pic>
          <p:nvPicPr>
            <p:cNvPr id="484" name="object 484" descr="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1597056" y="7207758"/>
              <a:ext cx="106775" cy="138874"/>
            </a:xfrm>
            <a:prstGeom prst="rect">
              <a:avLst/>
            </a:prstGeom>
          </p:spPr>
        </p:pic>
        <p:pic>
          <p:nvPicPr>
            <p:cNvPr id="485" name="object 485" descr=""/>
            <p:cNvPicPr/>
            <p:nvPr/>
          </p:nvPicPr>
          <p:blipFill>
            <a:blip r:embed="rId296" cstate="print"/>
            <a:stretch>
              <a:fillRect/>
            </a:stretch>
          </p:blipFill>
          <p:spPr>
            <a:xfrm>
              <a:off x="1737359" y="7206234"/>
              <a:ext cx="100679" cy="143446"/>
            </a:xfrm>
            <a:prstGeom prst="rect">
              <a:avLst/>
            </a:prstGeom>
          </p:spPr>
        </p:pic>
        <p:pic>
          <p:nvPicPr>
            <p:cNvPr id="486" name="object 486" descr="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1868519" y="7210806"/>
              <a:ext cx="108299" cy="138874"/>
            </a:xfrm>
            <a:prstGeom prst="rect">
              <a:avLst/>
            </a:prstGeom>
          </p:spPr>
        </p:pic>
      </p:grpSp>
      <p:pic>
        <p:nvPicPr>
          <p:cNvPr id="487" name="object 487" descr=""/>
          <p:cNvPicPr/>
          <p:nvPr/>
        </p:nvPicPr>
        <p:blipFill>
          <a:blip r:embed="rId297" cstate="print"/>
          <a:stretch>
            <a:fillRect/>
          </a:stretch>
        </p:blipFill>
        <p:spPr>
          <a:xfrm>
            <a:off x="2025681" y="7206233"/>
            <a:ext cx="204406" cy="143446"/>
          </a:xfrm>
          <a:prstGeom prst="rect">
            <a:avLst/>
          </a:prstGeom>
        </p:spPr>
      </p:pic>
      <p:grpSp>
        <p:nvGrpSpPr>
          <p:cNvPr id="488" name="object 488" descr=""/>
          <p:cNvGrpSpPr/>
          <p:nvPr/>
        </p:nvGrpSpPr>
        <p:grpSpPr>
          <a:xfrm>
            <a:off x="2364295" y="7136034"/>
            <a:ext cx="758190" cy="213995"/>
            <a:chOff x="2364295" y="7136034"/>
            <a:chExt cx="758190" cy="213995"/>
          </a:xfrm>
        </p:grpSpPr>
        <p:pic>
          <p:nvPicPr>
            <p:cNvPr id="489" name="object 489" descr="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2364295" y="7206233"/>
              <a:ext cx="219646" cy="143446"/>
            </a:xfrm>
            <a:prstGeom prst="rect">
              <a:avLst/>
            </a:prstGeom>
          </p:spPr>
        </p:pic>
        <p:pic>
          <p:nvPicPr>
            <p:cNvPr id="490" name="object 490" descr=""/>
            <p:cNvPicPr/>
            <p:nvPr/>
          </p:nvPicPr>
          <p:blipFill>
            <a:blip r:embed="rId299" cstate="print"/>
            <a:stretch>
              <a:fillRect/>
            </a:stretch>
          </p:blipFill>
          <p:spPr>
            <a:xfrm>
              <a:off x="2618993" y="7136034"/>
              <a:ext cx="120586" cy="213645"/>
            </a:xfrm>
            <a:prstGeom prst="rect">
              <a:avLst/>
            </a:prstGeom>
          </p:spPr>
        </p:pic>
        <p:pic>
          <p:nvPicPr>
            <p:cNvPr id="491" name="object 491" descr=""/>
            <p:cNvPicPr/>
            <p:nvPr/>
          </p:nvPicPr>
          <p:blipFill>
            <a:blip r:embed="rId300" cstate="print"/>
            <a:stretch>
              <a:fillRect/>
            </a:stretch>
          </p:blipFill>
          <p:spPr>
            <a:xfrm>
              <a:off x="2774632" y="7210805"/>
              <a:ext cx="106775" cy="138874"/>
            </a:xfrm>
            <a:prstGeom prst="rect">
              <a:avLst/>
            </a:prstGeom>
          </p:spPr>
        </p:pic>
        <p:pic>
          <p:nvPicPr>
            <p:cNvPr id="492" name="object 492" descr=""/>
            <p:cNvPicPr/>
            <p:nvPr/>
          </p:nvPicPr>
          <p:blipFill>
            <a:blip r:embed="rId301" cstate="print"/>
            <a:stretch>
              <a:fillRect/>
            </a:stretch>
          </p:blipFill>
          <p:spPr>
            <a:xfrm>
              <a:off x="2914935" y="7172706"/>
              <a:ext cx="207454" cy="176974"/>
            </a:xfrm>
            <a:prstGeom prst="rect">
              <a:avLst/>
            </a:prstGeom>
          </p:spPr>
        </p:pic>
      </p:grpSp>
      <p:sp>
        <p:nvSpPr>
          <p:cNvPr id="493" name="object 493" descr=""/>
          <p:cNvSpPr/>
          <p:nvPr/>
        </p:nvSpPr>
        <p:spPr>
          <a:xfrm>
            <a:off x="3255162" y="7148233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4384" y="62572"/>
                </a:moveTo>
                <a:lnTo>
                  <a:pt x="1524" y="62572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2572"/>
                </a:lnTo>
                <a:close/>
              </a:path>
              <a:path w="27939" h="198754">
                <a:moveTo>
                  <a:pt x="27432" y="0"/>
                </a:moveTo>
                <a:lnTo>
                  <a:pt x="0" y="0"/>
                </a:lnTo>
                <a:lnTo>
                  <a:pt x="0" y="25908"/>
                </a:lnTo>
                <a:lnTo>
                  <a:pt x="27432" y="25908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4" name="object 494" descr=""/>
          <p:cNvPicPr/>
          <p:nvPr/>
        </p:nvPicPr>
        <p:blipFill>
          <a:blip r:embed="rId302" cstate="print"/>
          <a:stretch>
            <a:fillRect/>
          </a:stretch>
        </p:blipFill>
        <p:spPr>
          <a:xfrm>
            <a:off x="3328320" y="7207757"/>
            <a:ext cx="108299" cy="138874"/>
          </a:xfrm>
          <a:prstGeom prst="rect">
            <a:avLst/>
          </a:prstGeom>
        </p:spPr>
      </p:pic>
      <p:grpSp>
        <p:nvGrpSpPr>
          <p:cNvPr id="495" name="object 495" descr=""/>
          <p:cNvGrpSpPr/>
          <p:nvPr/>
        </p:nvGrpSpPr>
        <p:grpSpPr>
          <a:xfrm>
            <a:off x="3485482" y="7172706"/>
            <a:ext cx="387985" cy="232410"/>
            <a:chOff x="3485482" y="7172706"/>
            <a:chExt cx="387985" cy="232410"/>
          </a:xfrm>
        </p:grpSpPr>
        <p:pic>
          <p:nvPicPr>
            <p:cNvPr id="496" name="object 496" descr=""/>
            <p:cNvPicPr/>
            <p:nvPr/>
          </p:nvPicPr>
          <p:blipFill>
            <a:blip r:embed="rId303" cstate="print"/>
            <a:stretch>
              <a:fillRect/>
            </a:stretch>
          </p:blipFill>
          <p:spPr>
            <a:xfrm>
              <a:off x="3485482" y="7207758"/>
              <a:ext cx="120491" cy="196881"/>
            </a:xfrm>
            <a:prstGeom prst="rect">
              <a:avLst/>
            </a:prstGeom>
          </p:spPr>
        </p:pic>
        <p:pic>
          <p:nvPicPr>
            <p:cNvPr id="497" name="object 497" descr=""/>
            <p:cNvPicPr/>
            <p:nvPr/>
          </p:nvPicPr>
          <p:blipFill>
            <a:blip r:embed="rId304" cstate="print"/>
            <a:stretch>
              <a:fillRect/>
            </a:stretch>
          </p:blipFill>
          <p:spPr>
            <a:xfrm>
              <a:off x="3641026" y="7210805"/>
              <a:ext cx="106775" cy="138874"/>
            </a:xfrm>
            <a:prstGeom prst="rect">
              <a:avLst/>
            </a:prstGeom>
          </p:spPr>
        </p:pic>
        <p:pic>
          <p:nvPicPr>
            <p:cNvPr id="498" name="object 498" descr="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3778281" y="7172706"/>
              <a:ext cx="94583" cy="176974"/>
            </a:xfrm>
            <a:prstGeom prst="rect">
              <a:avLst/>
            </a:prstGeom>
          </p:spPr>
        </p:pic>
      </p:grpSp>
      <p:grpSp>
        <p:nvGrpSpPr>
          <p:cNvPr id="499" name="object 499" descr=""/>
          <p:cNvGrpSpPr/>
          <p:nvPr/>
        </p:nvGrpSpPr>
        <p:grpSpPr>
          <a:xfrm>
            <a:off x="3987260" y="7206233"/>
            <a:ext cx="259715" cy="143510"/>
            <a:chOff x="3987260" y="7206233"/>
            <a:chExt cx="259715" cy="143510"/>
          </a:xfrm>
        </p:grpSpPr>
        <p:pic>
          <p:nvPicPr>
            <p:cNvPr id="500" name="object 500" descr=""/>
            <p:cNvPicPr/>
            <p:nvPr/>
          </p:nvPicPr>
          <p:blipFill>
            <a:blip r:embed="rId306" cstate="print"/>
            <a:stretch>
              <a:fillRect/>
            </a:stretch>
          </p:blipFill>
          <p:spPr>
            <a:xfrm>
              <a:off x="3987260" y="7210805"/>
              <a:ext cx="131159" cy="135826"/>
            </a:xfrm>
            <a:prstGeom prst="rect">
              <a:avLst/>
            </a:prstGeom>
          </p:spPr>
        </p:pic>
        <p:pic>
          <p:nvPicPr>
            <p:cNvPr id="501" name="object 501" descr=""/>
            <p:cNvPicPr/>
            <p:nvPr/>
          </p:nvPicPr>
          <p:blipFill>
            <a:blip r:embed="rId307" cstate="print"/>
            <a:stretch>
              <a:fillRect/>
            </a:stretch>
          </p:blipFill>
          <p:spPr>
            <a:xfrm>
              <a:off x="4138326" y="7206233"/>
              <a:ext cx="108299" cy="143446"/>
            </a:xfrm>
            <a:prstGeom prst="rect">
              <a:avLst/>
            </a:prstGeom>
          </p:spPr>
        </p:pic>
      </p:grpSp>
      <p:sp>
        <p:nvSpPr>
          <p:cNvPr id="502" name="object 502" descr=""/>
          <p:cNvSpPr/>
          <p:nvPr/>
        </p:nvSpPr>
        <p:spPr>
          <a:xfrm>
            <a:off x="4293108" y="7135367"/>
            <a:ext cx="22860" cy="212090"/>
          </a:xfrm>
          <a:custGeom>
            <a:avLst/>
            <a:gdLst/>
            <a:ahLst/>
            <a:cxnLst/>
            <a:rect l="l" t="t" r="r" b="b"/>
            <a:pathLst>
              <a:path w="22860" h="212090">
                <a:moveTo>
                  <a:pt x="22859" y="211835"/>
                </a:moveTo>
                <a:lnTo>
                  <a:pt x="0" y="211835"/>
                </a:lnTo>
                <a:lnTo>
                  <a:pt x="0" y="0"/>
                </a:lnTo>
                <a:lnTo>
                  <a:pt x="22859" y="0"/>
                </a:lnTo>
                <a:lnTo>
                  <a:pt x="22859" y="211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3" name="object 503" descr=""/>
          <p:cNvGrpSpPr/>
          <p:nvPr/>
        </p:nvGrpSpPr>
        <p:grpSpPr>
          <a:xfrm>
            <a:off x="4362545" y="7136034"/>
            <a:ext cx="814705" cy="213995"/>
            <a:chOff x="4362545" y="7136034"/>
            <a:chExt cx="814705" cy="213995"/>
          </a:xfrm>
        </p:grpSpPr>
        <p:sp>
          <p:nvSpPr>
            <p:cNvPr id="504" name="object 504" descr=""/>
            <p:cNvSpPr/>
            <p:nvPr/>
          </p:nvSpPr>
          <p:spPr>
            <a:xfrm>
              <a:off x="4362539" y="7148233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2572"/>
                  </a:moveTo>
                  <a:lnTo>
                    <a:pt x="1524" y="62572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2572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432" y="25908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5" name="object 505" descr=""/>
            <p:cNvPicPr/>
            <p:nvPr/>
          </p:nvPicPr>
          <p:blipFill>
            <a:blip r:embed="rId308" cstate="print"/>
            <a:stretch>
              <a:fillRect/>
            </a:stretch>
          </p:blipFill>
          <p:spPr>
            <a:xfrm>
              <a:off x="4421981" y="7136034"/>
              <a:ext cx="120491" cy="213645"/>
            </a:xfrm>
            <a:prstGeom prst="rect">
              <a:avLst/>
            </a:prstGeom>
          </p:spPr>
        </p:pic>
        <p:pic>
          <p:nvPicPr>
            <p:cNvPr id="506" name="object 506" descr=""/>
            <p:cNvPicPr/>
            <p:nvPr/>
          </p:nvPicPr>
          <p:blipFill>
            <a:blip r:embed="rId309" cstate="print"/>
            <a:stretch>
              <a:fillRect/>
            </a:stretch>
          </p:blipFill>
          <p:spPr>
            <a:xfrm>
              <a:off x="4583715" y="7206234"/>
              <a:ext cx="108299" cy="143446"/>
            </a:xfrm>
            <a:prstGeom prst="rect">
              <a:avLst/>
            </a:prstGeom>
          </p:spPr>
        </p:pic>
        <p:pic>
          <p:nvPicPr>
            <p:cNvPr id="507" name="object 507" descr="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4719447" y="7172706"/>
              <a:ext cx="94583" cy="176974"/>
            </a:xfrm>
            <a:prstGeom prst="rect">
              <a:avLst/>
            </a:prstGeom>
          </p:spPr>
        </p:pic>
        <p:sp>
          <p:nvSpPr>
            <p:cNvPr id="508" name="object 508" descr=""/>
            <p:cNvSpPr/>
            <p:nvPr/>
          </p:nvSpPr>
          <p:spPr>
            <a:xfrm>
              <a:off x="4846117" y="7148233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2572"/>
                  </a:moveTo>
                  <a:lnTo>
                    <a:pt x="1524" y="62572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2572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9" name="object 509" descr=""/>
            <p:cNvPicPr/>
            <p:nvPr/>
          </p:nvPicPr>
          <p:blipFill>
            <a:blip r:embed="rId311" cstate="print"/>
            <a:stretch>
              <a:fillRect/>
            </a:stretch>
          </p:blipFill>
          <p:spPr>
            <a:xfrm>
              <a:off x="4904041" y="7206234"/>
              <a:ext cx="132683" cy="143446"/>
            </a:xfrm>
            <a:prstGeom prst="rect">
              <a:avLst/>
            </a:prstGeom>
          </p:spPr>
        </p:pic>
        <p:pic>
          <p:nvPicPr>
            <p:cNvPr id="510" name="object 510" descr=""/>
            <p:cNvPicPr/>
            <p:nvPr/>
          </p:nvPicPr>
          <p:blipFill>
            <a:blip r:embed="rId312" cstate="print"/>
            <a:stretch>
              <a:fillRect/>
            </a:stretch>
          </p:blipFill>
          <p:spPr>
            <a:xfrm>
              <a:off x="5070252" y="7207758"/>
              <a:ext cx="106775" cy="1388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53174" y="413099"/>
            <a:ext cx="1118235" cy="366395"/>
            <a:chOff x="253174" y="413099"/>
            <a:chExt cx="1118235" cy="366395"/>
          </a:xfrm>
        </p:grpSpPr>
        <p:sp>
          <p:nvSpPr>
            <p:cNvPr id="3" name="object 3" descr=""/>
            <p:cNvSpPr/>
            <p:nvPr/>
          </p:nvSpPr>
          <p:spPr>
            <a:xfrm>
              <a:off x="253174" y="413105"/>
              <a:ext cx="372745" cy="366395"/>
            </a:xfrm>
            <a:custGeom>
              <a:avLst/>
              <a:gdLst/>
              <a:ahLst/>
              <a:cxnLst/>
              <a:rect l="l" t="t" r="r" b="b"/>
              <a:pathLst>
                <a:path w="372745" h="366395">
                  <a:moveTo>
                    <a:pt x="176974" y="210604"/>
                  </a:moveTo>
                  <a:lnTo>
                    <a:pt x="162826" y="164439"/>
                  </a:lnTo>
                  <a:lnTo>
                    <a:pt x="129336" y="135826"/>
                  </a:lnTo>
                  <a:lnTo>
                    <a:pt x="79311" y="121043"/>
                  </a:lnTo>
                  <a:lnTo>
                    <a:pt x="66954" y="117348"/>
                  </a:lnTo>
                  <a:lnTo>
                    <a:pt x="36880" y="86245"/>
                  </a:lnTo>
                  <a:lnTo>
                    <a:pt x="35140" y="74777"/>
                  </a:lnTo>
                  <a:lnTo>
                    <a:pt x="39027" y="56870"/>
                  </a:lnTo>
                  <a:lnTo>
                    <a:pt x="50190" y="41249"/>
                  </a:lnTo>
                  <a:lnTo>
                    <a:pt x="67932" y="30200"/>
                  </a:lnTo>
                  <a:lnTo>
                    <a:pt x="91528" y="26009"/>
                  </a:lnTo>
                  <a:lnTo>
                    <a:pt x="114033" y="28333"/>
                  </a:lnTo>
                  <a:lnTo>
                    <a:pt x="131813" y="34391"/>
                  </a:lnTo>
                  <a:lnTo>
                    <a:pt x="145846" y="42722"/>
                  </a:lnTo>
                  <a:lnTo>
                    <a:pt x="157162" y="51917"/>
                  </a:lnTo>
                  <a:lnTo>
                    <a:pt x="163258" y="19913"/>
                  </a:lnTo>
                  <a:lnTo>
                    <a:pt x="150774" y="12903"/>
                  </a:lnTo>
                  <a:lnTo>
                    <a:pt x="135432" y="6489"/>
                  </a:lnTo>
                  <a:lnTo>
                    <a:pt x="116065" y="1816"/>
                  </a:lnTo>
                  <a:lnTo>
                    <a:pt x="91528" y="0"/>
                  </a:lnTo>
                  <a:lnTo>
                    <a:pt x="56083" y="6819"/>
                  </a:lnTo>
                  <a:lnTo>
                    <a:pt x="28613" y="24815"/>
                  </a:lnTo>
                  <a:lnTo>
                    <a:pt x="10871" y="50228"/>
                  </a:lnTo>
                  <a:lnTo>
                    <a:pt x="4572" y="79349"/>
                  </a:lnTo>
                  <a:lnTo>
                    <a:pt x="7226" y="98132"/>
                  </a:lnTo>
                  <a:lnTo>
                    <a:pt x="36957" y="139585"/>
                  </a:lnTo>
                  <a:lnTo>
                    <a:pt x="102692" y="162229"/>
                  </a:lnTo>
                  <a:lnTo>
                    <a:pt x="115735" y="166890"/>
                  </a:lnTo>
                  <a:lnTo>
                    <a:pt x="142684" y="194602"/>
                  </a:lnTo>
                  <a:lnTo>
                    <a:pt x="146494" y="213652"/>
                  </a:lnTo>
                  <a:lnTo>
                    <a:pt x="142392" y="233565"/>
                  </a:lnTo>
                  <a:lnTo>
                    <a:pt x="130860" y="250647"/>
                  </a:lnTo>
                  <a:lnTo>
                    <a:pt x="113017" y="262585"/>
                  </a:lnTo>
                  <a:lnTo>
                    <a:pt x="90004" y="267081"/>
                  </a:lnTo>
                  <a:lnTo>
                    <a:pt x="67906" y="264845"/>
                  </a:lnTo>
                  <a:lnTo>
                    <a:pt x="45796" y="258305"/>
                  </a:lnTo>
                  <a:lnTo>
                    <a:pt x="24815" y="247751"/>
                  </a:lnTo>
                  <a:lnTo>
                    <a:pt x="6083" y="233464"/>
                  </a:lnTo>
                  <a:lnTo>
                    <a:pt x="0" y="265557"/>
                  </a:lnTo>
                  <a:lnTo>
                    <a:pt x="26962" y="280365"/>
                  </a:lnTo>
                  <a:lnTo>
                    <a:pt x="51892" y="289179"/>
                  </a:lnTo>
                  <a:lnTo>
                    <a:pt x="73380" y="293420"/>
                  </a:lnTo>
                  <a:lnTo>
                    <a:pt x="90004" y="294513"/>
                  </a:lnTo>
                  <a:lnTo>
                    <a:pt x="125488" y="287629"/>
                  </a:lnTo>
                  <a:lnTo>
                    <a:pt x="152958" y="269163"/>
                  </a:lnTo>
                  <a:lnTo>
                    <a:pt x="170675" y="242392"/>
                  </a:lnTo>
                  <a:lnTo>
                    <a:pt x="176974" y="210604"/>
                  </a:lnTo>
                  <a:close/>
                </a:path>
                <a:path w="372745" h="366395">
                  <a:moveTo>
                    <a:pt x="372237" y="108394"/>
                  </a:moveTo>
                  <a:lnTo>
                    <a:pt x="341757" y="108394"/>
                  </a:lnTo>
                  <a:lnTo>
                    <a:pt x="326339" y="148323"/>
                  </a:lnTo>
                  <a:lnTo>
                    <a:pt x="310235" y="192278"/>
                  </a:lnTo>
                  <a:lnTo>
                    <a:pt x="297294" y="232816"/>
                  </a:lnTo>
                  <a:lnTo>
                    <a:pt x="291363" y="262509"/>
                  </a:lnTo>
                  <a:lnTo>
                    <a:pt x="286435" y="240779"/>
                  </a:lnTo>
                  <a:lnTo>
                    <a:pt x="278218" y="214795"/>
                  </a:lnTo>
                  <a:lnTo>
                    <a:pt x="269722" y="191693"/>
                  </a:lnTo>
                  <a:lnTo>
                    <a:pt x="263931" y="178600"/>
                  </a:lnTo>
                  <a:lnTo>
                    <a:pt x="236499" y="108394"/>
                  </a:lnTo>
                  <a:lnTo>
                    <a:pt x="204406" y="108394"/>
                  </a:lnTo>
                  <a:lnTo>
                    <a:pt x="279171" y="285369"/>
                  </a:lnTo>
                  <a:lnTo>
                    <a:pt x="265455" y="321945"/>
                  </a:lnTo>
                  <a:lnTo>
                    <a:pt x="259092" y="333692"/>
                  </a:lnTo>
                  <a:lnTo>
                    <a:pt x="253453" y="340131"/>
                  </a:lnTo>
                  <a:lnTo>
                    <a:pt x="248094" y="342823"/>
                  </a:lnTo>
                  <a:lnTo>
                    <a:pt x="242595" y="343382"/>
                  </a:lnTo>
                  <a:lnTo>
                    <a:pt x="237604" y="343065"/>
                  </a:lnTo>
                  <a:lnTo>
                    <a:pt x="230162" y="342049"/>
                  </a:lnTo>
                  <a:lnTo>
                    <a:pt x="221183" y="340131"/>
                  </a:lnTo>
                  <a:lnTo>
                    <a:pt x="212026" y="337286"/>
                  </a:lnTo>
                  <a:lnTo>
                    <a:pt x="215074" y="363194"/>
                  </a:lnTo>
                  <a:lnTo>
                    <a:pt x="218300" y="363664"/>
                  </a:lnTo>
                  <a:lnTo>
                    <a:pt x="224828" y="364718"/>
                  </a:lnTo>
                  <a:lnTo>
                    <a:pt x="233362" y="365760"/>
                  </a:lnTo>
                  <a:lnTo>
                    <a:pt x="275602" y="348195"/>
                  </a:lnTo>
                  <a:lnTo>
                    <a:pt x="312102" y="262509"/>
                  </a:lnTo>
                  <a:lnTo>
                    <a:pt x="372237" y="108394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651" y="471106"/>
              <a:ext cx="268414" cy="23193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545" y="515397"/>
              <a:ext cx="147923" cy="18764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235" y="518445"/>
              <a:ext cx="247078" cy="180022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1568100" y="422243"/>
            <a:ext cx="1020444" cy="358775"/>
            <a:chOff x="1568100" y="422243"/>
            <a:chExt cx="1020444" cy="358775"/>
          </a:xfrm>
        </p:grpSpPr>
        <p:sp>
          <p:nvSpPr>
            <p:cNvPr id="8" name="object 8" descr=""/>
            <p:cNvSpPr/>
            <p:nvPr/>
          </p:nvSpPr>
          <p:spPr>
            <a:xfrm>
              <a:off x="1568100" y="422243"/>
              <a:ext cx="221615" cy="276225"/>
            </a:xfrm>
            <a:custGeom>
              <a:avLst/>
              <a:gdLst/>
              <a:ahLst/>
              <a:cxnLst/>
              <a:rect l="l" t="t" r="r" b="b"/>
              <a:pathLst>
                <a:path w="221614" h="276225">
                  <a:moveTo>
                    <a:pt x="102203" y="276225"/>
                  </a:moveTo>
                  <a:lnTo>
                    <a:pt x="0" y="276225"/>
                  </a:lnTo>
                  <a:lnTo>
                    <a:pt x="0" y="0"/>
                  </a:lnTo>
                  <a:lnTo>
                    <a:pt x="102203" y="0"/>
                  </a:lnTo>
                  <a:lnTo>
                    <a:pt x="149081" y="10993"/>
                  </a:lnTo>
                  <a:lnTo>
                    <a:pt x="164121" y="22955"/>
                  </a:lnTo>
                  <a:lnTo>
                    <a:pt x="33527" y="22955"/>
                  </a:lnTo>
                  <a:lnTo>
                    <a:pt x="33527" y="253365"/>
                  </a:lnTo>
                  <a:lnTo>
                    <a:pt x="164673" y="253365"/>
                  </a:lnTo>
                  <a:lnTo>
                    <a:pt x="148438" y="265731"/>
                  </a:lnTo>
                  <a:lnTo>
                    <a:pt x="102203" y="276225"/>
                  </a:lnTo>
                  <a:close/>
                </a:path>
                <a:path w="221614" h="276225">
                  <a:moveTo>
                    <a:pt x="164673" y="253365"/>
                  </a:moveTo>
                  <a:lnTo>
                    <a:pt x="93059" y="253365"/>
                  </a:lnTo>
                  <a:lnTo>
                    <a:pt x="129039" y="246014"/>
                  </a:lnTo>
                  <a:lnTo>
                    <a:pt x="159162" y="224349"/>
                  </a:lnTo>
                  <a:lnTo>
                    <a:pt x="179855" y="188950"/>
                  </a:lnTo>
                  <a:lnTo>
                    <a:pt x="187547" y="140398"/>
                  </a:lnTo>
                  <a:lnTo>
                    <a:pt x="180284" y="91789"/>
                  </a:lnTo>
                  <a:lnTo>
                    <a:pt x="160305" y="54780"/>
                  </a:lnTo>
                  <a:lnTo>
                    <a:pt x="130325" y="31219"/>
                  </a:lnTo>
                  <a:lnTo>
                    <a:pt x="93059" y="22955"/>
                  </a:lnTo>
                  <a:lnTo>
                    <a:pt x="164121" y="22955"/>
                  </a:lnTo>
                  <a:lnTo>
                    <a:pt x="186832" y="41017"/>
                  </a:lnTo>
                  <a:lnTo>
                    <a:pt x="212011" y="85631"/>
                  </a:lnTo>
                  <a:lnTo>
                    <a:pt x="221170" y="140398"/>
                  </a:lnTo>
                  <a:lnTo>
                    <a:pt x="211797" y="193808"/>
                  </a:lnTo>
                  <a:lnTo>
                    <a:pt x="186261" y="236922"/>
                  </a:lnTo>
                  <a:lnTo>
                    <a:pt x="164673" y="253365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323" y="515397"/>
              <a:ext cx="149447" cy="18764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5201" y="515397"/>
              <a:ext cx="129635" cy="18764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162924" y="437590"/>
              <a:ext cx="252095" cy="343535"/>
            </a:xfrm>
            <a:custGeom>
              <a:avLst/>
              <a:gdLst/>
              <a:ahLst/>
              <a:cxnLst/>
              <a:rect l="l" t="t" r="r" b="b"/>
              <a:pathLst>
                <a:path w="252094" h="343534">
                  <a:moveTo>
                    <a:pt x="32105" y="83908"/>
                  </a:moveTo>
                  <a:lnTo>
                    <a:pt x="1524" y="83908"/>
                  </a:lnTo>
                  <a:lnTo>
                    <a:pt x="1524" y="260883"/>
                  </a:lnTo>
                  <a:lnTo>
                    <a:pt x="32105" y="260883"/>
                  </a:lnTo>
                  <a:lnTo>
                    <a:pt x="32105" y="83908"/>
                  </a:lnTo>
                  <a:close/>
                </a:path>
                <a:path w="252094" h="343534">
                  <a:moveTo>
                    <a:pt x="33629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33629" y="35052"/>
                  </a:lnTo>
                  <a:lnTo>
                    <a:pt x="33629" y="0"/>
                  </a:lnTo>
                  <a:close/>
                </a:path>
                <a:path w="252094" h="343534">
                  <a:moveTo>
                    <a:pt x="251752" y="103720"/>
                  </a:moveTo>
                  <a:lnTo>
                    <a:pt x="251447" y="102196"/>
                  </a:lnTo>
                  <a:lnTo>
                    <a:pt x="249618" y="93052"/>
                  </a:lnTo>
                  <a:lnTo>
                    <a:pt x="247180" y="80860"/>
                  </a:lnTo>
                  <a:lnTo>
                    <a:pt x="238023" y="81051"/>
                  </a:lnTo>
                  <a:lnTo>
                    <a:pt x="223469" y="82384"/>
                  </a:lnTo>
                  <a:lnTo>
                    <a:pt x="205867" y="85928"/>
                  </a:lnTo>
                  <a:lnTo>
                    <a:pt x="205701" y="85928"/>
                  </a:lnTo>
                  <a:lnTo>
                    <a:pt x="186118" y="93052"/>
                  </a:lnTo>
                  <a:lnTo>
                    <a:pt x="184594" y="92062"/>
                  </a:lnTo>
                  <a:lnTo>
                    <a:pt x="184594" y="144868"/>
                  </a:lnTo>
                  <a:lnTo>
                    <a:pt x="180835" y="166141"/>
                  </a:lnTo>
                  <a:lnTo>
                    <a:pt x="171640" y="178676"/>
                  </a:lnTo>
                  <a:lnTo>
                    <a:pt x="160172" y="184607"/>
                  </a:lnTo>
                  <a:lnTo>
                    <a:pt x="149542" y="186118"/>
                  </a:lnTo>
                  <a:lnTo>
                    <a:pt x="136296" y="183972"/>
                  </a:lnTo>
                  <a:lnTo>
                    <a:pt x="125082" y="176961"/>
                  </a:lnTo>
                  <a:lnTo>
                    <a:pt x="117309" y="164211"/>
                  </a:lnTo>
                  <a:lnTo>
                    <a:pt x="114401" y="144868"/>
                  </a:lnTo>
                  <a:lnTo>
                    <a:pt x="118173" y="123418"/>
                  </a:lnTo>
                  <a:lnTo>
                    <a:pt x="127406" y="110388"/>
                  </a:lnTo>
                  <a:lnTo>
                    <a:pt x="138912" y="103936"/>
                  </a:lnTo>
                  <a:lnTo>
                    <a:pt x="149542" y="102196"/>
                  </a:lnTo>
                  <a:lnTo>
                    <a:pt x="161594" y="104482"/>
                  </a:lnTo>
                  <a:lnTo>
                    <a:pt x="161950" y="104482"/>
                  </a:lnTo>
                  <a:lnTo>
                    <a:pt x="173355" y="112102"/>
                  </a:lnTo>
                  <a:lnTo>
                    <a:pt x="181483" y="125349"/>
                  </a:lnTo>
                  <a:lnTo>
                    <a:pt x="184594" y="144868"/>
                  </a:lnTo>
                  <a:lnTo>
                    <a:pt x="184594" y="92062"/>
                  </a:lnTo>
                  <a:lnTo>
                    <a:pt x="176339" y="86652"/>
                  </a:lnTo>
                  <a:lnTo>
                    <a:pt x="166116" y="82956"/>
                  </a:lnTo>
                  <a:lnTo>
                    <a:pt x="156768" y="81267"/>
                  </a:lnTo>
                  <a:lnTo>
                    <a:pt x="149542" y="80860"/>
                  </a:lnTo>
                  <a:lnTo>
                    <a:pt x="124942" y="85928"/>
                  </a:lnTo>
                  <a:lnTo>
                    <a:pt x="105079" y="99720"/>
                  </a:lnTo>
                  <a:lnTo>
                    <a:pt x="91808" y="120078"/>
                  </a:lnTo>
                  <a:lnTo>
                    <a:pt x="86969" y="144868"/>
                  </a:lnTo>
                  <a:lnTo>
                    <a:pt x="87820" y="155168"/>
                  </a:lnTo>
                  <a:lnTo>
                    <a:pt x="90398" y="165150"/>
                  </a:lnTo>
                  <a:lnTo>
                    <a:pt x="94678" y="174536"/>
                  </a:lnTo>
                  <a:lnTo>
                    <a:pt x="100685" y="183070"/>
                  </a:lnTo>
                  <a:lnTo>
                    <a:pt x="94919" y="193040"/>
                  </a:lnTo>
                  <a:lnTo>
                    <a:pt x="91160" y="202311"/>
                  </a:lnTo>
                  <a:lnTo>
                    <a:pt x="89115" y="210705"/>
                  </a:lnTo>
                  <a:lnTo>
                    <a:pt x="89001" y="212026"/>
                  </a:lnTo>
                  <a:lnTo>
                    <a:pt x="88493" y="218122"/>
                  </a:lnTo>
                  <a:lnTo>
                    <a:pt x="89496" y="227838"/>
                  </a:lnTo>
                  <a:lnTo>
                    <a:pt x="91922" y="236105"/>
                  </a:lnTo>
                  <a:lnTo>
                    <a:pt x="94919" y="242646"/>
                  </a:lnTo>
                  <a:lnTo>
                    <a:pt x="97637" y="247167"/>
                  </a:lnTo>
                  <a:lnTo>
                    <a:pt x="85471" y="257911"/>
                  </a:lnTo>
                  <a:lnTo>
                    <a:pt x="78016" y="269074"/>
                  </a:lnTo>
                  <a:lnTo>
                    <a:pt x="74282" y="279958"/>
                  </a:lnTo>
                  <a:lnTo>
                    <a:pt x="73253" y="289839"/>
                  </a:lnTo>
                  <a:lnTo>
                    <a:pt x="79971" y="310438"/>
                  </a:lnTo>
                  <a:lnTo>
                    <a:pt x="98412" y="327456"/>
                  </a:lnTo>
                  <a:lnTo>
                    <a:pt x="125958" y="338988"/>
                  </a:lnTo>
                  <a:lnTo>
                    <a:pt x="125818" y="338988"/>
                  </a:lnTo>
                  <a:lnTo>
                    <a:pt x="160210" y="343281"/>
                  </a:lnTo>
                  <a:lnTo>
                    <a:pt x="193738" y="338988"/>
                  </a:lnTo>
                  <a:lnTo>
                    <a:pt x="221411" y="327266"/>
                  </a:lnTo>
                  <a:lnTo>
                    <a:pt x="228790" y="320421"/>
                  </a:lnTo>
                  <a:lnTo>
                    <a:pt x="240233" y="309803"/>
                  </a:lnTo>
                  <a:lnTo>
                    <a:pt x="247180" y="288315"/>
                  </a:lnTo>
                  <a:lnTo>
                    <a:pt x="238607" y="262407"/>
                  </a:lnTo>
                  <a:lnTo>
                    <a:pt x="236689" y="256603"/>
                  </a:lnTo>
                  <a:lnTo>
                    <a:pt x="218122" y="244119"/>
                  </a:lnTo>
                  <a:lnTo>
                    <a:pt x="218122" y="289839"/>
                  </a:lnTo>
                  <a:lnTo>
                    <a:pt x="213360" y="302374"/>
                  </a:lnTo>
                  <a:lnTo>
                    <a:pt x="200596" y="312026"/>
                  </a:lnTo>
                  <a:lnTo>
                    <a:pt x="182194" y="318198"/>
                  </a:lnTo>
                  <a:lnTo>
                    <a:pt x="182359" y="318198"/>
                  </a:lnTo>
                  <a:lnTo>
                    <a:pt x="160210" y="320421"/>
                  </a:lnTo>
                  <a:lnTo>
                    <a:pt x="138010" y="318198"/>
                  </a:lnTo>
                  <a:lnTo>
                    <a:pt x="118986" y="311835"/>
                  </a:lnTo>
                  <a:lnTo>
                    <a:pt x="105689" y="301726"/>
                  </a:lnTo>
                  <a:lnTo>
                    <a:pt x="100685" y="288315"/>
                  </a:lnTo>
                  <a:lnTo>
                    <a:pt x="101155" y="283629"/>
                  </a:lnTo>
                  <a:lnTo>
                    <a:pt x="104495" y="274789"/>
                  </a:lnTo>
                  <a:lnTo>
                    <a:pt x="113538" y="266242"/>
                  </a:lnTo>
                  <a:lnTo>
                    <a:pt x="131165" y="262407"/>
                  </a:lnTo>
                  <a:lnTo>
                    <a:pt x="166306" y="262407"/>
                  </a:lnTo>
                  <a:lnTo>
                    <a:pt x="178269" y="262839"/>
                  </a:lnTo>
                  <a:lnTo>
                    <a:pt x="195643" y="265836"/>
                  </a:lnTo>
                  <a:lnTo>
                    <a:pt x="211315" y="273977"/>
                  </a:lnTo>
                  <a:lnTo>
                    <a:pt x="218122" y="289839"/>
                  </a:lnTo>
                  <a:lnTo>
                    <a:pt x="218122" y="244119"/>
                  </a:lnTo>
                  <a:lnTo>
                    <a:pt x="212458" y="240309"/>
                  </a:lnTo>
                  <a:lnTo>
                    <a:pt x="185381" y="234315"/>
                  </a:lnTo>
                  <a:lnTo>
                    <a:pt x="166306" y="233451"/>
                  </a:lnTo>
                  <a:lnTo>
                    <a:pt x="131165" y="233451"/>
                  </a:lnTo>
                  <a:lnTo>
                    <a:pt x="125666" y="233121"/>
                  </a:lnTo>
                  <a:lnTo>
                    <a:pt x="118021" y="230771"/>
                  </a:lnTo>
                  <a:lnTo>
                    <a:pt x="111239" y="224409"/>
                  </a:lnTo>
                  <a:lnTo>
                    <a:pt x="108305" y="212026"/>
                  </a:lnTo>
                  <a:lnTo>
                    <a:pt x="108305" y="202882"/>
                  </a:lnTo>
                  <a:lnTo>
                    <a:pt x="111353" y="201358"/>
                  </a:lnTo>
                  <a:lnTo>
                    <a:pt x="112877" y="196786"/>
                  </a:lnTo>
                  <a:lnTo>
                    <a:pt x="119456" y="200609"/>
                  </a:lnTo>
                  <a:lnTo>
                    <a:pt x="127749" y="204597"/>
                  </a:lnTo>
                  <a:lnTo>
                    <a:pt x="137782" y="207708"/>
                  </a:lnTo>
                  <a:lnTo>
                    <a:pt x="149542" y="208978"/>
                  </a:lnTo>
                  <a:lnTo>
                    <a:pt x="173456" y="203898"/>
                  </a:lnTo>
                  <a:lnTo>
                    <a:pt x="206984" y="169710"/>
                  </a:lnTo>
                  <a:lnTo>
                    <a:pt x="212026" y="144868"/>
                  </a:lnTo>
                  <a:lnTo>
                    <a:pt x="210959" y="133731"/>
                  </a:lnTo>
                  <a:lnTo>
                    <a:pt x="208026" y="123151"/>
                  </a:lnTo>
                  <a:lnTo>
                    <a:pt x="203669" y="113157"/>
                  </a:lnTo>
                  <a:lnTo>
                    <a:pt x="199186" y="105244"/>
                  </a:lnTo>
                  <a:lnTo>
                    <a:pt x="199834" y="105244"/>
                  </a:lnTo>
                  <a:lnTo>
                    <a:pt x="205917" y="105003"/>
                  </a:lnTo>
                  <a:lnTo>
                    <a:pt x="212979" y="104482"/>
                  </a:lnTo>
                  <a:lnTo>
                    <a:pt x="221869" y="103936"/>
                  </a:lnTo>
                  <a:lnTo>
                    <a:pt x="222516" y="103936"/>
                  </a:lnTo>
                  <a:lnTo>
                    <a:pt x="231838" y="103720"/>
                  </a:lnTo>
                  <a:lnTo>
                    <a:pt x="251752" y="10372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51258" y="518445"/>
              <a:ext cx="137255" cy="180022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2753867" y="597408"/>
            <a:ext cx="104139" cy="24765"/>
          </a:xfrm>
          <a:custGeom>
            <a:avLst/>
            <a:gdLst/>
            <a:ahLst/>
            <a:cxnLst/>
            <a:rect l="l" t="t" r="r" b="b"/>
            <a:pathLst>
              <a:path w="104139" h="24765">
                <a:moveTo>
                  <a:pt x="103632" y="24383"/>
                </a:moveTo>
                <a:lnTo>
                  <a:pt x="0" y="24383"/>
                </a:lnTo>
                <a:lnTo>
                  <a:pt x="0" y="0"/>
                </a:lnTo>
                <a:lnTo>
                  <a:pt x="103632" y="0"/>
                </a:lnTo>
                <a:lnTo>
                  <a:pt x="103632" y="24383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020186" y="422243"/>
            <a:ext cx="236854" cy="276225"/>
          </a:xfrm>
          <a:custGeom>
            <a:avLst/>
            <a:gdLst/>
            <a:ahLst/>
            <a:cxnLst/>
            <a:rect l="l" t="t" r="r" b="b"/>
            <a:pathLst>
              <a:path w="236854" h="276225">
                <a:moveTo>
                  <a:pt x="29051" y="276225"/>
                </a:moveTo>
                <a:lnTo>
                  <a:pt x="0" y="276225"/>
                </a:lnTo>
                <a:lnTo>
                  <a:pt x="100679" y="0"/>
                </a:lnTo>
                <a:lnTo>
                  <a:pt x="135826" y="0"/>
                </a:lnTo>
                <a:lnTo>
                  <a:pt x="146405" y="29051"/>
                </a:lnTo>
                <a:lnTo>
                  <a:pt x="114395" y="29051"/>
                </a:lnTo>
                <a:lnTo>
                  <a:pt x="67151" y="172497"/>
                </a:lnTo>
                <a:lnTo>
                  <a:pt x="198639" y="172497"/>
                </a:lnTo>
                <a:lnTo>
                  <a:pt x="206963" y="195357"/>
                </a:lnTo>
                <a:lnTo>
                  <a:pt x="59531" y="195357"/>
                </a:lnTo>
                <a:lnTo>
                  <a:pt x="29051" y="276225"/>
                </a:lnTo>
                <a:close/>
              </a:path>
              <a:path w="236854" h="276225">
                <a:moveTo>
                  <a:pt x="198639" y="172497"/>
                </a:moveTo>
                <a:lnTo>
                  <a:pt x="163258" y="172497"/>
                </a:lnTo>
                <a:lnTo>
                  <a:pt x="114395" y="29051"/>
                </a:lnTo>
                <a:lnTo>
                  <a:pt x="146405" y="29051"/>
                </a:lnTo>
                <a:lnTo>
                  <a:pt x="198639" y="172497"/>
                </a:lnTo>
                <a:close/>
              </a:path>
              <a:path w="236854" h="276225">
                <a:moveTo>
                  <a:pt x="236410" y="276225"/>
                </a:moveTo>
                <a:lnTo>
                  <a:pt x="199834" y="276225"/>
                </a:lnTo>
                <a:lnTo>
                  <a:pt x="170878" y="195357"/>
                </a:lnTo>
                <a:lnTo>
                  <a:pt x="206963" y="195357"/>
                </a:lnTo>
                <a:lnTo>
                  <a:pt x="236410" y="276225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3297840" y="422243"/>
            <a:ext cx="443865" cy="281305"/>
            <a:chOff x="3297840" y="422243"/>
            <a:chExt cx="443865" cy="281305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13664" y="515397"/>
              <a:ext cx="148018" cy="18764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97840" y="518445"/>
              <a:ext cx="96107" cy="18002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602926" y="422243"/>
              <a:ext cx="139065" cy="276225"/>
            </a:xfrm>
            <a:custGeom>
              <a:avLst/>
              <a:gdLst/>
              <a:ahLst/>
              <a:cxnLst/>
              <a:rect l="l" t="t" r="r" b="b"/>
              <a:pathLst>
                <a:path w="139064" h="276225">
                  <a:moveTo>
                    <a:pt x="138779" y="276225"/>
                  </a:moveTo>
                  <a:lnTo>
                    <a:pt x="108299" y="276225"/>
                  </a:lnTo>
                  <a:lnTo>
                    <a:pt x="108299" y="158686"/>
                  </a:lnTo>
                  <a:lnTo>
                    <a:pt x="107488" y="146708"/>
                  </a:lnTo>
                  <a:lnTo>
                    <a:pt x="102953" y="133731"/>
                  </a:lnTo>
                  <a:lnTo>
                    <a:pt x="91542" y="123324"/>
                  </a:lnTo>
                  <a:lnTo>
                    <a:pt x="70104" y="119062"/>
                  </a:lnTo>
                  <a:lnTo>
                    <a:pt x="51054" y="124683"/>
                  </a:lnTo>
                  <a:lnTo>
                    <a:pt x="38862" y="138886"/>
                  </a:lnTo>
                  <a:lnTo>
                    <a:pt x="32385" y="157678"/>
                  </a:lnTo>
                  <a:lnTo>
                    <a:pt x="30480" y="177069"/>
                  </a:lnTo>
                  <a:lnTo>
                    <a:pt x="30480" y="276225"/>
                  </a:lnTo>
                  <a:lnTo>
                    <a:pt x="0" y="276225"/>
                  </a:lnTo>
                  <a:lnTo>
                    <a:pt x="0" y="0"/>
                  </a:lnTo>
                  <a:lnTo>
                    <a:pt x="28956" y="0"/>
                  </a:lnTo>
                  <a:lnTo>
                    <a:pt x="28956" y="123634"/>
                  </a:lnTo>
                  <a:lnTo>
                    <a:pt x="38409" y="114204"/>
                  </a:lnTo>
                  <a:lnTo>
                    <a:pt x="50863" y="105346"/>
                  </a:lnTo>
                  <a:lnTo>
                    <a:pt x="66460" y="98774"/>
                  </a:lnTo>
                  <a:lnTo>
                    <a:pt x="85344" y="96202"/>
                  </a:lnTo>
                  <a:lnTo>
                    <a:pt x="113664" y="102274"/>
                  </a:lnTo>
                  <a:lnTo>
                    <a:pt x="129813" y="117348"/>
                  </a:lnTo>
                  <a:lnTo>
                    <a:pt x="137087" y="136707"/>
                  </a:lnTo>
                  <a:lnTo>
                    <a:pt x="138779" y="155638"/>
                  </a:lnTo>
                  <a:lnTo>
                    <a:pt x="138779" y="276225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3802665" y="521493"/>
            <a:ext cx="31115" cy="177165"/>
          </a:xfrm>
          <a:custGeom>
            <a:avLst/>
            <a:gdLst/>
            <a:ahLst/>
            <a:cxnLst/>
            <a:rect l="l" t="t" r="r" b="b"/>
            <a:pathLst>
              <a:path w="31114" h="177165">
                <a:moveTo>
                  <a:pt x="30575" y="176974"/>
                </a:moveTo>
                <a:lnTo>
                  <a:pt x="0" y="176974"/>
                </a:lnTo>
                <a:lnTo>
                  <a:pt x="0" y="0"/>
                </a:lnTo>
                <a:lnTo>
                  <a:pt x="30575" y="0"/>
                </a:lnTo>
                <a:lnTo>
                  <a:pt x="30575" y="176974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3801141" y="437578"/>
            <a:ext cx="33655" cy="35560"/>
          </a:xfrm>
          <a:custGeom>
            <a:avLst/>
            <a:gdLst/>
            <a:ahLst/>
            <a:cxnLst/>
            <a:rect l="l" t="t" r="r" b="b"/>
            <a:pathLst>
              <a:path w="33654" h="35559">
                <a:moveTo>
                  <a:pt x="33623" y="35052"/>
                </a:moveTo>
                <a:lnTo>
                  <a:pt x="0" y="35052"/>
                </a:lnTo>
                <a:lnTo>
                  <a:pt x="0" y="0"/>
                </a:lnTo>
                <a:lnTo>
                  <a:pt x="33623" y="0"/>
                </a:lnTo>
                <a:lnTo>
                  <a:pt x="33623" y="35052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3871340" y="471106"/>
            <a:ext cx="788670" cy="232410"/>
            <a:chOff x="3871340" y="471106"/>
            <a:chExt cx="788670" cy="232410"/>
          </a:xfrm>
        </p:grpSpPr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17835" y="515397"/>
              <a:ext cx="147923" cy="187642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71340" y="471106"/>
              <a:ext cx="122015" cy="23193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91666" y="471106"/>
              <a:ext cx="288321" cy="231933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21136" y="521493"/>
              <a:ext cx="138874" cy="181546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4722495" y="515397"/>
            <a:ext cx="262890" cy="187960"/>
            <a:chOff x="4722495" y="515397"/>
            <a:chExt cx="262890" cy="187960"/>
          </a:xfrm>
        </p:grpSpPr>
        <p:pic>
          <p:nvPicPr>
            <p:cNvPr id="27" name="object 2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22495" y="518445"/>
              <a:ext cx="94583" cy="18002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36889" y="515397"/>
              <a:ext cx="148018" cy="187642"/>
            </a:xfrm>
            <a:prstGeom prst="rect">
              <a:avLst/>
            </a:prstGeom>
          </p:spPr>
        </p:pic>
      </p:grpSp>
      <p:sp>
        <p:nvSpPr>
          <p:cNvPr id="29" name="object 29" descr=""/>
          <p:cNvSpPr/>
          <p:nvPr/>
        </p:nvSpPr>
        <p:spPr>
          <a:xfrm>
            <a:off x="5143405" y="413099"/>
            <a:ext cx="256540" cy="294640"/>
          </a:xfrm>
          <a:custGeom>
            <a:avLst/>
            <a:gdLst/>
            <a:ahLst/>
            <a:cxnLst/>
            <a:rect l="l" t="t" r="r" b="b"/>
            <a:pathLst>
              <a:path w="256539" h="294640">
                <a:moveTo>
                  <a:pt x="73537" y="294393"/>
                </a:moveTo>
                <a:lnTo>
                  <a:pt x="71095" y="294393"/>
                </a:lnTo>
                <a:lnTo>
                  <a:pt x="42474" y="288963"/>
                </a:lnTo>
                <a:lnTo>
                  <a:pt x="19823" y="274117"/>
                </a:lnTo>
                <a:lnTo>
                  <a:pt x="5192" y="252681"/>
                </a:lnTo>
                <a:lnTo>
                  <a:pt x="0" y="227361"/>
                </a:lnTo>
                <a:lnTo>
                  <a:pt x="2571" y="208978"/>
                </a:lnTo>
                <a:lnTo>
                  <a:pt x="9144" y="194595"/>
                </a:lnTo>
                <a:lnTo>
                  <a:pt x="18002" y="183642"/>
                </a:lnTo>
                <a:lnTo>
                  <a:pt x="27431" y="175545"/>
                </a:lnTo>
                <a:lnTo>
                  <a:pt x="58007" y="146494"/>
                </a:lnTo>
                <a:lnTo>
                  <a:pt x="56102" y="140301"/>
                </a:lnTo>
                <a:lnTo>
                  <a:pt x="51911" y="125527"/>
                </a:lnTo>
                <a:lnTo>
                  <a:pt x="47720" y="104449"/>
                </a:lnTo>
                <a:lnTo>
                  <a:pt x="45815" y="79343"/>
                </a:lnTo>
                <a:lnTo>
                  <a:pt x="49672" y="48943"/>
                </a:lnTo>
                <a:lnTo>
                  <a:pt x="60674" y="23669"/>
                </a:lnTo>
                <a:lnTo>
                  <a:pt x="77962" y="6396"/>
                </a:lnTo>
                <a:lnTo>
                  <a:pt x="100679" y="0"/>
                </a:lnTo>
                <a:lnTo>
                  <a:pt x="122053" y="5706"/>
                </a:lnTo>
                <a:lnTo>
                  <a:pt x="137874" y="20431"/>
                </a:lnTo>
                <a:lnTo>
                  <a:pt x="139846" y="24479"/>
                </a:lnTo>
                <a:lnTo>
                  <a:pt x="100679" y="24479"/>
                </a:lnTo>
                <a:lnTo>
                  <a:pt x="90368" y="26836"/>
                </a:lnTo>
                <a:lnTo>
                  <a:pt x="81057" y="34194"/>
                </a:lnTo>
                <a:lnTo>
                  <a:pt x="74318" y="46982"/>
                </a:lnTo>
                <a:lnTo>
                  <a:pt x="71723" y="65627"/>
                </a:lnTo>
                <a:lnTo>
                  <a:pt x="72318" y="77286"/>
                </a:lnTo>
                <a:lnTo>
                  <a:pt x="74199" y="91392"/>
                </a:lnTo>
                <a:lnTo>
                  <a:pt x="77509" y="107498"/>
                </a:lnTo>
                <a:lnTo>
                  <a:pt x="82391" y="125158"/>
                </a:lnTo>
                <a:lnTo>
                  <a:pt x="115855" y="125158"/>
                </a:lnTo>
                <a:lnTo>
                  <a:pt x="91535" y="148018"/>
                </a:lnTo>
                <a:lnTo>
                  <a:pt x="103199" y="169354"/>
                </a:lnTo>
                <a:lnTo>
                  <a:pt x="68675" y="169354"/>
                </a:lnTo>
                <a:lnTo>
                  <a:pt x="50213" y="185292"/>
                </a:lnTo>
                <a:lnTo>
                  <a:pt x="37921" y="198203"/>
                </a:lnTo>
                <a:lnTo>
                  <a:pt x="31076" y="210810"/>
                </a:lnTo>
                <a:lnTo>
                  <a:pt x="28976" y="225693"/>
                </a:lnTo>
                <a:lnTo>
                  <a:pt x="28955" y="225837"/>
                </a:lnTo>
                <a:lnTo>
                  <a:pt x="31566" y="240235"/>
                </a:lnTo>
                <a:lnTo>
                  <a:pt x="39481" y="254079"/>
                </a:lnTo>
                <a:lnTo>
                  <a:pt x="52825" y="264494"/>
                </a:lnTo>
                <a:lnTo>
                  <a:pt x="71723" y="268605"/>
                </a:lnTo>
                <a:lnTo>
                  <a:pt x="256317" y="268605"/>
                </a:lnTo>
                <a:lnTo>
                  <a:pt x="256317" y="270129"/>
                </a:lnTo>
                <a:lnTo>
                  <a:pt x="147923" y="270129"/>
                </a:lnTo>
                <a:lnTo>
                  <a:pt x="123586" y="282940"/>
                </a:lnTo>
                <a:lnTo>
                  <a:pt x="101822" y="290322"/>
                </a:lnTo>
                <a:lnTo>
                  <a:pt x="84058" y="293703"/>
                </a:lnTo>
                <a:lnTo>
                  <a:pt x="73537" y="294393"/>
                </a:lnTo>
                <a:close/>
              </a:path>
              <a:path w="256539" h="294640">
                <a:moveTo>
                  <a:pt x="115855" y="125158"/>
                </a:moveTo>
                <a:lnTo>
                  <a:pt x="82391" y="125158"/>
                </a:lnTo>
                <a:lnTo>
                  <a:pt x="97821" y="109594"/>
                </a:lnTo>
                <a:lnTo>
                  <a:pt x="110966" y="94440"/>
                </a:lnTo>
                <a:lnTo>
                  <a:pt x="120110" y="79000"/>
                </a:lnTo>
                <a:lnTo>
                  <a:pt x="123539" y="62579"/>
                </a:lnTo>
                <a:lnTo>
                  <a:pt x="122753" y="52125"/>
                </a:lnTo>
                <a:lnTo>
                  <a:pt x="119538" y="39528"/>
                </a:lnTo>
                <a:lnTo>
                  <a:pt x="112609" y="28932"/>
                </a:lnTo>
                <a:lnTo>
                  <a:pt x="100679" y="24479"/>
                </a:lnTo>
                <a:lnTo>
                  <a:pt x="139846" y="24479"/>
                </a:lnTo>
                <a:lnTo>
                  <a:pt x="147694" y="40585"/>
                </a:lnTo>
                <a:lnTo>
                  <a:pt x="151066" y="62579"/>
                </a:lnTo>
                <a:lnTo>
                  <a:pt x="147122" y="82144"/>
                </a:lnTo>
                <a:lnTo>
                  <a:pt x="135588" y="102441"/>
                </a:lnTo>
                <a:lnTo>
                  <a:pt x="116910" y="124167"/>
                </a:lnTo>
                <a:lnTo>
                  <a:pt x="115855" y="125158"/>
                </a:lnTo>
                <a:close/>
              </a:path>
              <a:path w="256539" h="294640">
                <a:moveTo>
                  <a:pt x="186101" y="236505"/>
                </a:moveTo>
                <a:lnTo>
                  <a:pt x="152590" y="236505"/>
                </a:lnTo>
                <a:lnTo>
                  <a:pt x="173759" y="215025"/>
                </a:lnTo>
                <a:lnTo>
                  <a:pt x="191643" y="189249"/>
                </a:lnTo>
                <a:lnTo>
                  <a:pt x="206382" y="158884"/>
                </a:lnTo>
                <a:lnTo>
                  <a:pt x="218122" y="123634"/>
                </a:lnTo>
                <a:lnTo>
                  <a:pt x="242506" y="131254"/>
                </a:lnTo>
                <a:lnTo>
                  <a:pt x="233457" y="159536"/>
                </a:lnTo>
                <a:lnTo>
                  <a:pt x="219265" y="190559"/>
                </a:lnTo>
                <a:lnTo>
                  <a:pt x="198786" y="222457"/>
                </a:lnTo>
                <a:lnTo>
                  <a:pt x="186101" y="236505"/>
                </a:lnTo>
                <a:close/>
              </a:path>
              <a:path w="256539" h="294640">
                <a:moveTo>
                  <a:pt x="212026" y="268605"/>
                </a:moveTo>
                <a:lnTo>
                  <a:pt x="71723" y="268605"/>
                </a:lnTo>
                <a:lnTo>
                  <a:pt x="88701" y="267295"/>
                </a:lnTo>
                <a:lnTo>
                  <a:pt x="104679" y="263842"/>
                </a:lnTo>
                <a:lnTo>
                  <a:pt x="118657" y="258960"/>
                </a:lnTo>
                <a:lnTo>
                  <a:pt x="129635" y="253365"/>
                </a:lnTo>
                <a:lnTo>
                  <a:pt x="116038" y="238497"/>
                </a:lnTo>
                <a:lnTo>
                  <a:pt x="100869" y="219360"/>
                </a:lnTo>
                <a:lnTo>
                  <a:pt x="84843" y="196223"/>
                </a:lnTo>
                <a:lnTo>
                  <a:pt x="68675" y="169354"/>
                </a:lnTo>
                <a:lnTo>
                  <a:pt x="103199" y="169354"/>
                </a:lnTo>
                <a:lnTo>
                  <a:pt x="106848" y="176029"/>
                </a:lnTo>
                <a:lnTo>
                  <a:pt x="126027" y="203727"/>
                </a:lnTo>
                <a:lnTo>
                  <a:pt x="143224" y="225693"/>
                </a:lnTo>
                <a:lnTo>
                  <a:pt x="152590" y="236505"/>
                </a:lnTo>
                <a:lnTo>
                  <a:pt x="186101" y="236505"/>
                </a:lnTo>
                <a:lnTo>
                  <a:pt x="170878" y="253365"/>
                </a:lnTo>
                <a:lnTo>
                  <a:pt x="184808" y="262175"/>
                </a:lnTo>
                <a:lnTo>
                  <a:pt x="196596" y="266700"/>
                </a:lnTo>
                <a:lnTo>
                  <a:pt x="205284" y="268271"/>
                </a:lnTo>
                <a:lnTo>
                  <a:pt x="203325" y="268271"/>
                </a:lnTo>
                <a:lnTo>
                  <a:pt x="212026" y="268605"/>
                </a:lnTo>
                <a:close/>
              </a:path>
              <a:path w="256539" h="294640">
                <a:moveTo>
                  <a:pt x="256317" y="268605"/>
                </a:moveTo>
                <a:lnTo>
                  <a:pt x="212026" y="268605"/>
                </a:lnTo>
                <a:lnTo>
                  <a:pt x="221933" y="268271"/>
                </a:lnTo>
                <a:lnTo>
                  <a:pt x="232993" y="267081"/>
                </a:lnTo>
                <a:lnTo>
                  <a:pt x="244642" y="264747"/>
                </a:lnTo>
                <a:lnTo>
                  <a:pt x="256317" y="260985"/>
                </a:lnTo>
                <a:lnTo>
                  <a:pt x="256317" y="268605"/>
                </a:lnTo>
                <a:close/>
              </a:path>
              <a:path w="256539" h="294640">
                <a:moveTo>
                  <a:pt x="216790" y="294393"/>
                </a:moveTo>
                <a:lnTo>
                  <a:pt x="210271" y="294393"/>
                </a:lnTo>
                <a:lnTo>
                  <a:pt x="200094" y="293703"/>
                </a:lnTo>
                <a:lnTo>
                  <a:pt x="185154" y="290322"/>
                </a:lnTo>
                <a:lnTo>
                  <a:pt x="167623" y="282940"/>
                </a:lnTo>
                <a:lnTo>
                  <a:pt x="147923" y="270129"/>
                </a:lnTo>
                <a:lnTo>
                  <a:pt x="256317" y="270129"/>
                </a:lnTo>
                <a:lnTo>
                  <a:pt x="256317" y="286893"/>
                </a:lnTo>
                <a:lnTo>
                  <a:pt x="239498" y="291298"/>
                </a:lnTo>
                <a:lnTo>
                  <a:pt x="226135" y="293560"/>
                </a:lnTo>
                <a:lnTo>
                  <a:pt x="216790" y="294393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5585841" y="422243"/>
            <a:ext cx="194310" cy="285750"/>
          </a:xfrm>
          <a:custGeom>
            <a:avLst/>
            <a:gdLst/>
            <a:ahLst/>
            <a:cxnLst/>
            <a:rect l="l" t="t" r="r" b="b"/>
            <a:pathLst>
              <a:path w="194310" h="285750">
                <a:moveTo>
                  <a:pt x="97631" y="285369"/>
                </a:moveTo>
                <a:lnTo>
                  <a:pt x="60516" y="277771"/>
                </a:lnTo>
                <a:lnTo>
                  <a:pt x="29384" y="256591"/>
                </a:lnTo>
                <a:lnTo>
                  <a:pt x="7968" y="224249"/>
                </a:lnTo>
                <a:lnTo>
                  <a:pt x="0" y="183165"/>
                </a:lnTo>
                <a:lnTo>
                  <a:pt x="0" y="0"/>
                </a:lnTo>
                <a:lnTo>
                  <a:pt x="35147" y="0"/>
                </a:lnTo>
                <a:lnTo>
                  <a:pt x="35147" y="184689"/>
                </a:lnTo>
                <a:lnTo>
                  <a:pt x="40624" y="219351"/>
                </a:lnTo>
                <a:lnTo>
                  <a:pt x="54959" y="243601"/>
                </a:lnTo>
                <a:lnTo>
                  <a:pt x="75009" y="257850"/>
                </a:lnTo>
                <a:lnTo>
                  <a:pt x="97631" y="262509"/>
                </a:lnTo>
                <a:lnTo>
                  <a:pt x="121387" y="257636"/>
                </a:lnTo>
                <a:lnTo>
                  <a:pt x="142446" y="243030"/>
                </a:lnTo>
                <a:lnTo>
                  <a:pt x="157504" y="218708"/>
                </a:lnTo>
                <a:lnTo>
                  <a:pt x="163258" y="184689"/>
                </a:lnTo>
                <a:lnTo>
                  <a:pt x="163258" y="0"/>
                </a:lnTo>
                <a:lnTo>
                  <a:pt x="193738" y="0"/>
                </a:lnTo>
                <a:lnTo>
                  <a:pt x="193738" y="183165"/>
                </a:lnTo>
                <a:lnTo>
                  <a:pt x="186021" y="223606"/>
                </a:lnTo>
                <a:lnTo>
                  <a:pt x="165151" y="256020"/>
                </a:lnTo>
                <a:lnTo>
                  <a:pt x="134548" y="277557"/>
                </a:lnTo>
                <a:lnTo>
                  <a:pt x="97631" y="285369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5850635" y="420623"/>
            <a:ext cx="35560" cy="277495"/>
          </a:xfrm>
          <a:custGeom>
            <a:avLst/>
            <a:gdLst/>
            <a:ahLst/>
            <a:cxnLst/>
            <a:rect l="l" t="t" r="r" b="b"/>
            <a:pathLst>
              <a:path w="35560" h="277495">
                <a:moveTo>
                  <a:pt x="35051" y="277367"/>
                </a:moveTo>
                <a:lnTo>
                  <a:pt x="0" y="277367"/>
                </a:lnTo>
                <a:lnTo>
                  <a:pt x="0" y="0"/>
                </a:lnTo>
                <a:lnTo>
                  <a:pt x="35051" y="0"/>
                </a:lnTo>
                <a:lnTo>
                  <a:pt x="35051" y="277367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799242" y="1415605"/>
            <a:ext cx="1690370" cy="213995"/>
            <a:chOff x="799242" y="1415605"/>
            <a:chExt cx="1690370" cy="213995"/>
          </a:xfrm>
        </p:grpSpPr>
        <p:pic>
          <p:nvPicPr>
            <p:cNvPr id="33" name="object 3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9242" y="1415605"/>
              <a:ext cx="196786" cy="210597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26604" y="1481232"/>
              <a:ext cx="233362" cy="148018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87398" y="1415605"/>
              <a:ext cx="132683" cy="210597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455229" y="1421701"/>
              <a:ext cx="44450" cy="205104"/>
            </a:xfrm>
            <a:custGeom>
              <a:avLst/>
              <a:gdLst/>
              <a:ahLst/>
              <a:cxnLst/>
              <a:rect l="l" t="t" r="r" b="b"/>
              <a:pathLst>
                <a:path w="44450" h="205105">
                  <a:moveTo>
                    <a:pt x="39624" y="204501"/>
                  </a:moveTo>
                  <a:lnTo>
                    <a:pt x="4572" y="204501"/>
                  </a:lnTo>
                  <a:lnTo>
                    <a:pt x="1524" y="199929"/>
                  </a:lnTo>
                  <a:lnTo>
                    <a:pt x="1524" y="68675"/>
                  </a:lnTo>
                  <a:lnTo>
                    <a:pt x="6096" y="65627"/>
                  </a:lnTo>
                  <a:lnTo>
                    <a:pt x="39624" y="65627"/>
                  </a:lnTo>
                  <a:lnTo>
                    <a:pt x="42672" y="70199"/>
                  </a:lnTo>
                  <a:lnTo>
                    <a:pt x="42672" y="199929"/>
                  </a:lnTo>
                  <a:lnTo>
                    <a:pt x="39624" y="204501"/>
                  </a:lnTo>
                  <a:close/>
                </a:path>
                <a:path w="44450" h="205105">
                  <a:moveTo>
                    <a:pt x="42672" y="35147"/>
                  </a:moveTo>
                  <a:lnTo>
                    <a:pt x="1524" y="35147"/>
                  </a:lnTo>
                  <a:lnTo>
                    <a:pt x="0" y="29051"/>
                  </a:lnTo>
                  <a:lnTo>
                    <a:pt x="0" y="4572"/>
                  </a:lnTo>
                  <a:lnTo>
                    <a:pt x="3048" y="0"/>
                  </a:lnTo>
                  <a:lnTo>
                    <a:pt x="42672" y="0"/>
                  </a:lnTo>
                  <a:lnTo>
                    <a:pt x="44196" y="4572"/>
                  </a:lnTo>
                  <a:lnTo>
                    <a:pt x="44196" y="29051"/>
                  </a:lnTo>
                  <a:lnTo>
                    <a:pt x="42672" y="35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22285" y="1447704"/>
              <a:ext cx="260889" cy="18154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04511" y="1447704"/>
              <a:ext cx="248602" cy="181546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080545" y="1487328"/>
              <a:ext cx="132778" cy="14192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51424" y="1481232"/>
              <a:ext cx="237934" cy="148018"/>
            </a:xfrm>
            <a:prstGeom prst="rect">
              <a:avLst/>
            </a:prstGeom>
          </p:spPr>
        </p:pic>
      </p:grpSp>
      <p:sp>
        <p:nvSpPr>
          <p:cNvPr id="41" name="object 41" descr=""/>
          <p:cNvSpPr/>
          <p:nvPr/>
        </p:nvSpPr>
        <p:spPr>
          <a:xfrm>
            <a:off x="2635853" y="1398841"/>
            <a:ext cx="85725" cy="302260"/>
          </a:xfrm>
          <a:custGeom>
            <a:avLst/>
            <a:gdLst/>
            <a:ahLst/>
            <a:cxnLst/>
            <a:rect l="l" t="t" r="r" b="b"/>
            <a:pathLst>
              <a:path w="85725" h="302260">
                <a:moveTo>
                  <a:pt x="85344" y="302133"/>
                </a:moveTo>
                <a:lnTo>
                  <a:pt x="65532" y="302133"/>
                </a:lnTo>
                <a:lnTo>
                  <a:pt x="59436" y="296037"/>
                </a:lnTo>
                <a:lnTo>
                  <a:pt x="28289" y="259843"/>
                </a:lnTo>
                <a:lnTo>
                  <a:pt x="10287" y="220658"/>
                </a:lnTo>
                <a:lnTo>
                  <a:pt x="2000" y="182920"/>
                </a:lnTo>
                <a:lnTo>
                  <a:pt x="0" y="151066"/>
                </a:lnTo>
                <a:lnTo>
                  <a:pt x="4381" y="105419"/>
                </a:lnTo>
                <a:lnTo>
                  <a:pt x="16764" y="65210"/>
                </a:lnTo>
                <a:lnTo>
                  <a:pt x="36004" y="31306"/>
                </a:lnTo>
                <a:lnTo>
                  <a:pt x="60960" y="4572"/>
                </a:lnTo>
                <a:lnTo>
                  <a:pt x="65532" y="0"/>
                </a:lnTo>
                <a:lnTo>
                  <a:pt x="85344" y="0"/>
                </a:lnTo>
                <a:lnTo>
                  <a:pt x="85344" y="6096"/>
                </a:lnTo>
                <a:lnTo>
                  <a:pt x="83820" y="7620"/>
                </a:lnTo>
                <a:lnTo>
                  <a:pt x="70080" y="25948"/>
                </a:lnTo>
                <a:lnTo>
                  <a:pt x="56197" y="53590"/>
                </a:lnTo>
                <a:lnTo>
                  <a:pt x="45458" y="94108"/>
                </a:lnTo>
                <a:lnTo>
                  <a:pt x="41148" y="151066"/>
                </a:lnTo>
                <a:lnTo>
                  <a:pt x="44791" y="204129"/>
                </a:lnTo>
                <a:lnTo>
                  <a:pt x="54292" y="243744"/>
                </a:lnTo>
                <a:lnTo>
                  <a:pt x="67508" y="272501"/>
                </a:lnTo>
                <a:lnTo>
                  <a:pt x="82296" y="292989"/>
                </a:lnTo>
                <a:lnTo>
                  <a:pt x="85344" y="297561"/>
                </a:lnTo>
                <a:lnTo>
                  <a:pt x="85344" y="3021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2767012" y="1398841"/>
            <a:ext cx="1966595" cy="302260"/>
            <a:chOff x="2767012" y="1398841"/>
            <a:chExt cx="1966595" cy="302260"/>
          </a:xfrm>
        </p:grpSpPr>
        <p:pic>
          <p:nvPicPr>
            <p:cNvPr id="43" name="object 4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67012" y="1415605"/>
              <a:ext cx="240982" cy="210597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43046" y="1412557"/>
              <a:ext cx="401193" cy="216646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464052" y="1421802"/>
              <a:ext cx="169545" cy="205104"/>
            </a:xfrm>
            <a:custGeom>
              <a:avLst/>
              <a:gdLst/>
              <a:ahLst/>
              <a:cxnLst/>
              <a:rect l="l" t="t" r="r" b="b"/>
              <a:pathLst>
                <a:path w="169545" h="205105">
                  <a:moveTo>
                    <a:pt x="90004" y="124053"/>
                  </a:moveTo>
                  <a:lnTo>
                    <a:pt x="0" y="124053"/>
                  </a:lnTo>
                  <a:lnTo>
                    <a:pt x="0" y="134213"/>
                  </a:lnTo>
                  <a:lnTo>
                    <a:pt x="0" y="144373"/>
                  </a:lnTo>
                  <a:lnTo>
                    <a:pt x="90004" y="144373"/>
                  </a:lnTo>
                  <a:lnTo>
                    <a:pt x="90004" y="134213"/>
                  </a:lnTo>
                  <a:lnTo>
                    <a:pt x="90004" y="124053"/>
                  </a:lnTo>
                  <a:close/>
                </a:path>
                <a:path w="169545" h="205105">
                  <a:moveTo>
                    <a:pt x="166306" y="70205"/>
                  </a:moveTo>
                  <a:lnTo>
                    <a:pt x="164782" y="65633"/>
                  </a:lnTo>
                  <a:lnTo>
                    <a:pt x="129730" y="65633"/>
                  </a:lnTo>
                  <a:lnTo>
                    <a:pt x="126682" y="68681"/>
                  </a:lnTo>
                  <a:lnTo>
                    <a:pt x="126682" y="199936"/>
                  </a:lnTo>
                  <a:lnTo>
                    <a:pt x="129730" y="204508"/>
                  </a:lnTo>
                  <a:lnTo>
                    <a:pt x="163258" y="204508"/>
                  </a:lnTo>
                  <a:lnTo>
                    <a:pt x="166306" y="199936"/>
                  </a:lnTo>
                  <a:lnTo>
                    <a:pt x="166306" y="70205"/>
                  </a:lnTo>
                  <a:close/>
                </a:path>
                <a:path w="169545" h="205105">
                  <a:moveTo>
                    <a:pt x="169354" y="4572"/>
                  </a:moveTo>
                  <a:lnTo>
                    <a:pt x="166306" y="0"/>
                  </a:lnTo>
                  <a:lnTo>
                    <a:pt x="126682" y="0"/>
                  </a:lnTo>
                  <a:lnTo>
                    <a:pt x="123634" y="4572"/>
                  </a:lnTo>
                  <a:lnTo>
                    <a:pt x="123634" y="28956"/>
                  </a:lnTo>
                  <a:lnTo>
                    <a:pt x="125158" y="35052"/>
                  </a:lnTo>
                  <a:lnTo>
                    <a:pt x="166306" y="35052"/>
                  </a:lnTo>
                  <a:lnTo>
                    <a:pt x="169354" y="28956"/>
                  </a:lnTo>
                  <a:lnTo>
                    <a:pt x="169354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66934" y="1484280"/>
              <a:ext cx="132778" cy="141922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28668" y="1481232"/>
              <a:ext cx="109823" cy="147923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964400" y="1484280"/>
              <a:ext cx="140303" cy="199929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4132230" y="1421701"/>
              <a:ext cx="44450" cy="205104"/>
            </a:xfrm>
            <a:custGeom>
              <a:avLst/>
              <a:gdLst/>
              <a:ahLst/>
              <a:cxnLst/>
              <a:rect l="l" t="t" r="r" b="b"/>
              <a:pathLst>
                <a:path w="44450" h="205105">
                  <a:moveTo>
                    <a:pt x="39624" y="204501"/>
                  </a:moveTo>
                  <a:lnTo>
                    <a:pt x="6096" y="204501"/>
                  </a:lnTo>
                  <a:lnTo>
                    <a:pt x="3048" y="199929"/>
                  </a:lnTo>
                  <a:lnTo>
                    <a:pt x="3048" y="68675"/>
                  </a:lnTo>
                  <a:lnTo>
                    <a:pt x="6096" y="65627"/>
                  </a:lnTo>
                  <a:lnTo>
                    <a:pt x="41148" y="65627"/>
                  </a:lnTo>
                  <a:lnTo>
                    <a:pt x="42672" y="70199"/>
                  </a:lnTo>
                  <a:lnTo>
                    <a:pt x="42672" y="199929"/>
                  </a:lnTo>
                  <a:lnTo>
                    <a:pt x="39624" y="204501"/>
                  </a:lnTo>
                  <a:close/>
                </a:path>
                <a:path w="44450" h="205105">
                  <a:moveTo>
                    <a:pt x="42672" y="35147"/>
                  </a:moveTo>
                  <a:lnTo>
                    <a:pt x="1524" y="35147"/>
                  </a:lnTo>
                  <a:lnTo>
                    <a:pt x="0" y="29051"/>
                  </a:lnTo>
                  <a:lnTo>
                    <a:pt x="0" y="4572"/>
                  </a:lnTo>
                  <a:lnTo>
                    <a:pt x="3048" y="0"/>
                  </a:lnTo>
                  <a:lnTo>
                    <a:pt x="42672" y="0"/>
                  </a:lnTo>
                  <a:lnTo>
                    <a:pt x="44196" y="4572"/>
                  </a:lnTo>
                  <a:lnTo>
                    <a:pt x="44196" y="29051"/>
                  </a:lnTo>
                  <a:lnTo>
                    <a:pt x="42672" y="35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11573" y="1481232"/>
              <a:ext cx="239458" cy="148018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472368" y="1415605"/>
              <a:ext cx="138779" cy="213645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4649247" y="1398841"/>
              <a:ext cx="84455" cy="302260"/>
            </a:xfrm>
            <a:custGeom>
              <a:avLst/>
              <a:gdLst/>
              <a:ahLst/>
              <a:cxnLst/>
              <a:rect l="l" t="t" r="r" b="b"/>
              <a:pathLst>
                <a:path w="84454" h="302260">
                  <a:moveTo>
                    <a:pt x="19907" y="302133"/>
                  </a:moveTo>
                  <a:lnTo>
                    <a:pt x="0" y="302133"/>
                  </a:lnTo>
                  <a:lnTo>
                    <a:pt x="0" y="297561"/>
                  </a:lnTo>
                  <a:lnTo>
                    <a:pt x="1524" y="294513"/>
                  </a:lnTo>
                  <a:lnTo>
                    <a:pt x="15080" y="276144"/>
                  </a:lnTo>
                  <a:lnTo>
                    <a:pt x="28467" y="248507"/>
                  </a:lnTo>
                  <a:lnTo>
                    <a:pt x="38693" y="208011"/>
                  </a:lnTo>
                  <a:lnTo>
                    <a:pt x="42767" y="151066"/>
                  </a:lnTo>
                  <a:lnTo>
                    <a:pt x="39146" y="97989"/>
                  </a:lnTo>
                  <a:lnTo>
                    <a:pt x="29801" y="58352"/>
                  </a:lnTo>
                  <a:lnTo>
                    <a:pt x="17009" y="29591"/>
                  </a:lnTo>
                  <a:lnTo>
                    <a:pt x="3048" y="9144"/>
                  </a:lnTo>
                  <a:lnTo>
                    <a:pt x="0" y="4572"/>
                  </a:lnTo>
                  <a:lnTo>
                    <a:pt x="0" y="0"/>
                  </a:lnTo>
                  <a:lnTo>
                    <a:pt x="19907" y="0"/>
                  </a:lnTo>
                  <a:lnTo>
                    <a:pt x="56268" y="42919"/>
                  </a:lnTo>
                  <a:lnTo>
                    <a:pt x="73818" y="82010"/>
                  </a:lnTo>
                  <a:lnTo>
                    <a:pt x="81938" y="119386"/>
                  </a:lnTo>
                  <a:lnTo>
                    <a:pt x="83915" y="151066"/>
                  </a:lnTo>
                  <a:lnTo>
                    <a:pt x="79771" y="196700"/>
                  </a:lnTo>
                  <a:lnTo>
                    <a:pt x="67913" y="236886"/>
                  </a:lnTo>
                  <a:lnTo>
                    <a:pt x="49196" y="270786"/>
                  </a:lnTo>
                  <a:lnTo>
                    <a:pt x="24479" y="297561"/>
                  </a:lnTo>
                  <a:lnTo>
                    <a:pt x="19907" y="3021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/>
          <p:nvPr/>
        </p:nvSpPr>
        <p:spPr>
          <a:xfrm>
            <a:off x="4786598" y="1487328"/>
            <a:ext cx="40005" cy="139065"/>
          </a:xfrm>
          <a:custGeom>
            <a:avLst/>
            <a:gdLst/>
            <a:ahLst/>
            <a:cxnLst/>
            <a:rect l="l" t="t" r="r" b="b"/>
            <a:pathLst>
              <a:path w="40004" h="139064">
                <a:moveTo>
                  <a:pt x="39624" y="39719"/>
                </a:moveTo>
                <a:lnTo>
                  <a:pt x="0" y="39719"/>
                </a:lnTo>
                <a:lnTo>
                  <a:pt x="0" y="0"/>
                </a:lnTo>
                <a:lnTo>
                  <a:pt x="39624" y="0"/>
                </a:lnTo>
                <a:lnTo>
                  <a:pt x="39624" y="39719"/>
                </a:lnTo>
                <a:close/>
              </a:path>
              <a:path w="40004" h="139064">
                <a:moveTo>
                  <a:pt x="38100" y="138874"/>
                </a:moveTo>
                <a:lnTo>
                  <a:pt x="0" y="138874"/>
                </a:lnTo>
                <a:lnTo>
                  <a:pt x="0" y="99155"/>
                </a:lnTo>
                <a:lnTo>
                  <a:pt x="39624" y="99155"/>
                </a:lnTo>
                <a:lnTo>
                  <a:pt x="39624" y="137350"/>
                </a:lnTo>
                <a:lnTo>
                  <a:pt x="38100" y="138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029652" y="1887092"/>
            <a:ext cx="186023" cy="175450"/>
          </a:xfrm>
          <a:prstGeom prst="rect">
            <a:avLst/>
          </a:prstGeom>
        </p:spPr>
      </p:pic>
      <p:grpSp>
        <p:nvGrpSpPr>
          <p:cNvPr id="55" name="object 55" descr=""/>
          <p:cNvGrpSpPr/>
          <p:nvPr/>
        </p:nvGrpSpPr>
        <p:grpSpPr>
          <a:xfrm>
            <a:off x="1421606" y="1874900"/>
            <a:ext cx="840740" cy="213995"/>
            <a:chOff x="1421606" y="1874900"/>
            <a:chExt cx="840740" cy="213995"/>
          </a:xfrm>
        </p:grpSpPr>
        <p:pic>
          <p:nvPicPr>
            <p:cNvPr id="56" name="object 5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21606" y="1874900"/>
              <a:ext cx="392309" cy="213645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839755" y="1874900"/>
              <a:ext cx="359852" cy="213645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2237702" y="1949678"/>
              <a:ext cx="24765" cy="134620"/>
            </a:xfrm>
            <a:custGeom>
              <a:avLst/>
              <a:gdLst/>
              <a:ahLst/>
              <a:cxnLst/>
              <a:rect l="l" t="t" r="r" b="b"/>
              <a:pathLst>
                <a:path w="24764" h="134619">
                  <a:moveTo>
                    <a:pt x="24384" y="109829"/>
                  </a:moveTo>
                  <a:lnTo>
                    <a:pt x="0" y="109829"/>
                  </a:lnTo>
                  <a:lnTo>
                    <a:pt x="0" y="134302"/>
                  </a:lnTo>
                  <a:lnTo>
                    <a:pt x="24384" y="134302"/>
                  </a:lnTo>
                  <a:lnTo>
                    <a:pt x="24384" y="109829"/>
                  </a:lnTo>
                  <a:close/>
                </a:path>
                <a:path w="24764" h="134619">
                  <a:moveTo>
                    <a:pt x="24384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4384" y="25908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2446686" y="1870328"/>
            <a:ext cx="551180" cy="218440"/>
            <a:chOff x="2446686" y="1870328"/>
            <a:chExt cx="551180" cy="218440"/>
          </a:xfrm>
        </p:grpSpPr>
        <p:pic>
          <p:nvPicPr>
            <p:cNvPr id="60" name="object 6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446686" y="1870328"/>
              <a:ext cx="157067" cy="218217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35853" y="1945100"/>
              <a:ext cx="106775" cy="14344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770060" y="1911572"/>
              <a:ext cx="94583" cy="176974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890551" y="1945100"/>
              <a:ext cx="106775" cy="143446"/>
            </a:xfrm>
            <a:prstGeom prst="rect">
              <a:avLst/>
            </a:prstGeom>
          </p:spPr>
        </p:pic>
      </p:grpSp>
      <p:grpSp>
        <p:nvGrpSpPr>
          <p:cNvPr id="64" name="object 64" descr=""/>
          <p:cNvGrpSpPr/>
          <p:nvPr/>
        </p:nvGrpSpPr>
        <p:grpSpPr>
          <a:xfrm>
            <a:off x="3043427" y="1874520"/>
            <a:ext cx="894080" cy="272415"/>
            <a:chOff x="3043427" y="1874520"/>
            <a:chExt cx="894080" cy="272415"/>
          </a:xfrm>
        </p:grpSpPr>
        <p:sp>
          <p:nvSpPr>
            <p:cNvPr id="65" name="object 65" descr=""/>
            <p:cNvSpPr/>
            <p:nvPr/>
          </p:nvSpPr>
          <p:spPr>
            <a:xfrm>
              <a:off x="3043427" y="1874520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099530" y="1945100"/>
              <a:ext cx="289845" cy="201453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3421380" y="1874520"/>
              <a:ext cx="27940" cy="210820"/>
            </a:xfrm>
            <a:custGeom>
              <a:avLst/>
              <a:gdLst/>
              <a:ahLst/>
              <a:cxnLst/>
              <a:rect l="l" t="t" r="r" b="b"/>
              <a:pathLst>
                <a:path w="27939" h="210819">
                  <a:moveTo>
                    <a:pt x="27431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7431" y="0"/>
                  </a:lnTo>
                  <a:lnTo>
                    <a:pt x="27431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483863" y="1911572"/>
              <a:ext cx="228885" cy="176974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746277" y="1946624"/>
              <a:ext cx="190690" cy="137350"/>
            </a:xfrm>
            <a:prstGeom prst="rect">
              <a:avLst/>
            </a:prstGeom>
          </p:spPr>
        </p:pic>
      </p:grpSp>
      <p:pic>
        <p:nvPicPr>
          <p:cNvPr id="70" name="object 70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078795" y="1945100"/>
            <a:ext cx="106775" cy="143446"/>
          </a:xfrm>
          <a:prstGeom prst="rect">
            <a:avLst/>
          </a:prstGeom>
        </p:spPr>
      </p:pic>
      <p:grpSp>
        <p:nvGrpSpPr>
          <p:cNvPr id="71" name="object 71" descr=""/>
          <p:cNvGrpSpPr/>
          <p:nvPr/>
        </p:nvGrpSpPr>
        <p:grpSpPr>
          <a:xfrm>
            <a:off x="4232909" y="1874900"/>
            <a:ext cx="262890" cy="213995"/>
            <a:chOff x="4232909" y="1874900"/>
            <a:chExt cx="262890" cy="213995"/>
          </a:xfrm>
        </p:grpSpPr>
        <p:pic>
          <p:nvPicPr>
            <p:cNvPr id="72" name="object 72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374737" y="1874900"/>
              <a:ext cx="120491" cy="213645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232909" y="1946624"/>
              <a:ext cx="106775" cy="137350"/>
            </a:xfrm>
            <a:prstGeom prst="rect">
              <a:avLst/>
            </a:prstGeom>
          </p:spPr>
        </p:pic>
      </p:grpSp>
      <p:grpSp>
        <p:nvGrpSpPr>
          <p:cNvPr id="74" name="object 74" descr=""/>
          <p:cNvGrpSpPr/>
          <p:nvPr/>
        </p:nvGrpSpPr>
        <p:grpSpPr>
          <a:xfrm>
            <a:off x="4650771" y="1874901"/>
            <a:ext cx="296545" cy="213995"/>
            <a:chOff x="4650771" y="1874901"/>
            <a:chExt cx="296545" cy="213995"/>
          </a:xfrm>
        </p:grpSpPr>
        <p:pic>
          <p:nvPicPr>
            <p:cNvPr id="75" name="object 75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650771" y="1874901"/>
              <a:ext cx="146494" cy="209073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838414" y="1949672"/>
              <a:ext cx="108299" cy="138874"/>
            </a:xfrm>
            <a:prstGeom prst="rect">
              <a:avLst/>
            </a:prstGeom>
          </p:spPr>
        </p:pic>
      </p:grpSp>
      <p:grpSp>
        <p:nvGrpSpPr>
          <p:cNvPr id="77" name="object 77" descr=""/>
          <p:cNvGrpSpPr/>
          <p:nvPr/>
        </p:nvGrpSpPr>
        <p:grpSpPr>
          <a:xfrm>
            <a:off x="4995481" y="1874520"/>
            <a:ext cx="922655" cy="214629"/>
            <a:chOff x="4995481" y="1874520"/>
            <a:chExt cx="922655" cy="214629"/>
          </a:xfrm>
        </p:grpSpPr>
        <p:pic>
          <p:nvPicPr>
            <p:cNvPr id="78" name="object 78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995481" y="1945100"/>
              <a:ext cx="204501" cy="143446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231987" y="1874900"/>
              <a:ext cx="108299" cy="209073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379910" y="1945100"/>
              <a:ext cx="108299" cy="143446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518785" y="1945100"/>
              <a:ext cx="231838" cy="143446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784246" y="1946624"/>
              <a:ext cx="74675" cy="137350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5890260" y="1874520"/>
              <a:ext cx="27940" cy="210820"/>
            </a:xfrm>
            <a:custGeom>
              <a:avLst/>
              <a:gdLst/>
              <a:ahLst/>
              <a:cxnLst/>
              <a:rect l="l" t="t" r="r" b="b"/>
              <a:pathLst>
                <a:path w="27939" h="210819">
                  <a:moveTo>
                    <a:pt x="27432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4" name="object 84" descr=""/>
          <p:cNvGrpSpPr/>
          <p:nvPr/>
        </p:nvGrpSpPr>
        <p:grpSpPr>
          <a:xfrm>
            <a:off x="5971794" y="1871852"/>
            <a:ext cx="366395" cy="217170"/>
            <a:chOff x="5971794" y="1871852"/>
            <a:chExt cx="366395" cy="217170"/>
          </a:xfrm>
        </p:grpSpPr>
        <p:pic>
          <p:nvPicPr>
            <p:cNvPr id="85" name="object 8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971794" y="1946624"/>
              <a:ext cx="106775" cy="137350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112097" y="1871852"/>
              <a:ext cx="225742" cy="216693"/>
            </a:xfrm>
            <a:prstGeom prst="rect">
              <a:avLst/>
            </a:prstGeom>
          </p:spPr>
        </p:pic>
      </p:grpSp>
      <p:grpSp>
        <p:nvGrpSpPr>
          <p:cNvPr id="87" name="object 87" descr=""/>
          <p:cNvGrpSpPr/>
          <p:nvPr/>
        </p:nvGrpSpPr>
        <p:grpSpPr>
          <a:xfrm>
            <a:off x="6458330" y="1874520"/>
            <a:ext cx="816610" cy="214629"/>
            <a:chOff x="6458330" y="1874520"/>
            <a:chExt cx="816610" cy="214629"/>
          </a:xfrm>
        </p:grpSpPr>
        <p:pic>
          <p:nvPicPr>
            <p:cNvPr id="88" name="object 88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458330" y="1945195"/>
              <a:ext cx="114395" cy="143446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6606539" y="1874520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19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670357" y="1945100"/>
              <a:ext cx="106775" cy="143446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807707" y="1945100"/>
              <a:ext cx="466724" cy="143446"/>
            </a:xfrm>
            <a:prstGeom prst="rect">
              <a:avLst/>
            </a:prstGeom>
          </p:spPr>
        </p:pic>
      </p:grpSp>
      <p:grpSp>
        <p:nvGrpSpPr>
          <p:cNvPr id="92" name="object 92" descr=""/>
          <p:cNvGrpSpPr/>
          <p:nvPr/>
        </p:nvGrpSpPr>
        <p:grpSpPr>
          <a:xfrm>
            <a:off x="7390352" y="1911572"/>
            <a:ext cx="589280" cy="177165"/>
            <a:chOff x="7390352" y="1911572"/>
            <a:chExt cx="589280" cy="177165"/>
          </a:xfrm>
        </p:grpSpPr>
        <p:pic>
          <p:nvPicPr>
            <p:cNvPr id="93" name="object 93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390352" y="1911572"/>
              <a:ext cx="358425" cy="176974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776210" y="1945100"/>
              <a:ext cx="202977" cy="143446"/>
            </a:xfrm>
            <a:prstGeom prst="rect">
              <a:avLst/>
            </a:prstGeom>
          </p:spPr>
        </p:pic>
      </p:grpSp>
      <p:grpSp>
        <p:nvGrpSpPr>
          <p:cNvPr id="95" name="object 95" descr=""/>
          <p:cNvGrpSpPr/>
          <p:nvPr/>
        </p:nvGrpSpPr>
        <p:grpSpPr>
          <a:xfrm>
            <a:off x="8099679" y="1874900"/>
            <a:ext cx="525145" cy="213995"/>
            <a:chOff x="8099679" y="1874900"/>
            <a:chExt cx="525145" cy="213995"/>
          </a:xfrm>
        </p:grpSpPr>
        <p:pic>
          <p:nvPicPr>
            <p:cNvPr id="96" name="object 96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099679" y="1874900"/>
              <a:ext cx="120491" cy="213645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261318" y="1945100"/>
              <a:ext cx="108299" cy="143446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397049" y="1911572"/>
              <a:ext cx="94583" cy="176974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516112" y="1945100"/>
              <a:ext cx="108299" cy="143446"/>
            </a:xfrm>
            <a:prstGeom prst="rect">
              <a:avLst/>
            </a:prstGeom>
          </p:spPr>
        </p:pic>
      </p:grpSp>
      <p:pic>
        <p:nvPicPr>
          <p:cNvPr id="100" name="object 100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029652" y="2346388"/>
            <a:ext cx="186023" cy="175450"/>
          </a:xfrm>
          <a:prstGeom prst="rect">
            <a:avLst/>
          </a:prstGeom>
        </p:spPr>
      </p:pic>
      <p:grpSp>
        <p:nvGrpSpPr>
          <p:cNvPr id="101" name="object 101" descr=""/>
          <p:cNvGrpSpPr/>
          <p:nvPr/>
        </p:nvGrpSpPr>
        <p:grpSpPr>
          <a:xfrm>
            <a:off x="1441418" y="2334196"/>
            <a:ext cx="653415" cy="212725"/>
            <a:chOff x="1441418" y="2334196"/>
            <a:chExt cx="653415" cy="212725"/>
          </a:xfrm>
        </p:grpSpPr>
        <p:pic>
          <p:nvPicPr>
            <p:cNvPr id="102" name="object 102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441418" y="2334196"/>
              <a:ext cx="366903" cy="212121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831943" y="2408967"/>
              <a:ext cx="198310" cy="134302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2069973" y="2408973"/>
              <a:ext cx="24765" cy="134620"/>
            </a:xfrm>
            <a:custGeom>
              <a:avLst/>
              <a:gdLst/>
              <a:ahLst/>
              <a:cxnLst/>
              <a:rect l="l" t="t" r="r" b="b"/>
              <a:pathLst>
                <a:path w="24764" h="134619">
                  <a:moveTo>
                    <a:pt x="24384" y="109829"/>
                  </a:moveTo>
                  <a:lnTo>
                    <a:pt x="0" y="109829"/>
                  </a:lnTo>
                  <a:lnTo>
                    <a:pt x="0" y="134302"/>
                  </a:lnTo>
                  <a:lnTo>
                    <a:pt x="24384" y="134302"/>
                  </a:lnTo>
                  <a:lnTo>
                    <a:pt x="24384" y="109829"/>
                  </a:lnTo>
                  <a:close/>
                </a:path>
                <a:path w="24764" h="134619">
                  <a:moveTo>
                    <a:pt x="24384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4384" y="25908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" name="object 105" descr=""/>
          <p:cNvGrpSpPr/>
          <p:nvPr/>
        </p:nvGrpSpPr>
        <p:grpSpPr>
          <a:xfrm>
            <a:off x="2271236" y="2326576"/>
            <a:ext cx="412115" cy="224790"/>
            <a:chOff x="2271236" y="2326576"/>
            <a:chExt cx="412115" cy="224790"/>
          </a:xfrm>
        </p:grpSpPr>
        <p:pic>
          <p:nvPicPr>
            <p:cNvPr id="106" name="object 106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271236" y="2326576"/>
              <a:ext cx="137350" cy="224313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429922" y="2408967"/>
              <a:ext cx="198310" cy="134302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2655659" y="234487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9" name="object 109" descr=""/>
          <p:cNvGrpSpPr/>
          <p:nvPr/>
        </p:nvGrpSpPr>
        <p:grpSpPr>
          <a:xfrm>
            <a:off x="2728912" y="2405919"/>
            <a:ext cx="279400" cy="200025"/>
            <a:chOff x="2728912" y="2405919"/>
            <a:chExt cx="279400" cy="200025"/>
          </a:xfrm>
        </p:grpSpPr>
        <p:pic>
          <p:nvPicPr>
            <p:cNvPr id="110" name="object 110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728912" y="2405919"/>
              <a:ext cx="108299" cy="137350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2869215" y="2405919"/>
              <a:ext cx="138779" cy="199834"/>
            </a:xfrm>
            <a:prstGeom prst="rect">
              <a:avLst/>
            </a:prstGeom>
          </p:spPr>
        </p:pic>
      </p:grpSp>
      <p:grpSp>
        <p:nvGrpSpPr>
          <p:cNvPr id="112" name="object 112" descr=""/>
          <p:cNvGrpSpPr/>
          <p:nvPr/>
        </p:nvGrpSpPr>
        <p:grpSpPr>
          <a:xfrm>
            <a:off x="3123914" y="2404395"/>
            <a:ext cx="491490" cy="142240"/>
            <a:chOff x="3123914" y="2404395"/>
            <a:chExt cx="491490" cy="142240"/>
          </a:xfrm>
        </p:grpSpPr>
        <p:pic>
          <p:nvPicPr>
            <p:cNvPr id="113" name="object 113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123914" y="2404395"/>
              <a:ext cx="265461" cy="141922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422904" y="2405919"/>
              <a:ext cx="192214" cy="137350"/>
            </a:xfrm>
            <a:prstGeom prst="rect">
              <a:avLst/>
            </a:prstGeom>
          </p:spPr>
        </p:pic>
      </p:grpSp>
      <p:grpSp>
        <p:nvGrpSpPr>
          <p:cNvPr id="115" name="object 115" descr=""/>
          <p:cNvGrpSpPr/>
          <p:nvPr/>
        </p:nvGrpSpPr>
        <p:grpSpPr>
          <a:xfrm>
            <a:off x="3663886" y="2370772"/>
            <a:ext cx="956944" cy="232410"/>
            <a:chOff x="3663886" y="2370772"/>
            <a:chExt cx="956944" cy="232410"/>
          </a:xfrm>
        </p:grpSpPr>
        <p:pic>
          <p:nvPicPr>
            <p:cNvPr id="116" name="object 116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663886" y="2405919"/>
              <a:ext cx="120491" cy="196786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813429" y="2404395"/>
              <a:ext cx="132683" cy="141827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3979640" y="2406015"/>
              <a:ext cx="106775" cy="137255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121562" y="2404395"/>
              <a:ext cx="115919" cy="141922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4271009" y="2406015"/>
              <a:ext cx="106775" cy="137255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408265" y="2370772"/>
              <a:ext cx="212026" cy="175545"/>
            </a:xfrm>
            <a:prstGeom prst="rect">
              <a:avLst/>
            </a:prstGeom>
          </p:spPr>
        </p:pic>
      </p:grpSp>
      <p:grpSp>
        <p:nvGrpSpPr>
          <p:cNvPr id="122" name="object 122" descr=""/>
          <p:cNvGrpSpPr/>
          <p:nvPr/>
        </p:nvGrpSpPr>
        <p:grpSpPr>
          <a:xfrm>
            <a:off x="4751451" y="2315908"/>
            <a:ext cx="1383665" cy="304165"/>
            <a:chOff x="4751451" y="2315908"/>
            <a:chExt cx="1383665" cy="304165"/>
          </a:xfrm>
        </p:grpSpPr>
        <p:sp>
          <p:nvSpPr>
            <p:cNvPr id="123" name="object 123" descr=""/>
            <p:cNvSpPr/>
            <p:nvPr/>
          </p:nvSpPr>
          <p:spPr>
            <a:xfrm>
              <a:off x="4751451" y="2315908"/>
              <a:ext cx="78105" cy="304165"/>
            </a:xfrm>
            <a:custGeom>
              <a:avLst/>
              <a:gdLst/>
              <a:ahLst/>
              <a:cxnLst/>
              <a:rect l="l" t="t" r="r" b="b"/>
              <a:pathLst>
                <a:path w="78104" h="304164">
                  <a:moveTo>
                    <a:pt x="77819" y="303656"/>
                  </a:moveTo>
                  <a:lnTo>
                    <a:pt x="58007" y="303656"/>
                  </a:lnTo>
                  <a:lnTo>
                    <a:pt x="43157" y="287955"/>
                  </a:lnTo>
                  <a:lnTo>
                    <a:pt x="23860" y="259556"/>
                  </a:lnTo>
                  <a:lnTo>
                    <a:pt x="7134" y="215440"/>
                  </a:lnTo>
                  <a:lnTo>
                    <a:pt x="0" y="152590"/>
                  </a:lnTo>
                  <a:lnTo>
                    <a:pt x="668" y="133818"/>
                  </a:lnTo>
                  <a:lnTo>
                    <a:pt x="7755" y="89488"/>
                  </a:lnTo>
                  <a:lnTo>
                    <a:pt x="26503" y="41188"/>
                  </a:lnTo>
                  <a:lnTo>
                    <a:pt x="49410" y="8954"/>
                  </a:lnTo>
                  <a:lnTo>
                    <a:pt x="58007" y="0"/>
                  </a:lnTo>
                  <a:lnTo>
                    <a:pt x="77819" y="0"/>
                  </a:lnTo>
                  <a:lnTo>
                    <a:pt x="68841" y="9574"/>
                  </a:lnTo>
                  <a:lnTo>
                    <a:pt x="58578" y="22871"/>
                  </a:lnTo>
                  <a:lnTo>
                    <a:pt x="38195" y="64103"/>
                  </a:lnTo>
                  <a:lnTo>
                    <a:pt x="26193" y="115169"/>
                  </a:lnTo>
                  <a:lnTo>
                    <a:pt x="24479" y="152590"/>
                  </a:lnTo>
                  <a:lnTo>
                    <a:pt x="30670" y="215226"/>
                  </a:lnTo>
                  <a:lnTo>
                    <a:pt x="45434" y="258984"/>
                  </a:lnTo>
                  <a:lnTo>
                    <a:pt x="63055" y="287312"/>
                  </a:lnTo>
                  <a:lnTo>
                    <a:pt x="77819" y="303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858225" y="2334196"/>
              <a:ext cx="105251" cy="216693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4998618" y="2333688"/>
              <a:ext cx="776605" cy="212725"/>
            </a:xfrm>
            <a:custGeom>
              <a:avLst/>
              <a:gdLst/>
              <a:ahLst/>
              <a:cxnLst/>
              <a:rect l="l" t="t" r="r" b="b"/>
              <a:pathLst>
                <a:path w="776604" h="212725">
                  <a:moveTo>
                    <a:pt x="184492" y="2044"/>
                  </a:moveTo>
                  <a:lnTo>
                    <a:pt x="0" y="2044"/>
                  </a:lnTo>
                  <a:lnTo>
                    <a:pt x="0" y="21856"/>
                  </a:lnTo>
                  <a:lnTo>
                    <a:pt x="44196" y="21856"/>
                  </a:lnTo>
                  <a:lnTo>
                    <a:pt x="48768" y="20332"/>
                  </a:lnTo>
                  <a:lnTo>
                    <a:pt x="79248" y="20332"/>
                  </a:lnTo>
                  <a:lnTo>
                    <a:pt x="79248" y="209588"/>
                  </a:lnTo>
                  <a:lnTo>
                    <a:pt x="106768" y="209588"/>
                  </a:lnTo>
                  <a:lnTo>
                    <a:pt x="106768" y="20332"/>
                  </a:lnTo>
                  <a:lnTo>
                    <a:pt x="137248" y="20332"/>
                  </a:lnTo>
                  <a:lnTo>
                    <a:pt x="140296" y="21856"/>
                  </a:lnTo>
                  <a:lnTo>
                    <a:pt x="184492" y="21856"/>
                  </a:lnTo>
                  <a:lnTo>
                    <a:pt x="184492" y="2044"/>
                  </a:lnTo>
                  <a:close/>
                </a:path>
                <a:path w="776604" h="212725">
                  <a:moveTo>
                    <a:pt x="295846" y="143954"/>
                  </a:moveTo>
                  <a:lnTo>
                    <a:pt x="295783" y="140906"/>
                  </a:lnTo>
                  <a:lnTo>
                    <a:pt x="295656" y="133921"/>
                  </a:lnTo>
                  <a:lnTo>
                    <a:pt x="294970" y="127190"/>
                  </a:lnTo>
                  <a:lnTo>
                    <a:pt x="280873" y="89001"/>
                  </a:lnTo>
                  <a:lnTo>
                    <a:pt x="279082" y="87045"/>
                  </a:lnTo>
                  <a:lnTo>
                    <a:pt x="279082" y="127190"/>
                  </a:lnTo>
                  <a:lnTo>
                    <a:pt x="204406" y="127190"/>
                  </a:lnTo>
                  <a:lnTo>
                    <a:pt x="209715" y="111544"/>
                  </a:lnTo>
                  <a:lnTo>
                    <a:pt x="218313" y="99491"/>
                  </a:lnTo>
                  <a:lnTo>
                    <a:pt x="229476" y="91744"/>
                  </a:lnTo>
                  <a:lnTo>
                    <a:pt x="242506" y="89001"/>
                  </a:lnTo>
                  <a:lnTo>
                    <a:pt x="254012" y="91097"/>
                  </a:lnTo>
                  <a:lnTo>
                    <a:pt x="264795" y="97777"/>
                  </a:lnTo>
                  <a:lnTo>
                    <a:pt x="273583" y="109613"/>
                  </a:lnTo>
                  <a:lnTo>
                    <a:pt x="279082" y="127190"/>
                  </a:lnTo>
                  <a:lnTo>
                    <a:pt x="279082" y="87045"/>
                  </a:lnTo>
                  <a:lnTo>
                    <a:pt x="273583" y="81000"/>
                  </a:lnTo>
                  <a:lnTo>
                    <a:pt x="262509" y="74523"/>
                  </a:lnTo>
                  <a:lnTo>
                    <a:pt x="251726" y="71475"/>
                  </a:lnTo>
                  <a:lnTo>
                    <a:pt x="242506" y="70713"/>
                  </a:lnTo>
                  <a:lnTo>
                    <a:pt x="218821" y="76314"/>
                  </a:lnTo>
                  <a:lnTo>
                    <a:pt x="199402" y="91490"/>
                  </a:lnTo>
                  <a:lnTo>
                    <a:pt x="186270" y="113830"/>
                  </a:lnTo>
                  <a:lnTo>
                    <a:pt x="181444" y="140906"/>
                  </a:lnTo>
                  <a:lnTo>
                    <a:pt x="186563" y="169481"/>
                  </a:lnTo>
                  <a:lnTo>
                    <a:pt x="200520" y="192151"/>
                  </a:lnTo>
                  <a:lnTo>
                    <a:pt x="203034" y="193992"/>
                  </a:lnTo>
                  <a:lnTo>
                    <a:pt x="221399" y="207213"/>
                  </a:lnTo>
                  <a:lnTo>
                    <a:pt x="247078" y="212636"/>
                  </a:lnTo>
                  <a:lnTo>
                    <a:pt x="260680" y="211543"/>
                  </a:lnTo>
                  <a:lnTo>
                    <a:pt x="273558" y="208432"/>
                  </a:lnTo>
                  <a:lnTo>
                    <a:pt x="285013" y="203593"/>
                  </a:lnTo>
                  <a:lnTo>
                    <a:pt x="294322" y="197294"/>
                  </a:lnTo>
                  <a:lnTo>
                    <a:pt x="294093" y="194246"/>
                  </a:lnTo>
                  <a:lnTo>
                    <a:pt x="294068" y="193992"/>
                  </a:lnTo>
                  <a:lnTo>
                    <a:pt x="292798" y="177482"/>
                  </a:lnTo>
                  <a:lnTo>
                    <a:pt x="279006" y="187185"/>
                  </a:lnTo>
                  <a:lnTo>
                    <a:pt x="265938" y="192151"/>
                  </a:lnTo>
                  <a:lnTo>
                    <a:pt x="254863" y="193992"/>
                  </a:lnTo>
                  <a:lnTo>
                    <a:pt x="247078" y="194246"/>
                  </a:lnTo>
                  <a:lnTo>
                    <a:pt x="229882" y="190461"/>
                  </a:lnTo>
                  <a:lnTo>
                    <a:pt x="215836" y="179959"/>
                  </a:lnTo>
                  <a:lnTo>
                    <a:pt x="206362" y="164033"/>
                  </a:lnTo>
                  <a:lnTo>
                    <a:pt x="202882" y="143954"/>
                  </a:lnTo>
                  <a:lnTo>
                    <a:pt x="295846" y="143954"/>
                  </a:lnTo>
                  <a:close/>
                </a:path>
                <a:path w="776604" h="212725">
                  <a:moveTo>
                    <a:pt x="443865" y="209588"/>
                  </a:moveTo>
                  <a:lnTo>
                    <a:pt x="384340" y="140919"/>
                  </a:lnTo>
                  <a:lnTo>
                    <a:pt x="439293" y="75285"/>
                  </a:lnTo>
                  <a:lnTo>
                    <a:pt x="414909" y="75285"/>
                  </a:lnTo>
                  <a:lnTo>
                    <a:pt x="373672" y="125679"/>
                  </a:lnTo>
                  <a:lnTo>
                    <a:pt x="332524" y="75285"/>
                  </a:lnTo>
                  <a:lnTo>
                    <a:pt x="306616" y="75285"/>
                  </a:lnTo>
                  <a:lnTo>
                    <a:pt x="364528" y="140919"/>
                  </a:lnTo>
                  <a:lnTo>
                    <a:pt x="305092" y="209588"/>
                  </a:lnTo>
                  <a:lnTo>
                    <a:pt x="329476" y="209588"/>
                  </a:lnTo>
                  <a:lnTo>
                    <a:pt x="373672" y="153111"/>
                  </a:lnTo>
                  <a:lnTo>
                    <a:pt x="419481" y="209588"/>
                  </a:lnTo>
                  <a:lnTo>
                    <a:pt x="443865" y="209588"/>
                  </a:lnTo>
                  <a:close/>
                </a:path>
                <a:path w="776604" h="212725">
                  <a:moveTo>
                    <a:pt x="544550" y="201879"/>
                  </a:moveTo>
                  <a:lnTo>
                    <a:pt x="539978" y="183591"/>
                  </a:lnTo>
                  <a:lnTo>
                    <a:pt x="533971" y="187820"/>
                  </a:lnTo>
                  <a:lnTo>
                    <a:pt x="527405" y="191211"/>
                  </a:lnTo>
                  <a:lnTo>
                    <a:pt x="520255" y="193446"/>
                  </a:lnTo>
                  <a:lnTo>
                    <a:pt x="512546" y="194259"/>
                  </a:lnTo>
                  <a:lnTo>
                    <a:pt x="505599" y="192557"/>
                  </a:lnTo>
                  <a:lnTo>
                    <a:pt x="500837" y="187591"/>
                  </a:lnTo>
                  <a:lnTo>
                    <a:pt x="498094" y="179463"/>
                  </a:lnTo>
                  <a:lnTo>
                    <a:pt x="497205" y="168351"/>
                  </a:lnTo>
                  <a:lnTo>
                    <a:pt x="497205" y="93573"/>
                  </a:lnTo>
                  <a:lnTo>
                    <a:pt x="539978" y="93573"/>
                  </a:lnTo>
                  <a:lnTo>
                    <a:pt x="539978" y="75285"/>
                  </a:lnTo>
                  <a:lnTo>
                    <a:pt x="497205" y="75285"/>
                  </a:lnTo>
                  <a:lnTo>
                    <a:pt x="497205" y="37096"/>
                  </a:lnTo>
                  <a:lnTo>
                    <a:pt x="477393" y="37096"/>
                  </a:lnTo>
                  <a:lnTo>
                    <a:pt x="477393" y="75285"/>
                  </a:lnTo>
                  <a:lnTo>
                    <a:pt x="449961" y="75285"/>
                  </a:lnTo>
                  <a:lnTo>
                    <a:pt x="449961" y="93573"/>
                  </a:lnTo>
                  <a:lnTo>
                    <a:pt x="475869" y="93573"/>
                  </a:lnTo>
                  <a:lnTo>
                    <a:pt x="475869" y="174447"/>
                  </a:lnTo>
                  <a:lnTo>
                    <a:pt x="476897" y="188125"/>
                  </a:lnTo>
                  <a:lnTo>
                    <a:pt x="480631" y="200393"/>
                  </a:lnTo>
                  <a:lnTo>
                    <a:pt x="488086" y="209245"/>
                  </a:lnTo>
                  <a:lnTo>
                    <a:pt x="500253" y="212636"/>
                  </a:lnTo>
                  <a:lnTo>
                    <a:pt x="515137" y="211607"/>
                  </a:lnTo>
                  <a:lnTo>
                    <a:pt x="527583" y="209003"/>
                  </a:lnTo>
                  <a:lnTo>
                    <a:pt x="537425" y="205524"/>
                  </a:lnTo>
                  <a:lnTo>
                    <a:pt x="544550" y="201879"/>
                  </a:lnTo>
                  <a:close/>
                </a:path>
                <a:path w="776604" h="212725">
                  <a:moveTo>
                    <a:pt x="713803" y="0"/>
                  </a:moveTo>
                  <a:lnTo>
                    <a:pt x="582637" y="0"/>
                  </a:lnTo>
                  <a:lnTo>
                    <a:pt x="582637" y="20320"/>
                  </a:lnTo>
                  <a:lnTo>
                    <a:pt x="582637" y="96520"/>
                  </a:lnTo>
                  <a:lnTo>
                    <a:pt x="582637" y="114300"/>
                  </a:lnTo>
                  <a:lnTo>
                    <a:pt x="582637" y="209550"/>
                  </a:lnTo>
                  <a:lnTo>
                    <a:pt x="610069" y="209550"/>
                  </a:lnTo>
                  <a:lnTo>
                    <a:pt x="610069" y="114300"/>
                  </a:lnTo>
                  <a:lnTo>
                    <a:pt x="700087" y="114300"/>
                  </a:lnTo>
                  <a:lnTo>
                    <a:pt x="700087" y="96520"/>
                  </a:lnTo>
                  <a:lnTo>
                    <a:pt x="610069" y="96520"/>
                  </a:lnTo>
                  <a:lnTo>
                    <a:pt x="610069" y="20320"/>
                  </a:lnTo>
                  <a:lnTo>
                    <a:pt x="713803" y="20320"/>
                  </a:lnTo>
                  <a:lnTo>
                    <a:pt x="713803" y="0"/>
                  </a:lnTo>
                  <a:close/>
                </a:path>
                <a:path w="776604" h="212725">
                  <a:moveTo>
                    <a:pt x="773328" y="75285"/>
                  </a:moveTo>
                  <a:lnTo>
                    <a:pt x="750468" y="75285"/>
                  </a:lnTo>
                  <a:lnTo>
                    <a:pt x="750468" y="209588"/>
                  </a:lnTo>
                  <a:lnTo>
                    <a:pt x="773328" y="209588"/>
                  </a:lnTo>
                  <a:lnTo>
                    <a:pt x="773328" y="75285"/>
                  </a:lnTo>
                  <a:close/>
                </a:path>
                <a:path w="776604" h="212725">
                  <a:moveTo>
                    <a:pt x="776376" y="11188"/>
                  </a:moveTo>
                  <a:lnTo>
                    <a:pt x="748944" y="11188"/>
                  </a:lnTo>
                  <a:lnTo>
                    <a:pt x="748944" y="38709"/>
                  </a:lnTo>
                  <a:lnTo>
                    <a:pt x="776376" y="38709"/>
                  </a:lnTo>
                  <a:lnTo>
                    <a:pt x="776376" y="111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807011" y="2404395"/>
              <a:ext cx="114395" cy="141922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5955792" y="2333244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014466" y="2334196"/>
              <a:ext cx="120491" cy="212121"/>
            </a:xfrm>
            <a:prstGeom prst="rect">
              <a:avLst/>
            </a:prstGeom>
          </p:spPr>
        </p:pic>
      </p:grpSp>
      <p:sp>
        <p:nvSpPr>
          <p:cNvPr id="129" name="object 129" descr=""/>
          <p:cNvSpPr/>
          <p:nvPr/>
        </p:nvSpPr>
        <p:spPr>
          <a:xfrm>
            <a:off x="6188297" y="2518791"/>
            <a:ext cx="26034" cy="62865"/>
          </a:xfrm>
          <a:custGeom>
            <a:avLst/>
            <a:gdLst/>
            <a:ahLst/>
            <a:cxnLst/>
            <a:rect l="l" t="t" r="r" b="b"/>
            <a:pathLst>
              <a:path w="26035" h="62864">
                <a:moveTo>
                  <a:pt x="12287" y="62579"/>
                </a:moveTo>
                <a:lnTo>
                  <a:pt x="0" y="62579"/>
                </a:lnTo>
                <a:lnTo>
                  <a:pt x="7715" y="24479"/>
                </a:lnTo>
                <a:lnTo>
                  <a:pt x="0" y="24479"/>
                </a:lnTo>
                <a:lnTo>
                  <a:pt x="0" y="0"/>
                </a:lnTo>
                <a:lnTo>
                  <a:pt x="26003" y="0"/>
                </a:lnTo>
                <a:lnTo>
                  <a:pt x="26003" y="24479"/>
                </a:lnTo>
                <a:lnTo>
                  <a:pt x="12287" y="625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0" name="object 130" descr=""/>
          <p:cNvGrpSpPr/>
          <p:nvPr/>
        </p:nvGrpSpPr>
        <p:grpSpPr>
          <a:xfrm>
            <a:off x="6356127" y="2326576"/>
            <a:ext cx="505459" cy="276225"/>
            <a:chOff x="6356127" y="2326576"/>
            <a:chExt cx="505459" cy="276225"/>
          </a:xfrm>
        </p:grpSpPr>
        <p:pic>
          <p:nvPicPr>
            <p:cNvPr id="131" name="object 131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356127" y="2334196"/>
              <a:ext cx="105251" cy="216693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6499574" y="2326576"/>
              <a:ext cx="138779" cy="224313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679501" y="2405919"/>
              <a:ext cx="120586" cy="196786"/>
            </a:xfrm>
            <a:prstGeom prst="rect">
              <a:avLst/>
            </a:prstGeom>
          </p:spPr>
        </p:pic>
        <p:sp>
          <p:nvSpPr>
            <p:cNvPr id="134" name="object 134" descr=""/>
            <p:cNvSpPr/>
            <p:nvPr/>
          </p:nvSpPr>
          <p:spPr>
            <a:xfrm>
              <a:off x="6833603" y="234487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5">
                  <a:moveTo>
                    <a:pt x="24396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96" y="198399"/>
                  </a:lnTo>
                  <a:lnTo>
                    <a:pt x="24396" y="64096"/>
                  </a:lnTo>
                  <a:close/>
                </a:path>
                <a:path w="27940" h="198755">
                  <a:moveTo>
                    <a:pt x="27444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44" y="27520"/>
                  </a:lnTo>
                  <a:lnTo>
                    <a:pt x="274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5" name="object 135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6906862" y="2405919"/>
            <a:ext cx="108299" cy="137350"/>
          </a:xfrm>
          <a:prstGeom prst="rect">
            <a:avLst/>
          </a:prstGeom>
        </p:spPr>
      </p:pic>
      <p:grpSp>
        <p:nvGrpSpPr>
          <p:cNvPr id="136" name="object 136" descr=""/>
          <p:cNvGrpSpPr/>
          <p:nvPr/>
        </p:nvGrpSpPr>
        <p:grpSpPr>
          <a:xfrm>
            <a:off x="7063930" y="2404395"/>
            <a:ext cx="424180" cy="177165"/>
            <a:chOff x="7063930" y="2404395"/>
            <a:chExt cx="424180" cy="177165"/>
          </a:xfrm>
        </p:grpSpPr>
        <p:pic>
          <p:nvPicPr>
            <p:cNvPr id="137" name="object 137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7205758" y="2404395"/>
              <a:ext cx="114395" cy="141922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063930" y="2405919"/>
              <a:ext cx="106775" cy="137350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7353776" y="2405919"/>
              <a:ext cx="74675" cy="137350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7461980" y="2518791"/>
              <a:ext cx="26034" cy="62865"/>
            </a:xfrm>
            <a:custGeom>
              <a:avLst/>
              <a:gdLst/>
              <a:ahLst/>
              <a:cxnLst/>
              <a:rect l="l" t="t" r="r" b="b"/>
              <a:pathLst>
                <a:path w="26034" h="62864">
                  <a:moveTo>
                    <a:pt x="12287" y="62579"/>
                  </a:moveTo>
                  <a:lnTo>
                    <a:pt x="0" y="62579"/>
                  </a:lnTo>
                  <a:lnTo>
                    <a:pt x="7715" y="24479"/>
                  </a:lnTo>
                  <a:lnTo>
                    <a:pt x="0" y="24479"/>
                  </a:lnTo>
                  <a:lnTo>
                    <a:pt x="0" y="0"/>
                  </a:lnTo>
                  <a:lnTo>
                    <a:pt x="26003" y="0"/>
                  </a:lnTo>
                  <a:lnTo>
                    <a:pt x="26003" y="24479"/>
                  </a:lnTo>
                  <a:lnTo>
                    <a:pt x="12287" y="62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1" name="object 141" descr="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7629811" y="2334196"/>
            <a:ext cx="105251" cy="216693"/>
          </a:xfrm>
          <a:prstGeom prst="rect">
            <a:avLst/>
          </a:prstGeom>
        </p:spPr>
      </p:pic>
      <p:grpSp>
        <p:nvGrpSpPr>
          <p:cNvPr id="142" name="object 142" descr=""/>
          <p:cNvGrpSpPr/>
          <p:nvPr/>
        </p:nvGrpSpPr>
        <p:grpSpPr>
          <a:xfrm>
            <a:off x="7790021" y="2315908"/>
            <a:ext cx="949325" cy="304165"/>
            <a:chOff x="7790021" y="2315908"/>
            <a:chExt cx="949325" cy="304165"/>
          </a:xfrm>
        </p:grpSpPr>
        <p:pic>
          <p:nvPicPr>
            <p:cNvPr id="143" name="object 143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7790021" y="2334196"/>
              <a:ext cx="155543" cy="209073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7986807" y="2408967"/>
              <a:ext cx="106775" cy="137350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8124063" y="2370772"/>
              <a:ext cx="355377" cy="176974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8513063" y="2405919"/>
              <a:ext cx="106775" cy="137350"/>
            </a:xfrm>
            <a:prstGeom prst="rect">
              <a:avLst/>
            </a:prstGeom>
          </p:spPr>
        </p:pic>
        <p:sp>
          <p:nvSpPr>
            <p:cNvPr id="147" name="object 147" descr=""/>
            <p:cNvSpPr/>
            <p:nvPr/>
          </p:nvSpPr>
          <p:spPr>
            <a:xfrm>
              <a:off x="8660987" y="2315908"/>
              <a:ext cx="78105" cy="304165"/>
            </a:xfrm>
            <a:custGeom>
              <a:avLst/>
              <a:gdLst/>
              <a:ahLst/>
              <a:cxnLst/>
              <a:rect l="l" t="t" r="r" b="b"/>
              <a:pathLst>
                <a:path w="78104" h="304164">
                  <a:moveTo>
                    <a:pt x="18288" y="303656"/>
                  </a:moveTo>
                  <a:lnTo>
                    <a:pt x="0" y="303656"/>
                  </a:lnTo>
                  <a:lnTo>
                    <a:pt x="8977" y="294029"/>
                  </a:lnTo>
                  <a:lnTo>
                    <a:pt x="19240" y="280713"/>
                  </a:lnTo>
                  <a:lnTo>
                    <a:pt x="39624" y="239553"/>
                  </a:lnTo>
                  <a:lnTo>
                    <a:pt x="51054" y="189178"/>
                  </a:lnTo>
                  <a:lnTo>
                    <a:pt x="53340" y="152590"/>
                  </a:lnTo>
                  <a:lnTo>
                    <a:pt x="47148" y="89662"/>
                  </a:lnTo>
                  <a:lnTo>
                    <a:pt x="32385" y="45362"/>
                  </a:lnTo>
                  <a:lnTo>
                    <a:pt x="14763" y="16528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34019" y="15885"/>
                  </a:lnTo>
                  <a:lnTo>
                    <a:pt x="53768" y="44791"/>
                  </a:lnTo>
                  <a:lnTo>
                    <a:pt x="70660" y="89448"/>
                  </a:lnTo>
                  <a:lnTo>
                    <a:pt x="77819" y="152590"/>
                  </a:lnTo>
                  <a:lnTo>
                    <a:pt x="77152" y="170427"/>
                  </a:lnTo>
                  <a:lnTo>
                    <a:pt x="70104" y="214138"/>
                  </a:lnTo>
                  <a:lnTo>
                    <a:pt x="51332" y="263058"/>
                  </a:lnTo>
                  <a:lnTo>
                    <a:pt x="27766" y="294862"/>
                  </a:lnTo>
                  <a:lnTo>
                    <a:pt x="18288" y="303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8" name="object 148" descr=""/>
          <p:cNvGrpSpPr/>
          <p:nvPr/>
        </p:nvGrpSpPr>
        <p:grpSpPr>
          <a:xfrm>
            <a:off x="1400270" y="2779776"/>
            <a:ext cx="513080" cy="203200"/>
            <a:chOff x="1400270" y="2779776"/>
            <a:chExt cx="513080" cy="203200"/>
          </a:xfrm>
        </p:grpSpPr>
        <p:pic>
          <p:nvPicPr>
            <p:cNvPr id="149" name="object 149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400270" y="2779776"/>
              <a:ext cx="134207" cy="143351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560385" y="2781204"/>
              <a:ext cx="224313" cy="201453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806035" y="2779776"/>
              <a:ext cx="106775" cy="143351"/>
            </a:xfrm>
            <a:prstGeom prst="rect">
              <a:avLst/>
            </a:prstGeom>
          </p:spPr>
        </p:pic>
      </p:grpSp>
      <p:pic>
        <p:nvPicPr>
          <p:cNvPr id="152" name="object 152" descr="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1960054" y="2781300"/>
            <a:ext cx="106775" cy="138779"/>
          </a:xfrm>
          <a:prstGeom prst="rect">
            <a:avLst/>
          </a:prstGeom>
        </p:spPr>
      </p:pic>
      <p:grpSp>
        <p:nvGrpSpPr>
          <p:cNvPr id="153" name="object 153" descr=""/>
          <p:cNvGrpSpPr/>
          <p:nvPr/>
        </p:nvGrpSpPr>
        <p:grpSpPr>
          <a:xfrm>
            <a:off x="2114169" y="2709576"/>
            <a:ext cx="447040" cy="213995"/>
            <a:chOff x="2114169" y="2709576"/>
            <a:chExt cx="447040" cy="213995"/>
          </a:xfrm>
        </p:grpSpPr>
        <p:sp>
          <p:nvSpPr>
            <p:cNvPr id="154" name="object 154" descr=""/>
            <p:cNvSpPr/>
            <p:nvPr/>
          </p:nvSpPr>
          <p:spPr>
            <a:xfrm>
              <a:off x="2114169" y="2721686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5">
                  <a:moveTo>
                    <a:pt x="25908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5908" y="25996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2172080" y="2785872"/>
              <a:ext cx="112871" cy="134207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2304859" y="2779776"/>
              <a:ext cx="114395" cy="143351"/>
            </a:xfrm>
            <a:prstGeom prst="rect">
              <a:avLst/>
            </a:prstGeom>
          </p:spPr>
        </p:pic>
        <p:pic>
          <p:nvPicPr>
            <p:cNvPr id="157" name="object 157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2439066" y="2709576"/>
              <a:ext cx="122015" cy="213550"/>
            </a:xfrm>
            <a:prstGeom prst="rect">
              <a:avLst/>
            </a:prstGeom>
          </p:spPr>
        </p:pic>
      </p:grpSp>
      <p:sp>
        <p:nvSpPr>
          <p:cNvPr id="158" name="object 158" descr=""/>
          <p:cNvSpPr/>
          <p:nvPr/>
        </p:nvSpPr>
        <p:spPr>
          <a:xfrm>
            <a:off x="2709100" y="2721686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5" h="198755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6035" h="198755">
                <a:moveTo>
                  <a:pt x="25908" y="0"/>
                </a:moveTo>
                <a:lnTo>
                  <a:pt x="0" y="0"/>
                </a:lnTo>
                <a:lnTo>
                  <a:pt x="0" y="25996"/>
                </a:lnTo>
                <a:lnTo>
                  <a:pt x="25908" y="25996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9" name="object 159" descr=""/>
          <p:cNvGrpSpPr/>
          <p:nvPr/>
        </p:nvGrpSpPr>
        <p:grpSpPr>
          <a:xfrm>
            <a:off x="2782252" y="2746152"/>
            <a:ext cx="382905" cy="177165"/>
            <a:chOff x="2782252" y="2746152"/>
            <a:chExt cx="382905" cy="177165"/>
          </a:xfrm>
        </p:grpSpPr>
        <p:pic>
          <p:nvPicPr>
            <p:cNvPr id="160" name="object 160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782252" y="2781299"/>
              <a:ext cx="106775" cy="138779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2919507" y="2746152"/>
              <a:ext cx="245649" cy="176974"/>
            </a:xfrm>
            <a:prstGeom prst="rect">
              <a:avLst/>
            </a:prstGeom>
          </p:spPr>
        </p:pic>
      </p:grpSp>
      <p:grpSp>
        <p:nvGrpSpPr>
          <p:cNvPr id="162" name="object 162" descr=""/>
          <p:cNvGrpSpPr/>
          <p:nvPr/>
        </p:nvGrpSpPr>
        <p:grpSpPr>
          <a:xfrm>
            <a:off x="3299364" y="2779776"/>
            <a:ext cx="256540" cy="198755"/>
            <a:chOff x="3299364" y="2779776"/>
            <a:chExt cx="256540" cy="198755"/>
          </a:xfrm>
        </p:grpSpPr>
        <p:pic>
          <p:nvPicPr>
            <p:cNvPr id="163" name="object 163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3299364" y="2781299"/>
              <a:ext cx="120491" cy="196786"/>
            </a:xfrm>
            <a:prstGeom prst="rect">
              <a:avLst/>
            </a:prstGeom>
          </p:spPr>
        </p:pic>
        <p:pic>
          <p:nvPicPr>
            <p:cNvPr id="164" name="object 164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3447288" y="2779776"/>
              <a:ext cx="108299" cy="143351"/>
            </a:xfrm>
            <a:prstGeom prst="rect">
              <a:avLst/>
            </a:prstGeom>
          </p:spPr>
        </p:pic>
      </p:grpSp>
      <p:grpSp>
        <p:nvGrpSpPr>
          <p:cNvPr id="165" name="object 165" descr=""/>
          <p:cNvGrpSpPr/>
          <p:nvPr/>
        </p:nvGrpSpPr>
        <p:grpSpPr>
          <a:xfrm>
            <a:off x="3601402" y="2709672"/>
            <a:ext cx="447040" cy="213995"/>
            <a:chOff x="3601402" y="2709672"/>
            <a:chExt cx="447040" cy="213995"/>
          </a:xfrm>
        </p:grpSpPr>
        <p:pic>
          <p:nvPicPr>
            <p:cNvPr id="166" name="object 166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3601402" y="2781300"/>
              <a:ext cx="106775" cy="138779"/>
            </a:xfrm>
            <a:prstGeom prst="rect">
              <a:avLst/>
            </a:prstGeom>
          </p:spPr>
        </p:pic>
        <p:pic>
          <p:nvPicPr>
            <p:cNvPr id="167" name="object 167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743229" y="2779776"/>
              <a:ext cx="114395" cy="143351"/>
            </a:xfrm>
            <a:prstGeom prst="rect">
              <a:avLst/>
            </a:prstGeom>
          </p:spPr>
        </p:pic>
        <p:sp>
          <p:nvSpPr>
            <p:cNvPr id="168" name="object 168" descr=""/>
            <p:cNvSpPr/>
            <p:nvPr/>
          </p:nvSpPr>
          <p:spPr>
            <a:xfrm>
              <a:off x="3890772" y="270967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947636" y="2779776"/>
              <a:ext cx="100679" cy="143351"/>
            </a:xfrm>
            <a:prstGeom prst="rect">
              <a:avLst/>
            </a:prstGeom>
          </p:spPr>
        </p:pic>
      </p:grpSp>
      <p:pic>
        <p:nvPicPr>
          <p:cNvPr id="170" name="object 170" descr="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029652" y="3181064"/>
            <a:ext cx="186023" cy="175450"/>
          </a:xfrm>
          <a:prstGeom prst="rect">
            <a:avLst/>
          </a:prstGeom>
        </p:spPr>
      </p:pic>
      <p:grpSp>
        <p:nvGrpSpPr>
          <p:cNvPr id="171" name="object 171" descr=""/>
          <p:cNvGrpSpPr/>
          <p:nvPr/>
        </p:nvGrpSpPr>
        <p:grpSpPr>
          <a:xfrm>
            <a:off x="1431204" y="3164300"/>
            <a:ext cx="1296670" cy="218440"/>
            <a:chOff x="1431204" y="3164300"/>
            <a:chExt cx="1296670" cy="218440"/>
          </a:xfrm>
        </p:grpSpPr>
        <p:pic>
          <p:nvPicPr>
            <p:cNvPr id="172" name="object 172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431204" y="3164300"/>
              <a:ext cx="458006" cy="218122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1923478" y="3168878"/>
              <a:ext cx="803910" cy="213995"/>
            </a:xfrm>
            <a:custGeom>
              <a:avLst/>
              <a:gdLst/>
              <a:ahLst/>
              <a:cxnLst/>
              <a:rect l="l" t="t" r="r" b="b"/>
              <a:pathLst>
                <a:path w="803910" h="213995">
                  <a:moveTo>
                    <a:pt x="93052" y="74764"/>
                  </a:moveTo>
                  <a:lnTo>
                    <a:pt x="50292" y="74764"/>
                  </a:lnTo>
                  <a:lnTo>
                    <a:pt x="58000" y="36576"/>
                  </a:lnTo>
                  <a:lnTo>
                    <a:pt x="38100" y="36576"/>
                  </a:lnTo>
                  <a:lnTo>
                    <a:pt x="28956" y="74764"/>
                  </a:lnTo>
                  <a:lnTo>
                    <a:pt x="3048" y="74764"/>
                  </a:lnTo>
                  <a:lnTo>
                    <a:pt x="0" y="93052"/>
                  </a:lnTo>
                  <a:lnTo>
                    <a:pt x="24384" y="93052"/>
                  </a:lnTo>
                  <a:lnTo>
                    <a:pt x="7620" y="173926"/>
                  </a:lnTo>
                  <a:lnTo>
                    <a:pt x="6159" y="187833"/>
                  </a:lnTo>
                  <a:lnTo>
                    <a:pt x="7429" y="200596"/>
                  </a:lnTo>
                  <a:lnTo>
                    <a:pt x="12966" y="209931"/>
                  </a:lnTo>
                  <a:lnTo>
                    <a:pt x="24384" y="213550"/>
                  </a:lnTo>
                  <a:lnTo>
                    <a:pt x="39484" y="212293"/>
                  </a:lnTo>
                  <a:lnTo>
                    <a:pt x="52616" y="209169"/>
                  </a:lnTo>
                  <a:lnTo>
                    <a:pt x="63461" y="205193"/>
                  </a:lnTo>
                  <a:lnTo>
                    <a:pt x="71716" y="201358"/>
                  </a:lnTo>
                  <a:lnTo>
                    <a:pt x="70192" y="184594"/>
                  </a:lnTo>
                  <a:lnTo>
                    <a:pt x="63080" y="188595"/>
                  </a:lnTo>
                  <a:lnTo>
                    <a:pt x="55664" y="191452"/>
                  </a:lnTo>
                  <a:lnTo>
                    <a:pt x="48247" y="193167"/>
                  </a:lnTo>
                  <a:lnTo>
                    <a:pt x="41148" y="193738"/>
                  </a:lnTo>
                  <a:lnTo>
                    <a:pt x="33909" y="192074"/>
                  </a:lnTo>
                  <a:lnTo>
                    <a:pt x="30099" y="187261"/>
                  </a:lnTo>
                  <a:lnTo>
                    <a:pt x="29146" y="179590"/>
                  </a:lnTo>
                  <a:lnTo>
                    <a:pt x="30480" y="169354"/>
                  </a:lnTo>
                  <a:lnTo>
                    <a:pt x="47244" y="93052"/>
                  </a:lnTo>
                  <a:lnTo>
                    <a:pt x="90004" y="93052"/>
                  </a:lnTo>
                  <a:lnTo>
                    <a:pt x="93052" y="74764"/>
                  </a:lnTo>
                  <a:close/>
                </a:path>
                <a:path w="803910" h="213995">
                  <a:moveTo>
                    <a:pt x="207454" y="71716"/>
                  </a:moveTo>
                  <a:lnTo>
                    <a:pt x="188290" y="74320"/>
                  </a:lnTo>
                  <a:lnTo>
                    <a:pt x="171970" y="81051"/>
                  </a:lnTo>
                  <a:lnTo>
                    <a:pt x="158508" y="90373"/>
                  </a:lnTo>
                  <a:lnTo>
                    <a:pt x="147916" y="100672"/>
                  </a:lnTo>
                  <a:lnTo>
                    <a:pt x="154012" y="73240"/>
                  </a:lnTo>
                  <a:lnTo>
                    <a:pt x="132676" y="73240"/>
                  </a:lnTo>
                  <a:lnTo>
                    <a:pt x="103720" y="210502"/>
                  </a:lnTo>
                  <a:lnTo>
                    <a:pt x="126580" y="210502"/>
                  </a:lnTo>
                  <a:lnTo>
                    <a:pt x="138772" y="144868"/>
                  </a:lnTo>
                  <a:lnTo>
                    <a:pt x="147713" y="123913"/>
                  </a:lnTo>
                  <a:lnTo>
                    <a:pt x="162255" y="107530"/>
                  </a:lnTo>
                  <a:lnTo>
                    <a:pt x="181076" y="96862"/>
                  </a:lnTo>
                  <a:lnTo>
                    <a:pt x="202882" y="93052"/>
                  </a:lnTo>
                  <a:lnTo>
                    <a:pt x="207454" y="71716"/>
                  </a:lnTo>
                  <a:close/>
                </a:path>
                <a:path w="803910" h="213995">
                  <a:moveTo>
                    <a:pt x="338226" y="114566"/>
                  </a:moveTo>
                  <a:lnTo>
                    <a:pt x="329082" y="91338"/>
                  </a:lnTo>
                  <a:lnTo>
                    <a:pt x="325818" y="88480"/>
                  </a:lnTo>
                  <a:lnTo>
                    <a:pt x="315442" y="79413"/>
                  </a:lnTo>
                  <a:lnTo>
                    <a:pt x="315442" y="117424"/>
                  </a:lnTo>
                  <a:lnTo>
                    <a:pt x="314223" y="140296"/>
                  </a:lnTo>
                  <a:lnTo>
                    <a:pt x="305676" y="163474"/>
                  </a:lnTo>
                  <a:lnTo>
                    <a:pt x="292684" y="180200"/>
                  </a:lnTo>
                  <a:lnTo>
                    <a:pt x="277101" y="190334"/>
                  </a:lnTo>
                  <a:lnTo>
                    <a:pt x="260794" y="193738"/>
                  </a:lnTo>
                  <a:lnTo>
                    <a:pt x="245719" y="190550"/>
                  </a:lnTo>
                  <a:lnTo>
                    <a:pt x="233934" y="180771"/>
                  </a:lnTo>
                  <a:lnTo>
                    <a:pt x="227571" y="164122"/>
                  </a:lnTo>
                  <a:lnTo>
                    <a:pt x="227596" y="163474"/>
                  </a:lnTo>
                  <a:lnTo>
                    <a:pt x="228790" y="140296"/>
                  </a:lnTo>
                  <a:lnTo>
                    <a:pt x="237553" y="116776"/>
                  </a:lnTo>
                  <a:lnTo>
                    <a:pt x="250888" y="100672"/>
                  </a:lnTo>
                  <a:lnTo>
                    <a:pt x="266700" y="91338"/>
                  </a:lnTo>
                  <a:lnTo>
                    <a:pt x="267042" y="91338"/>
                  </a:lnTo>
                  <a:lnTo>
                    <a:pt x="282219" y="88480"/>
                  </a:lnTo>
                  <a:lnTo>
                    <a:pt x="297294" y="91655"/>
                  </a:lnTo>
                  <a:lnTo>
                    <a:pt x="309079" y="101244"/>
                  </a:lnTo>
                  <a:lnTo>
                    <a:pt x="315442" y="117424"/>
                  </a:lnTo>
                  <a:lnTo>
                    <a:pt x="315442" y="79413"/>
                  </a:lnTo>
                  <a:lnTo>
                    <a:pt x="311365" y="75844"/>
                  </a:lnTo>
                  <a:lnTo>
                    <a:pt x="286791" y="70192"/>
                  </a:lnTo>
                  <a:lnTo>
                    <a:pt x="259727" y="76060"/>
                  </a:lnTo>
                  <a:lnTo>
                    <a:pt x="235267" y="91909"/>
                  </a:lnTo>
                  <a:lnTo>
                    <a:pt x="215976" y="115201"/>
                  </a:lnTo>
                  <a:lnTo>
                    <a:pt x="204406" y="143344"/>
                  </a:lnTo>
                  <a:lnTo>
                    <a:pt x="204355" y="171081"/>
                  </a:lnTo>
                  <a:lnTo>
                    <a:pt x="214312" y="193344"/>
                  </a:lnTo>
                  <a:lnTo>
                    <a:pt x="232257" y="208165"/>
                  </a:lnTo>
                  <a:lnTo>
                    <a:pt x="256222" y="213550"/>
                  </a:lnTo>
                  <a:lnTo>
                    <a:pt x="283248" y="208165"/>
                  </a:lnTo>
                  <a:lnTo>
                    <a:pt x="306895" y="193738"/>
                  </a:lnTo>
                  <a:lnTo>
                    <a:pt x="307543" y="193344"/>
                  </a:lnTo>
                  <a:lnTo>
                    <a:pt x="326390" y="171081"/>
                  </a:lnTo>
                  <a:lnTo>
                    <a:pt x="337083" y="143344"/>
                  </a:lnTo>
                  <a:lnTo>
                    <a:pt x="337210" y="140296"/>
                  </a:lnTo>
                  <a:lnTo>
                    <a:pt x="338226" y="114566"/>
                  </a:lnTo>
                  <a:close/>
                </a:path>
                <a:path w="803910" h="213995">
                  <a:moveTo>
                    <a:pt x="425564" y="0"/>
                  </a:moveTo>
                  <a:lnTo>
                    <a:pt x="402717" y="0"/>
                  </a:lnTo>
                  <a:lnTo>
                    <a:pt x="356895" y="210502"/>
                  </a:lnTo>
                  <a:lnTo>
                    <a:pt x="379857" y="210502"/>
                  </a:lnTo>
                  <a:lnTo>
                    <a:pt x="425564" y="0"/>
                  </a:lnTo>
                  <a:close/>
                </a:path>
                <a:path w="803910" h="213995">
                  <a:moveTo>
                    <a:pt x="497293" y="0"/>
                  </a:moveTo>
                  <a:lnTo>
                    <a:pt x="474345" y="0"/>
                  </a:lnTo>
                  <a:lnTo>
                    <a:pt x="430149" y="210502"/>
                  </a:lnTo>
                  <a:lnTo>
                    <a:pt x="451472" y="210502"/>
                  </a:lnTo>
                  <a:lnTo>
                    <a:pt x="497293" y="0"/>
                  </a:lnTo>
                  <a:close/>
                </a:path>
                <a:path w="803910" h="213995">
                  <a:moveTo>
                    <a:pt x="620077" y="121056"/>
                  </a:moveTo>
                  <a:lnTo>
                    <a:pt x="607288" y="81127"/>
                  </a:lnTo>
                  <a:lnTo>
                    <a:pt x="602551" y="77762"/>
                  </a:lnTo>
                  <a:lnTo>
                    <a:pt x="602551" y="126580"/>
                  </a:lnTo>
                  <a:lnTo>
                    <a:pt x="527773" y="126580"/>
                  </a:lnTo>
                  <a:lnTo>
                    <a:pt x="536422" y="110985"/>
                  </a:lnTo>
                  <a:lnTo>
                    <a:pt x="547776" y="98958"/>
                  </a:lnTo>
                  <a:lnTo>
                    <a:pt x="560679" y="91147"/>
                  </a:lnTo>
                  <a:lnTo>
                    <a:pt x="560895" y="91147"/>
                  </a:lnTo>
                  <a:lnTo>
                    <a:pt x="573493" y="88480"/>
                  </a:lnTo>
                  <a:lnTo>
                    <a:pt x="585317" y="90576"/>
                  </a:lnTo>
                  <a:lnTo>
                    <a:pt x="594880" y="97243"/>
                  </a:lnTo>
                  <a:lnTo>
                    <a:pt x="601002" y="109054"/>
                  </a:lnTo>
                  <a:lnTo>
                    <a:pt x="602551" y="126580"/>
                  </a:lnTo>
                  <a:lnTo>
                    <a:pt x="602551" y="77762"/>
                  </a:lnTo>
                  <a:lnTo>
                    <a:pt x="597547" y="74193"/>
                  </a:lnTo>
                  <a:lnTo>
                    <a:pt x="587222" y="70980"/>
                  </a:lnTo>
                  <a:lnTo>
                    <a:pt x="578065" y="70192"/>
                  </a:lnTo>
                  <a:lnTo>
                    <a:pt x="553300" y="75819"/>
                  </a:lnTo>
                  <a:lnTo>
                    <a:pt x="530821" y="91147"/>
                  </a:lnTo>
                  <a:lnTo>
                    <a:pt x="512914" y="113919"/>
                  </a:lnTo>
                  <a:lnTo>
                    <a:pt x="501865" y="141820"/>
                  </a:lnTo>
                  <a:lnTo>
                    <a:pt x="501840" y="143344"/>
                  </a:lnTo>
                  <a:lnTo>
                    <a:pt x="501370" y="169786"/>
                  </a:lnTo>
                  <a:lnTo>
                    <a:pt x="510438" y="192582"/>
                  </a:lnTo>
                  <a:lnTo>
                    <a:pt x="527799" y="207924"/>
                  </a:lnTo>
                  <a:lnTo>
                    <a:pt x="552157" y="213550"/>
                  </a:lnTo>
                  <a:lnTo>
                    <a:pt x="566686" y="212217"/>
                  </a:lnTo>
                  <a:lnTo>
                    <a:pt x="604075" y="196786"/>
                  </a:lnTo>
                  <a:lnTo>
                    <a:pt x="604240" y="194779"/>
                  </a:lnTo>
                  <a:lnTo>
                    <a:pt x="605599" y="178498"/>
                  </a:lnTo>
                  <a:lnTo>
                    <a:pt x="589775" y="187540"/>
                  </a:lnTo>
                  <a:lnTo>
                    <a:pt x="575449" y="192582"/>
                  </a:lnTo>
                  <a:lnTo>
                    <a:pt x="563918" y="194779"/>
                  </a:lnTo>
                  <a:lnTo>
                    <a:pt x="556729" y="195262"/>
                  </a:lnTo>
                  <a:lnTo>
                    <a:pt x="540346" y="191452"/>
                  </a:lnTo>
                  <a:lnTo>
                    <a:pt x="528535" y="180771"/>
                  </a:lnTo>
                  <a:lnTo>
                    <a:pt x="522439" y="164363"/>
                  </a:lnTo>
                  <a:lnTo>
                    <a:pt x="523201" y="143344"/>
                  </a:lnTo>
                  <a:lnTo>
                    <a:pt x="616267" y="143344"/>
                  </a:lnTo>
                  <a:lnTo>
                    <a:pt x="618591" y="133565"/>
                  </a:lnTo>
                  <a:lnTo>
                    <a:pt x="619417" y="126580"/>
                  </a:lnTo>
                  <a:lnTo>
                    <a:pt x="620077" y="121056"/>
                  </a:lnTo>
                  <a:close/>
                </a:path>
                <a:path w="803910" h="213995">
                  <a:moveTo>
                    <a:pt x="739800" y="71716"/>
                  </a:moveTo>
                  <a:lnTo>
                    <a:pt x="720636" y="74320"/>
                  </a:lnTo>
                  <a:lnTo>
                    <a:pt x="704316" y="81051"/>
                  </a:lnTo>
                  <a:lnTo>
                    <a:pt x="690854" y="90373"/>
                  </a:lnTo>
                  <a:lnTo>
                    <a:pt x="680275" y="100672"/>
                  </a:lnTo>
                  <a:lnTo>
                    <a:pt x="686371" y="73240"/>
                  </a:lnTo>
                  <a:lnTo>
                    <a:pt x="665035" y="73240"/>
                  </a:lnTo>
                  <a:lnTo>
                    <a:pt x="636079" y="210502"/>
                  </a:lnTo>
                  <a:lnTo>
                    <a:pt x="658939" y="210502"/>
                  </a:lnTo>
                  <a:lnTo>
                    <a:pt x="672655" y="144868"/>
                  </a:lnTo>
                  <a:lnTo>
                    <a:pt x="680923" y="123913"/>
                  </a:lnTo>
                  <a:lnTo>
                    <a:pt x="695363" y="107530"/>
                  </a:lnTo>
                  <a:lnTo>
                    <a:pt x="714095" y="96862"/>
                  </a:lnTo>
                  <a:lnTo>
                    <a:pt x="735228" y="93052"/>
                  </a:lnTo>
                  <a:lnTo>
                    <a:pt x="739800" y="71716"/>
                  </a:lnTo>
                  <a:close/>
                </a:path>
                <a:path w="803910" h="213995">
                  <a:moveTo>
                    <a:pt x="803808" y="184594"/>
                  </a:moveTo>
                  <a:lnTo>
                    <a:pt x="779424" y="184594"/>
                  </a:lnTo>
                  <a:lnTo>
                    <a:pt x="779424" y="209080"/>
                  </a:lnTo>
                  <a:lnTo>
                    <a:pt x="803808" y="209080"/>
                  </a:lnTo>
                  <a:lnTo>
                    <a:pt x="803808" y="184594"/>
                  </a:lnTo>
                  <a:close/>
                </a:path>
                <a:path w="803910" h="213995">
                  <a:moveTo>
                    <a:pt x="803808" y="74777"/>
                  </a:moveTo>
                  <a:lnTo>
                    <a:pt x="779424" y="74777"/>
                  </a:lnTo>
                  <a:lnTo>
                    <a:pt x="779424" y="100685"/>
                  </a:lnTo>
                  <a:lnTo>
                    <a:pt x="803808" y="100685"/>
                  </a:lnTo>
                  <a:lnTo>
                    <a:pt x="803808" y="74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4" name="object 174" descr=""/>
          <p:cNvGrpSpPr/>
          <p:nvPr/>
        </p:nvGrpSpPr>
        <p:grpSpPr>
          <a:xfrm>
            <a:off x="2919507" y="3168872"/>
            <a:ext cx="683895" cy="213995"/>
            <a:chOff x="2919507" y="3168872"/>
            <a:chExt cx="683895" cy="213995"/>
          </a:xfrm>
        </p:grpSpPr>
        <p:pic>
          <p:nvPicPr>
            <p:cNvPr id="175" name="object 175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2919507" y="3168872"/>
              <a:ext cx="417957" cy="213550"/>
            </a:xfrm>
            <a:prstGeom prst="rect">
              <a:avLst/>
            </a:prstGeom>
          </p:spPr>
        </p:pic>
        <p:pic>
          <p:nvPicPr>
            <p:cNvPr id="176" name="object 176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3371088" y="3240500"/>
              <a:ext cx="106775" cy="138874"/>
            </a:xfrm>
            <a:prstGeom prst="rect">
              <a:avLst/>
            </a:prstGeom>
          </p:spPr>
        </p:pic>
        <p:pic>
          <p:nvPicPr>
            <p:cNvPr id="177" name="object 177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3508343" y="3205448"/>
              <a:ext cx="94583" cy="176974"/>
            </a:xfrm>
            <a:prstGeom prst="rect">
              <a:avLst/>
            </a:prstGeom>
          </p:spPr>
        </p:pic>
      </p:grpSp>
      <p:sp>
        <p:nvSpPr>
          <p:cNvPr id="178" name="object 178" descr=""/>
          <p:cNvSpPr/>
          <p:nvPr/>
        </p:nvSpPr>
        <p:spPr>
          <a:xfrm>
            <a:off x="3736847" y="3168396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59" y="0"/>
                </a:lnTo>
                <a:lnTo>
                  <a:pt x="22859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9" name="object 179" descr=""/>
          <p:cNvGrpSpPr/>
          <p:nvPr/>
        </p:nvGrpSpPr>
        <p:grpSpPr>
          <a:xfrm>
            <a:off x="3807237" y="3180969"/>
            <a:ext cx="912494" cy="201930"/>
            <a:chOff x="3807237" y="3180969"/>
            <a:chExt cx="912494" cy="201930"/>
          </a:xfrm>
        </p:grpSpPr>
        <p:sp>
          <p:nvSpPr>
            <p:cNvPr id="180" name="object 180" descr=""/>
            <p:cNvSpPr/>
            <p:nvPr/>
          </p:nvSpPr>
          <p:spPr>
            <a:xfrm>
              <a:off x="3807231" y="318098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472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472" y="198399"/>
                  </a:lnTo>
                  <a:lnTo>
                    <a:pt x="24472" y="64096"/>
                  </a:lnTo>
                  <a:close/>
                </a:path>
                <a:path w="27939" h="198754">
                  <a:moveTo>
                    <a:pt x="27520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7520" y="25996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1" name="object 181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3865244" y="3205448"/>
              <a:ext cx="207454" cy="177069"/>
            </a:xfrm>
            <a:prstGeom prst="rect">
              <a:avLst/>
            </a:prstGeom>
          </p:spPr>
        </p:pic>
        <p:pic>
          <p:nvPicPr>
            <p:cNvPr id="182" name="object 182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4092511" y="3239071"/>
              <a:ext cx="114395" cy="143351"/>
            </a:xfrm>
            <a:prstGeom prst="rect">
              <a:avLst/>
            </a:prstGeom>
          </p:spPr>
        </p:pic>
        <p:pic>
          <p:nvPicPr>
            <p:cNvPr id="183" name="object 183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4240530" y="3240500"/>
              <a:ext cx="106775" cy="138874"/>
            </a:xfrm>
            <a:prstGeom prst="rect">
              <a:avLst/>
            </a:prstGeom>
          </p:spPr>
        </p:pic>
        <p:pic>
          <p:nvPicPr>
            <p:cNvPr id="184" name="object 184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4382357" y="3238976"/>
              <a:ext cx="115919" cy="143446"/>
            </a:xfrm>
            <a:prstGeom prst="rect">
              <a:avLst/>
            </a:prstGeom>
          </p:spPr>
        </p:pic>
        <p:pic>
          <p:nvPicPr>
            <p:cNvPr id="185" name="object 185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4531804" y="3239071"/>
              <a:ext cx="187642" cy="143351"/>
            </a:xfrm>
            <a:prstGeom prst="rect">
              <a:avLst/>
            </a:prstGeom>
          </p:spPr>
        </p:pic>
      </p:grpSp>
      <p:pic>
        <p:nvPicPr>
          <p:cNvPr id="186" name="object 186" descr="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4997101" y="3240500"/>
            <a:ext cx="106775" cy="138874"/>
          </a:xfrm>
          <a:prstGeom prst="rect">
            <a:avLst/>
          </a:prstGeom>
        </p:spPr>
      </p:pic>
      <p:pic>
        <p:nvPicPr>
          <p:cNvPr id="187" name="object 187" descr="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4842986" y="3239071"/>
            <a:ext cx="108299" cy="143351"/>
          </a:xfrm>
          <a:prstGeom prst="rect">
            <a:avLst/>
          </a:prstGeom>
        </p:spPr>
      </p:pic>
      <p:pic>
        <p:nvPicPr>
          <p:cNvPr id="188" name="object 188" descr="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5138927" y="3168872"/>
            <a:ext cx="120491" cy="213550"/>
          </a:xfrm>
          <a:prstGeom prst="rect">
            <a:avLst/>
          </a:prstGeom>
        </p:spPr>
      </p:pic>
      <p:grpSp>
        <p:nvGrpSpPr>
          <p:cNvPr id="189" name="object 189" descr=""/>
          <p:cNvGrpSpPr/>
          <p:nvPr/>
        </p:nvGrpSpPr>
        <p:grpSpPr>
          <a:xfrm>
            <a:off x="5401246" y="3181064"/>
            <a:ext cx="727710" cy="201930"/>
            <a:chOff x="5401246" y="3181064"/>
            <a:chExt cx="727710" cy="201930"/>
          </a:xfrm>
        </p:grpSpPr>
        <p:pic>
          <p:nvPicPr>
            <p:cNvPr id="190" name="object 190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5401246" y="3238976"/>
              <a:ext cx="108299" cy="143446"/>
            </a:xfrm>
            <a:prstGeom prst="rect">
              <a:avLst/>
            </a:prstGeom>
          </p:spPr>
        </p:pic>
        <p:pic>
          <p:nvPicPr>
            <p:cNvPr id="191" name="object 191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5541644" y="3205448"/>
              <a:ext cx="224218" cy="176974"/>
            </a:xfrm>
            <a:prstGeom prst="rect">
              <a:avLst/>
            </a:prstGeom>
          </p:spPr>
        </p:pic>
        <p:sp>
          <p:nvSpPr>
            <p:cNvPr id="192" name="object 192" descr=""/>
            <p:cNvSpPr/>
            <p:nvPr/>
          </p:nvSpPr>
          <p:spPr>
            <a:xfrm>
              <a:off x="5796343" y="3181070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432" y="25908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5855874" y="3238976"/>
              <a:ext cx="132683" cy="143446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022085" y="3240500"/>
              <a:ext cx="106775" cy="138874"/>
            </a:xfrm>
            <a:prstGeom prst="rect">
              <a:avLst/>
            </a:prstGeom>
          </p:spPr>
        </p:pic>
      </p:grpSp>
      <p:grpSp>
        <p:nvGrpSpPr>
          <p:cNvPr id="195" name="object 195" descr=""/>
          <p:cNvGrpSpPr/>
          <p:nvPr/>
        </p:nvGrpSpPr>
        <p:grpSpPr>
          <a:xfrm>
            <a:off x="6279927" y="3168777"/>
            <a:ext cx="1040765" cy="213995"/>
            <a:chOff x="6279927" y="3168777"/>
            <a:chExt cx="1040765" cy="213995"/>
          </a:xfrm>
        </p:grpSpPr>
        <p:pic>
          <p:nvPicPr>
            <p:cNvPr id="196" name="object 196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6279927" y="3240595"/>
              <a:ext cx="190595" cy="138779"/>
            </a:xfrm>
            <a:prstGeom prst="rect">
              <a:avLst/>
            </a:prstGeom>
          </p:spPr>
        </p:pic>
        <p:pic>
          <p:nvPicPr>
            <p:cNvPr id="197" name="object 197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6505670" y="3205448"/>
              <a:ext cx="224218" cy="176974"/>
            </a:xfrm>
            <a:prstGeom prst="rect">
              <a:avLst/>
            </a:prstGeom>
          </p:spPr>
        </p:pic>
        <p:pic>
          <p:nvPicPr>
            <p:cNvPr id="198" name="object 198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6763417" y="3168777"/>
              <a:ext cx="106775" cy="210597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903815" y="3238976"/>
              <a:ext cx="132683" cy="143446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7065454" y="3168872"/>
              <a:ext cx="120491" cy="213550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7219474" y="3238976"/>
              <a:ext cx="100679" cy="143446"/>
            </a:xfrm>
            <a:prstGeom prst="rect">
              <a:avLst/>
            </a:prstGeom>
          </p:spPr>
        </p:pic>
      </p:grpSp>
      <p:grpSp>
        <p:nvGrpSpPr>
          <p:cNvPr id="202" name="object 202" descr=""/>
          <p:cNvGrpSpPr/>
          <p:nvPr/>
        </p:nvGrpSpPr>
        <p:grpSpPr>
          <a:xfrm>
            <a:off x="1415510" y="3527393"/>
            <a:ext cx="526415" cy="304165"/>
            <a:chOff x="1415510" y="3527393"/>
            <a:chExt cx="526415" cy="304165"/>
          </a:xfrm>
        </p:grpSpPr>
        <p:sp>
          <p:nvSpPr>
            <p:cNvPr id="203" name="object 203" descr=""/>
            <p:cNvSpPr/>
            <p:nvPr/>
          </p:nvSpPr>
          <p:spPr>
            <a:xfrm>
              <a:off x="1415510" y="3527393"/>
              <a:ext cx="76835" cy="304165"/>
            </a:xfrm>
            <a:custGeom>
              <a:avLst/>
              <a:gdLst/>
              <a:ahLst/>
              <a:cxnLst/>
              <a:rect l="l" t="t" r="r" b="b"/>
              <a:pathLst>
                <a:path w="76834" h="304164">
                  <a:moveTo>
                    <a:pt x="76295" y="303656"/>
                  </a:moveTo>
                  <a:lnTo>
                    <a:pt x="58007" y="303656"/>
                  </a:lnTo>
                  <a:lnTo>
                    <a:pt x="43157" y="287971"/>
                  </a:lnTo>
                  <a:lnTo>
                    <a:pt x="23860" y="259401"/>
                  </a:lnTo>
                  <a:lnTo>
                    <a:pt x="7134" y="214811"/>
                  </a:lnTo>
                  <a:lnTo>
                    <a:pt x="0" y="151066"/>
                  </a:lnTo>
                  <a:lnTo>
                    <a:pt x="666" y="133216"/>
                  </a:lnTo>
                  <a:lnTo>
                    <a:pt x="7715" y="89478"/>
                  </a:lnTo>
                  <a:lnTo>
                    <a:pt x="26463" y="40585"/>
                  </a:lnTo>
                  <a:lnTo>
                    <a:pt x="49409" y="8754"/>
                  </a:lnTo>
                  <a:lnTo>
                    <a:pt x="58007" y="0"/>
                  </a:lnTo>
                  <a:lnTo>
                    <a:pt x="76295" y="0"/>
                  </a:lnTo>
                  <a:lnTo>
                    <a:pt x="68175" y="9587"/>
                  </a:lnTo>
                  <a:lnTo>
                    <a:pt x="58197" y="22907"/>
                  </a:lnTo>
                  <a:lnTo>
                    <a:pt x="36671" y="64103"/>
                  </a:lnTo>
                  <a:lnTo>
                    <a:pt x="25919" y="114442"/>
                  </a:lnTo>
                  <a:lnTo>
                    <a:pt x="24383" y="151066"/>
                  </a:lnTo>
                  <a:lnTo>
                    <a:pt x="30566" y="214596"/>
                  </a:lnTo>
                  <a:lnTo>
                    <a:pt x="45196" y="258829"/>
                  </a:lnTo>
                  <a:lnTo>
                    <a:pt x="62397" y="287329"/>
                  </a:lnTo>
                  <a:lnTo>
                    <a:pt x="76295" y="303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525333" y="3615880"/>
              <a:ext cx="108299" cy="141922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665731" y="3544157"/>
              <a:ext cx="120491" cy="213645"/>
            </a:xfrm>
            <a:prstGeom prst="rect">
              <a:avLst/>
            </a:prstGeom>
          </p:spPr>
        </p:pic>
        <p:pic>
          <p:nvPicPr>
            <p:cNvPr id="206" name="object 206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821275" y="3544157"/>
              <a:ext cx="120491" cy="213645"/>
            </a:xfrm>
            <a:prstGeom prst="rect">
              <a:avLst/>
            </a:prstGeom>
          </p:spPr>
        </p:pic>
      </p:grpSp>
      <p:grpSp>
        <p:nvGrpSpPr>
          <p:cNvPr id="207" name="object 207" descr=""/>
          <p:cNvGrpSpPr/>
          <p:nvPr/>
        </p:nvGrpSpPr>
        <p:grpSpPr>
          <a:xfrm>
            <a:off x="1987581" y="3541109"/>
            <a:ext cx="551180" cy="217170"/>
            <a:chOff x="1987581" y="3541109"/>
            <a:chExt cx="551180" cy="217170"/>
          </a:xfrm>
        </p:grpSpPr>
        <p:pic>
          <p:nvPicPr>
            <p:cNvPr id="208" name="object 208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987581" y="3541109"/>
              <a:ext cx="157067" cy="216693"/>
            </a:xfrm>
            <a:prstGeom prst="rect">
              <a:avLst/>
            </a:prstGeom>
          </p:spPr>
        </p:pic>
        <p:pic>
          <p:nvPicPr>
            <p:cNvPr id="209" name="object 209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2176652" y="3615880"/>
              <a:ext cx="106775" cy="141922"/>
            </a:xfrm>
            <a:prstGeom prst="rect">
              <a:avLst/>
            </a:prstGeom>
          </p:spPr>
        </p:pic>
        <p:pic>
          <p:nvPicPr>
            <p:cNvPr id="210" name="object 210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2310955" y="3582352"/>
              <a:ext cx="94487" cy="175450"/>
            </a:xfrm>
            <a:prstGeom prst="rect">
              <a:avLst/>
            </a:prstGeom>
          </p:spPr>
        </p:pic>
        <p:pic>
          <p:nvPicPr>
            <p:cNvPr id="211" name="object 211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2431446" y="3615880"/>
              <a:ext cx="106775" cy="141922"/>
            </a:xfrm>
            <a:prstGeom prst="rect">
              <a:avLst/>
            </a:prstGeom>
          </p:spPr>
        </p:pic>
      </p:grpSp>
      <p:grpSp>
        <p:nvGrpSpPr>
          <p:cNvPr id="212" name="object 212" descr=""/>
          <p:cNvGrpSpPr/>
          <p:nvPr/>
        </p:nvGrpSpPr>
        <p:grpSpPr>
          <a:xfrm>
            <a:off x="2584703" y="3544823"/>
            <a:ext cx="893444" cy="273050"/>
            <a:chOff x="2584703" y="3544823"/>
            <a:chExt cx="893444" cy="273050"/>
          </a:xfrm>
        </p:grpSpPr>
        <p:sp>
          <p:nvSpPr>
            <p:cNvPr id="213" name="object 213" descr=""/>
            <p:cNvSpPr/>
            <p:nvPr/>
          </p:nvSpPr>
          <p:spPr>
            <a:xfrm>
              <a:off x="2584703" y="3544823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60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4" name="object 214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2640425" y="3615880"/>
              <a:ext cx="289750" cy="201453"/>
            </a:xfrm>
            <a:prstGeom prst="rect">
              <a:avLst/>
            </a:prstGeom>
          </p:spPr>
        </p:pic>
        <p:sp>
          <p:nvSpPr>
            <p:cNvPr id="215" name="object 215" descr=""/>
            <p:cNvSpPr/>
            <p:nvPr/>
          </p:nvSpPr>
          <p:spPr>
            <a:xfrm>
              <a:off x="2962656" y="3544823"/>
              <a:ext cx="27940" cy="210820"/>
            </a:xfrm>
            <a:custGeom>
              <a:avLst/>
              <a:gdLst/>
              <a:ahLst/>
              <a:cxnLst/>
              <a:rect l="l" t="t" r="r" b="b"/>
              <a:pathLst>
                <a:path w="27939" h="210820">
                  <a:moveTo>
                    <a:pt x="27432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3024758" y="3582352"/>
              <a:ext cx="94583" cy="175450"/>
            </a:xfrm>
            <a:prstGeom prst="rect">
              <a:avLst/>
            </a:prstGeom>
          </p:spPr>
        </p:pic>
        <p:pic>
          <p:nvPicPr>
            <p:cNvPr id="217" name="object 217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3139154" y="3615880"/>
              <a:ext cx="114395" cy="141827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3287172" y="3617404"/>
              <a:ext cx="190690" cy="137350"/>
            </a:xfrm>
            <a:prstGeom prst="rect">
              <a:avLst/>
            </a:prstGeom>
          </p:spPr>
        </p:pic>
      </p:grpSp>
      <p:sp>
        <p:nvSpPr>
          <p:cNvPr id="219" name="object 219" descr=""/>
          <p:cNvSpPr/>
          <p:nvPr/>
        </p:nvSpPr>
        <p:spPr>
          <a:xfrm>
            <a:off x="3531203" y="3730371"/>
            <a:ext cx="26034" cy="62865"/>
          </a:xfrm>
          <a:custGeom>
            <a:avLst/>
            <a:gdLst/>
            <a:ahLst/>
            <a:cxnLst/>
            <a:rect l="l" t="t" r="r" b="b"/>
            <a:pathLst>
              <a:path w="26035" h="62864">
                <a:moveTo>
                  <a:pt x="13716" y="62484"/>
                </a:moveTo>
                <a:lnTo>
                  <a:pt x="0" y="62484"/>
                </a:lnTo>
                <a:lnTo>
                  <a:pt x="7620" y="24384"/>
                </a:lnTo>
                <a:lnTo>
                  <a:pt x="0" y="24384"/>
                </a:lnTo>
                <a:lnTo>
                  <a:pt x="0" y="0"/>
                </a:lnTo>
                <a:lnTo>
                  <a:pt x="25908" y="0"/>
                </a:lnTo>
                <a:lnTo>
                  <a:pt x="25908" y="24384"/>
                </a:lnTo>
                <a:lnTo>
                  <a:pt x="13716" y="62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0" name="object 220" descr=""/>
          <p:cNvGrpSpPr/>
          <p:nvPr/>
        </p:nvGrpSpPr>
        <p:grpSpPr>
          <a:xfrm>
            <a:off x="3692937" y="3544823"/>
            <a:ext cx="876300" cy="273050"/>
            <a:chOff x="3692937" y="3544823"/>
            <a:chExt cx="876300" cy="273050"/>
          </a:xfrm>
        </p:grpSpPr>
        <p:pic>
          <p:nvPicPr>
            <p:cNvPr id="221" name="object 221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3692937" y="3582352"/>
              <a:ext cx="94487" cy="175450"/>
            </a:xfrm>
            <a:prstGeom prst="rect">
              <a:avLst/>
            </a:prstGeom>
          </p:spPr>
        </p:pic>
        <p:pic>
          <p:nvPicPr>
            <p:cNvPr id="222" name="object 222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3821048" y="3617404"/>
              <a:ext cx="74675" cy="137350"/>
            </a:xfrm>
            <a:prstGeom prst="rect">
              <a:avLst/>
            </a:prstGeom>
          </p:spPr>
        </p:pic>
        <p:sp>
          <p:nvSpPr>
            <p:cNvPr id="223" name="object 223" descr=""/>
            <p:cNvSpPr/>
            <p:nvPr/>
          </p:nvSpPr>
          <p:spPr>
            <a:xfrm>
              <a:off x="3921722" y="355645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4" name="object 224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3979640" y="3615880"/>
              <a:ext cx="419481" cy="201453"/>
            </a:xfrm>
            <a:prstGeom prst="rect">
              <a:avLst/>
            </a:prstGeom>
          </p:spPr>
        </p:pic>
        <p:pic>
          <p:nvPicPr>
            <p:cNvPr id="225" name="object 225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4434173" y="3617404"/>
              <a:ext cx="73247" cy="137350"/>
            </a:xfrm>
            <a:prstGeom prst="rect">
              <a:avLst/>
            </a:prstGeom>
          </p:spPr>
        </p:pic>
        <p:sp>
          <p:nvSpPr>
            <p:cNvPr id="226" name="object 226" descr=""/>
            <p:cNvSpPr/>
            <p:nvPr/>
          </p:nvSpPr>
          <p:spPr>
            <a:xfrm>
              <a:off x="4541519" y="3544823"/>
              <a:ext cx="27940" cy="210820"/>
            </a:xfrm>
            <a:custGeom>
              <a:avLst/>
              <a:gdLst/>
              <a:ahLst/>
              <a:cxnLst/>
              <a:rect l="l" t="t" r="r" b="b"/>
              <a:pathLst>
                <a:path w="27939" h="210820">
                  <a:moveTo>
                    <a:pt x="27432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7" name="object 227" descr=""/>
          <p:cNvGrpSpPr/>
          <p:nvPr/>
        </p:nvGrpSpPr>
        <p:grpSpPr>
          <a:xfrm>
            <a:off x="4620291" y="3527393"/>
            <a:ext cx="857250" cy="304165"/>
            <a:chOff x="4620291" y="3527393"/>
            <a:chExt cx="857250" cy="304165"/>
          </a:xfrm>
        </p:grpSpPr>
        <p:pic>
          <p:nvPicPr>
            <p:cNvPr id="228" name="object 228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4620291" y="3617404"/>
              <a:ext cx="106775" cy="137350"/>
            </a:xfrm>
            <a:prstGeom prst="rect">
              <a:avLst/>
            </a:prstGeom>
          </p:spPr>
        </p:pic>
        <p:pic>
          <p:nvPicPr>
            <p:cNvPr id="229" name="object 229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4756022" y="3615880"/>
              <a:ext cx="277653" cy="141922"/>
            </a:xfrm>
            <a:prstGeom prst="rect">
              <a:avLst/>
            </a:prstGeom>
          </p:spPr>
        </p:pic>
        <p:sp>
          <p:nvSpPr>
            <p:cNvPr id="230" name="object 230" descr=""/>
            <p:cNvSpPr/>
            <p:nvPr/>
          </p:nvSpPr>
          <p:spPr>
            <a:xfrm>
              <a:off x="5065674" y="355645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485" y="64008"/>
                  </a:moveTo>
                  <a:lnTo>
                    <a:pt x="1524" y="64008"/>
                  </a:lnTo>
                  <a:lnTo>
                    <a:pt x="1524" y="198310"/>
                  </a:lnTo>
                  <a:lnTo>
                    <a:pt x="24485" y="198310"/>
                  </a:lnTo>
                  <a:lnTo>
                    <a:pt x="24485" y="64008"/>
                  </a:lnTo>
                  <a:close/>
                </a:path>
                <a:path w="27939" h="198754">
                  <a:moveTo>
                    <a:pt x="2753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533" y="27432"/>
                  </a:lnTo>
                  <a:lnTo>
                    <a:pt x="275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1" name="object 231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5125211" y="3615880"/>
              <a:ext cx="250126" cy="141922"/>
            </a:xfrm>
            <a:prstGeom prst="rect">
              <a:avLst/>
            </a:prstGeom>
          </p:spPr>
        </p:pic>
        <p:sp>
          <p:nvSpPr>
            <p:cNvPr id="232" name="object 232" descr=""/>
            <p:cNvSpPr/>
            <p:nvPr/>
          </p:nvSpPr>
          <p:spPr>
            <a:xfrm>
              <a:off x="5401246" y="3527393"/>
              <a:ext cx="76835" cy="304165"/>
            </a:xfrm>
            <a:custGeom>
              <a:avLst/>
              <a:gdLst/>
              <a:ahLst/>
              <a:cxnLst/>
              <a:rect l="l" t="t" r="r" b="b"/>
              <a:pathLst>
                <a:path w="76835" h="304164">
                  <a:moveTo>
                    <a:pt x="18383" y="303656"/>
                  </a:moveTo>
                  <a:lnTo>
                    <a:pt x="0" y="303656"/>
                  </a:lnTo>
                  <a:lnTo>
                    <a:pt x="8389" y="294082"/>
                  </a:lnTo>
                  <a:lnTo>
                    <a:pt x="18752" y="280785"/>
                  </a:lnTo>
                  <a:lnTo>
                    <a:pt x="39719" y="239553"/>
                  </a:lnTo>
                  <a:lnTo>
                    <a:pt x="50387" y="189023"/>
                  </a:lnTo>
                  <a:lnTo>
                    <a:pt x="51911" y="151066"/>
                  </a:lnTo>
                  <a:lnTo>
                    <a:pt x="45742" y="88417"/>
                  </a:lnTo>
                  <a:lnTo>
                    <a:pt x="31134" y="44636"/>
                  </a:lnTo>
                  <a:lnTo>
                    <a:pt x="13937" y="16304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33218" y="15661"/>
                  </a:lnTo>
                  <a:lnTo>
                    <a:pt x="52482" y="44065"/>
                  </a:lnTo>
                  <a:lnTo>
                    <a:pt x="69175" y="88202"/>
                  </a:lnTo>
                  <a:lnTo>
                    <a:pt x="76295" y="151066"/>
                  </a:lnTo>
                  <a:lnTo>
                    <a:pt x="75652" y="169798"/>
                  </a:lnTo>
                  <a:lnTo>
                    <a:pt x="69222" y="214154"/>
                  </a:lnTo>
                  <a:lnTo>
                    <a:pt x="50530" y="263111"/>
                  </a:lnTo>
                  <a:lnTo>
                    <a:pt x="27003" y="294916"/>
                  </a:lnTo>
                  <a:lnTo>
                    <a:pt x="18383" y="303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3" name="object 233" descr=""/>
          <p:cNvGrpSpPr/>
          <p:nvPr/>
        </p:nvGrpSpPr>
        <p:grpSpPr>
          <a:xfrm>
            <a:off x="5626989" y="3615880"/>
            <a:ext cx="339090" cy="142240"/>
            <a:chOff x="5626989" y="3615880"/>
            <a:chExt cx="339090" cy="142240"/>
          </a:xfrm>
        </p:grpSpPr>
        <p:pic>
          <p:nvPicPr>
            <p:cNvPr id="234" name="object 234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5626989" y="3617404"/>
              <a:ext cx="190690" cy="137350"/>
            </a:xfrm>
            <a:prstGeom prst="rect">
              <a:avLst/>
            </a:prstGeom>
          </p:spPr>
        </p:pic>
        <p:pic>
          <p:nvPicPr>
            <p:cNvPr id="235" name="object 235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5858922" y="3615880"/>
              <a:ext cx="106775" cy="141922"/>
            </a:xfrm>
            <a:prstGeom prst="rect">
              <a:avLst/>
            </a:prstGeom>
          </p:spPr>
        </p:pic>
      </p:grpSp>
      <p:grpSp>
        <p:nvGrpSpPr>
          <p:cNvPr id="236" name="object 236" descr=""/>
          <p:cNvGrpSpPr/>
          <p:nvPr/>
        </p:nvGrpSpPr>
        <p:grpSpPr>
          <a:xfrm>
            <a:off x="6012941" y="3615880"/>
            <a:ext cx="552450" cy="201930"/>
            <a:chOff x="6012941" y="3615880"/>
            <a:chExt cx="552450" cy="201930"/>
          </a:xfrm>
        </p:grpSpPr>
        <p:pic>
          <p:nvPicPr>
            <p:cNvPr id="237" name="object 237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6012941" y="3617404"/>
              <a:ext cx="106775" cy="137350"/>
            </a:xfrm>
            <a:prstGeom prst="rect">
              <a:avLst/>
            </a:prstGeom>
          </p:spPr>
        </p:pic>
        <p:pic>
          <p:nvPicPr>
            <p:cNvPr id="238" name="object 238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6160960" y="3615880"/>
              <a:ext cx="106775" cy="141922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6298215" y="3615880"/>
              <a:ext cx="266890" cy="201453"/>
            </a:xfrm>
            <a:prstGeom prst="rect">
              <a:avLst/>
            </a:prstGeom>
          </p:spPr>
        </p:pic>
      </p:grpSp>
      <p:grpSp>
        <p:nvGrpSpPr>
          <p:cNvPr id="240" name="object 240" descr=""/>
          <p:cNvGrpSpPr/>
          <p:nvPr/>
        </p:nvGrpSpPr>
        <p:grpSpPr>
          <a:xfrm>
            <a:off x="6700932" y="3615880"/>
            <a:ext cx="480695" cy="142240"/>
            <a:chOff x="6700932" y="3615880"/>
            <a:chExt cx="480695" cy="142240"/>
          </a:xfrm>
        </p:grpSpPr>
        <p:pic>
          <p:nvPicPr>
            <p:cNvPr id="241" name="object 241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6700932" y="3620452"/>
              <a:ext cx="106775" cy="137350"/>
            </a:xfrm>
            <a:prstGeom prst="rect">
              <a:avLst/>
            </a:prstGeom>
          </p:spPr>
        </p:pic>
        <p:pic>
          <p:nvPicPr>
            <p:cNvPr id="242" name="object 242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6839712" y="3615880"/>
              <a:ext cx="233362" cy="141922"/>
            </a:xfrm>
            <a:prstGeom prst="rect">
              <a:avLst/>
            </a:prstGeom>
          </p:spPr>
        </p:pic>
        <p:pic>
          <p:nvPicPr>
            <p:cNvPr id="243" name="object 243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7106698" y="3617404"/>
              <a:ext cx="74675" cy="137350"/>
            </a:xfrm>
            <a:prstGeom prst="rect">
              <a:avLst/>
            </a:prstGeom>
          </p:spPr>
        </p:pic>
      </p:grpSp>
      <p:sp>
        <p:nvSpPr>
          <p:cNvPr id="244" name="object 244" descr=""/>
          <p:cNvSpPr/>
          <p:nvPr/>
        </p:nvSpPr>
        <p:spPr>
          <a:xfrm>
            <a:off x="7309472" y="3556456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40" h="198754">
                <a:moveTo>
                  <a:pt x="24485" y="64008"/>
                </a:moveTo>
                <a:lnTo>
                  <a:pt x="1524" y="64008"/>
                </a:lnTo>
                <a:lnTo>
                  <a:pt x="1524" y="198310"/>
                </a:lnTo>
                <a:lnTo>
                  <a:pt x="24485" y="198310"/>
                </a:lnTo>
                <a:lnTo>
                  <a:pt x="24485" y="64008"/>
                </a:lnTo>
                <a:close/>
              </a:path>
              <a:path w="27940" h="198754">
                <a:moveTo>
                  <a:pt x="27533" y="0"/>
                </a:moveTo>
                <a:lnTo>
                  <a:pt x="0" y="0"/>
                </a:lnTo>
                <a:lnTo>
                  <a:pt x="0" y="27432"/>
                </a:lnTo>
                <a:lnTo>
                  <a:pt x="27533" y="27432"/>
                </a:lnTo>
                <a:lnTo>
                  <a:pt x="27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5" name="object 245" descr=""/>
          <p:cNvGrpSpPr/>
          <p:nvPr/>
        </p:nvGrpSpPr>
        <p:grpSpPr>
          <a:xfrm>
            <a:off x="7382732" y="3556444"/>
            <a:ext cx="1223645" cy="201930"/>
            <a:chOff x="7382732" y="3556444"/>
            <a:chExt cx="1223645" cy="201930"/>
          </a:xfrm>
        </p:grpSpPr>
        <p:pic>
          <p:nvPicPr>
            <p:cNvPr id="246" name="object 246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7382732" y="3617404"/>
              <a:ext cx="108299" cy="137350"/>
            </a:xfrm>
            <a:prstGeom prst="rect">
              <a:avLst/>
            </a:prstGeom>
          </p:spPr>
        </p:pic>
        <p:pic>
          <p:nvPicPr>
            <p:cNvPr id="247" name="object 247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7519987" y="3582352"/>
              <a:ext cx="94583" cy="175450"/>
            </a:xfrm>
            <a:prstGeom prst="rect">
              <a:avLst/>
            </a:prstGeom>
          </p:spPr>
        </p:pic>
        <p:pic>
          <p:nvPicPr>
            <p:cNvPr id="248" name="object 248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7634382" y="3615880"/>
              <a:ext cx="114395" cy="141922"/>
            </a:xfrm>
            <a:prstGeom prst="rect">
              <a:avLst/>
            </a:prstGeom>
          </p:spPr>
        </p:pic>
        <p:pic>
          <p:nvPicPr>
            <p:cNvPr id="249" name="object 249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7783925" y="3617404"/>
              <a:ext cx="73151" cy="137350"/>
            </a:xfrm>
            <a:prstGeom prst="rect">
              <a:avLst/>
            </a:prstGeom>
          </p:spPr>
        </p:pic>
        <p:pic>
          <p:nvPicPr>
            <p:cNvPr id="250" name="object 250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7878508" y="3615880"/>
              <a:ext cx="106775" cy="141922"/>
            </a:xfrm>
            <a:prstGeom prst="rect">
              <a:avLst/>
            </a:prstGeom>
          </p:spPr>
        </p:pic>
        <p:pic>
          <p:nvPicPr>
            <p:cNvPr id="251" name="object 251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8017287" y="3582352"/>
              <a:ext cx="224218" cy="175450"/>
            </a:xfrm>
            <a:prstGeom prst="rect">
              <a:avLst/>
            </a:prstGeom>
          </p:spPr>
        </p:pic>
        <p:sp>
          <p:nvSpPr>
            <p:cNvPr id="252" name="object 252" descr=""/>
            <p:cNvSpPr/>
            <p:nvPr/>
          </p:nvSpPr>
          <p:spPr>
            <a:xfrm>
              <a:off x="8273504" y="355645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472" y="64008"/>
                  </a:moveTo>
                  <a:lnTo>
                    <a:pt x="1524" y="64008"/>
                  </a:lnTo>
                  <a:lnTo>
                    <a:pt x="1524" y="198310"/>
                  </a:lnTo>
                  <a:lnTo>
                    <a:pt x="24472" y="198310"/>
                  </a:lnTo>
                  <a:lnTo>
                    <a:pt x="24472" y="64008"/>
                  </a:lnTo>
                  <a:close/>
                </a:path>
                <a:path w="27940" h="198754">
                  <a:moveTo>
                    <a:pt x="2752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520" y="27432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8331517" y="3615880"/>
              <a:ext cx="132683" cy="141922"/>
            </a:xfrm>
            <a:prstGeom prst="rect">
              <a:avLst/>
            </a:prstGeom>
          </p:spPr>
        </p:pic>
        <p:pic>
          <p:nvPicPr>
            <p:cNvPr id="254" name="object 254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8499252" y="3617404"/>
              <a:ext cx="106775" cy="137350"/>
            </a:xfrm>
            <a:prstGeom prst="rect">
              <a:avLst/>
            </a:prstGeom>
          </p:spPr>
        </p:pic>
      </p:grpSp>
      <p:pic>
        <p:nvPicPr>
          <p:cNvPr id="255" name="object 255" descr=""/>
          <p:cNvPicPr/>
          <p:nvPr/>
        </p:nvPicPr>
        <p:blipFill>
          <a:blip r:embed="rId155" cstate="print"/>
          <a:stretch>
            <a:fillRect/>
          </a:stretch>
        </p:blipFill>
        <p:spPr>
          <a:xfrm>
            <a:off x="8747950" y="3615880"/>
            <a:ext cx="106775" cy="141922"/>
          </a:xfrm>
          <a:prstGeom prst="rect">
            <a:avLst/>
          </a:prstGeom>
        </p:spPr>
      </p:pic>
      <p:grpSp>
        <p:nvGrpSpPr>
          <p:cNvPr id="256" name="object 256" descr=""/>
          <p:cNvGrpSpPr/>
          <p:nvPr/>
        </p:nvGrpSpPr>
        <p:grpSpPr>
          <a:xfrm>
            <a:off x="8900445" y="3544157"/>
            <a:ext cx="264160" cy="213995"/>
            <a:chOff x="8900445" y="3544157"/>
            <a:chExt cx="264160" cy="213995"/>
          </a:xfrm>
        </p:grpSpPr>
        <p:pic>
          <p:nvPicPr>
            <p:cNvPr id="257" name="object 257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8900445" y="3617404"/>
              <a:ext cx="106775" cy="137350"/>
            </a:xfrm>
            <a:prstGeom prst="rect">
              <a:avLst/>
            </a:prstGeom>
          </p:spPr>
        </p:pic>
        <p:pic>
          <p:nvPicPr>
            <p:cNvPr id="258" name="object 258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9043892" y="3544157"/>
              <a:ext cx="120491" cy="213645"/>
            </a:xfrm>
            <a:prstGeom prst="rect">
              <a:avLst/>
            </a:prstGeom>
          </p:spPr>
        </p:pic>
      </p:grpSp>
      <p:grpSp>
        <p:nvGrpSpPr>
          <p:cNvPr id="259" name="object 259" descr=""/>
          <p:cNvGrpSpPr/>
          <p:nvPr/>
        </p:nvGrpSpPr>
        <p:grpSpPr>
          <a:xfrm>
            <a:off x="1400270" y="3957732"/>
            <a:ext cx="596900" cy="177165"/>
            <a:chOff x="1400270" y="3957732"/>
            <a:chExt cx="596900" cy="177165"/>
          </a:xfrm>
        </p:grpSpPr>
        <p:pic>
          <p:nvPicPr>
            <p:cNvPr id="260" name="object 260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400270" y="3957732"/>
              <a:ext cx="207454" cy="176974"/>
            </a:xfrm>
            <a:prstGeom prst="rect">
              <a:avLst/>
            </a:prstGeom>
          </p:spPr>
        </p:pic>
        <p:pic>
          <p:nvPicPr>
            <p:cNvPr id="261" name="object 261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633632" y="3991260"/>
              <a:ext cx="106775" cy="143446"/>
            </a:xfrm>
            <a:prstGeom prst="rect">
              <a:avLst/>
            </a:prstGeom>
          </p:spPr>
        </p:pic>
        <p:pic>
          <p:nvPicPr>
            <p:cNvPr id="262" name="object 262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767839" y="3957732"/>
              <a:ext cx="94583" cy="176974"/>
            </a:xfrm>
            <a:prstGeom prst="rect">
              <a:avLst/>
            </a:prstGeom>
          </p:spPr>
        </p:pic>
        <p:pic>
          <p:nvPicPr>
            <p:cNvPr id="263" name="object 263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882330" y="3991260"/>
              <a:ext cx="114395" cy="143446"/>
            </a:xfrm>
            <a:prstGeom prst="rect">
              <a:avLst/>
            </a:prstGeom>
          </p:spPr>
        </p:pic>
      </p:grpSp>
      <p:grpSp>
        <p:nvGrpSpPr>
          <p:cNvPr id="264" name="object 264" descr=""/>
          <p:cNvGrpSpPr/>
          <p:nvPr/>
        </p:nvGrpSpPr>
        <p:grpSpPr>
          <a:xfrm>
            <a:off x="814577" y="4380357"/>
            <a:ext cx="593725" cy="217170"/>
            <a:chOff x="814577" y="4380357"/>
            <a:chExt cx="593725" cy="217170"/>
          </a:xfrm>
        </p:grpSpPr>
        <p:pic>
          <p:nvPicPr>
            <p:cNvPr id="265" name="object 265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814577" y="4380357"/>
              <a:ext cx="175355" cy="216693"/>
            </a:xfrm>
            <a:prstGeom prst="rect">
              <a:avLst/>
            </a:prstGeom>
          </p:spPr>
        </p:pic>
        <p:pic>
          <p:nvPicPr>
            <p:cNvPr id="266" name="object 266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026604" y="4445984"/>
              <a:ext cx="263842" cy="148018"/>
            </a:xfrm>
            <a:prstGeom prst="rect">
              <a:avLst/>
            </a:prstGeom>
          </p:spPr>
        </p:pic>
        <p:pic>
          <p:nvPicPr>
            <p:cNvPr id="267" name="object 267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317878" y="4447508"/>
              <a:ext cx="90011" cy="141922"/>
            </a:xfrm>
            <a:prstGeom prst="rect">
              <a:avLst/>
            </a:prstGeom>
          </p:spPr>
        </p:pic>
      </p:grpSp>
      <p:sp>
        <p:nvSpPr>
          <p:cNvPr id="268" name="object 268" descr=""/>
          <p:cNvSpPr/>
          <p:nvPr/>
        </p:nvSpPr>
        <p:spPr>
          <a:xfrm>
            <a:off x="1551336" y="4380357"/>
            <a:ext cx="44450" cy="209550"/>
          </a:xfrm>
          <a:custGeom>
            <a:avLst/>
            <a:gdLst/>
            <a:ahLst/>
            <a:cxnLst/>
            <a:rect l="l" t="t" r="r" b="b"/>
            <a:pathLst>
              <a:path w="44450" h="209550">
                <a:moveTo>
                  <a:pt x="41148" y="209073"/>
                </a:moveTo>
                <a:lnTo>
                  <a:pt x="3048" y="209073"/>
                </a:lnTo>
                <a:lnTo>
                  <a:pt x="0" y="206025"/>
                </a:lnTo>
                <a:lnTo>
                  <a:pt x="0" y="3047"/>
                </a:lnTo>
                <a:lnTo>
                  <a:pt x="3048" y="0"/>
                </a:lnTo>
                <a:lnTo>
                  <a:pt x="41148" y="0"/>
                </a:lnTo>
                <a:lnTo>
                  <a:pt x="44196" y="4571"/>
                </a:lnTo>
                <a:lnTo>
                  <a:pt x="44196" y="195357"/>
                </a:lnTo>
                <a:lnTo>
                  <a:pt x="44196" y="206025"/>
                </a:lnTo>
                <a:lnTo>
                  <a:pt x="41148" y="2090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9" name="object 269" descr=""/>
          <p:cNvGrpSpPr/>
          <p:nvPr/>
        </p:nvGrpSpPr>
        <p:grpSpPr>
          <a:xfrm>
            <a:off x="1641252" y="4375784"/>
            <a:ext cx="1170305" cy="218440"/>
            <a:chOff x="1641252" y="4375784"/>
            <a:chExt cx="1170305" cy="218440"/>
          </a:xfrm>
        </p:grpSpPr>
        <p:pic>
          <p:nvPicPr>
            <p:cNvPr id="270" name="object 270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1641252" y="4447508"/>
              <a:ext cx="132778" cy="141922"/>
            </a:xfrm>
            <a:prstGeom prst="rect">
              <a:avLst/>
            </a:prstGeom>
          </p:spPr>
        </p:pic>
        <p:pic>
          <p:nvPicPr>
            <p:cNvPr id="271" name="object 271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1798415" y="4410932"/>
              <a:ext cx="106775" cy="183070"/>
            </a:xfrm>
            <a:prstGeom prst="rect">
              <a:avLst/>
            </a:prstGeom>
          </p:spPr>
        </p:pic>
        <p:pic>
          <p:nvPicPr>
            <p:cNvPr id="272" name="object 272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925002" y="4445984"/>
              <a:ext cx="134207" cy="148018"/>
            </a:xfrm>
            <a:prstGeom prst="rect">
              <a:avLst/>
            </a:prstGeom>
          </p:spPr>
        </p:pic>
        <p:pic>
          <p:nvPicPr>
            <p:cNvPr id="273" name="object 273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2088261" y="4375784"/>
              <a:ext cx="338613" cy="218217"/>
            </a:xfrm>
            <a:prstGeom prst="rect">
              <a:avLst/>
            </a:prstGeom>
          </p:spPr>
        </p:pic>
        <p:pic>
          <p:nvPicPr>
            <p:cNvPr id="274" name="object 274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2454306" y="4445984"/>
              <a:ext cx="280701" cy="148018"/>
            </a:xfrm>
            <a:prstGeom prst="rect">
              <a:avLst/>
            </a:prstGeom>
          </p:spPr>
        </p:pic>
        <p:sp>
          <p:nvSpPr>
            <p:cNvPr id="275" name="object 275" descr=""/>
            <p:cNvSpPr/>
            <p:nvPr/>
          </p:nvSpPr>
          <p:spPr>
            <a:xfrm>
              <a:off x="2771584" y="4450562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5" h="139064">
                  <a:moveTo>
                    <a:pt x="39624" y="99148"/>
                  </a:moveTo>
                  <a:lnTo>
                    <a:pt x="0" y="99148"/>
                  </a:lnTo>
                  <a:lnTo>
                    <a:pt x="0" y="138874"/>
                  </a:lnTo>
                  <a:lnTo>
                    <a:pt x="39624" y="138874"/>
                  </a:lnTo>
                  <a:lnTo>
                    <a:pt x="39624" y="99148"/>
                  </a:lnTo>
                  <a:close/>
                </a:path>
                <a:path w="40005" h="139064">
                  <a:moveTo>
                    <a:pt x="39624" y="0"/>
                  </a:moveTo>
                  <a:lnTo>
                    <a:pt x="0" y="0"/>
                  </a:lnTo>
                  <a:lnTo>
                    <a:pt x="0" y="39712"/>
                  </a:lnTo>
                  <a:lnTo>
                    <a:pt x="39624" y="39712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6" name="object 276" descr=""/>
          <p:cNvPicPr/>
          <p:nvPr/>
        </p:nvPicPr>
        <p:blipFill>
          <a:blip r:embed="rId170" cstate="print"/>
          <a:stretch>
            <a:fillRect/>
          </a:stretch>
        </p:blipFill>
        <p:spPr>
          <a:xfrm>
            <a:off x="1029652" y="4851844"/>
            <a:ext cx="186023" cy="173926"/>
          </a:xfrm>
          <a:prstGeom prst="rect">
            <a:avLst/>
          </a:prstGeom>
        </p:spPr>
      </p:pic>
      <p:grpSp>
        <p:nvGrpSpPr>
          <p:cNvPr id="277" name="object 277" descr=""/>
          <p:cNvGrpSpPr/>
          <p:nvPr/>
        </p:nvGrpSpPr>
        <p:grpSpPr>
          <a:xfrm>
            <a:off x="1421606" y="4838128"/>
            <a:ext cx="1237615" cy="213995"/>
            <a:chOff x="1421606" y="4838128"/>
            <a:chExt cx="1237615" cy="213995"/>
          </a:xfrm>
        </p:grpSpPr>
        <p:pic>
          <p:nvPicPr>
            <p:cNvPr id="278" name="object 278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421606" y="4838128"/>
              <a:ext cx="323373" cy="213645"/>
            </a:xfrm>
            <a:prstGeom prst="rect">
              <a:avLst/>
            </a:prstGeom>
          </p:spPr>
        </p:pic>
        <p:pic>
          <p:nvPicPr>
            <p:cNvPr id="279" name="object 279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766411" y="4838128"/>
              <a:ext cx="365307" cy="213646"/>
            </a:xfrm>
            <a:prstGeom prst="rect">
              <a:avLst/>
            </a:prstGeom>
          </p:spPr>
        </p:pic>
        <p:pic>
          <p:nvPicPr>
            <p:cNvPr id="280" name="object 280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2157507" y="4909851"/>
              <a:ext cx="501205" cy="141922"/>
            </a:xfrm>
            <a:prstGeom prst="rect">
              <a:avLst/>
            </a:prstGeom>
          </p:spPr>
        </p:pic>
      </p:grpSp>
      <p:sp>
        <p:nvSpPr>
          <p:cNvPr id="281" name="object 281" descr=""/>
          <p:cNvSpPr/>
          <p:nvPr/>
        </p:nvSpPr>
        <p:spPr>
          <a:xfrm>
            <a:off x="2751759" y="4832032"/>
            <a:ext cx="875665" cy="224790"/>
          </a:xfrm>
          <a:custGeom>
            <a:avLst/>
            <a:gdLst/>
            <a:ahLst/>
            <a:cxnLst/>
            <a:rect l="l" t="t" r="r" b="b"/>
            <a:pathLst>
              <a:path w="875664" h="224789">
                <a:moveTo>
                  <a:pt x="166217" y="15240"/>
                </a:moveTo>
                <a:lnTo>
                  <a:pt x="155333" y="8369"/>
                </a:lnTo>
                <a:lnTo>
                  <a:pt x="143167" y="3619"/>
                </a:lnTo>
                <a:lnTo>
                  <a:pt x="129565" y="889"/>
                </a:lnTo>
                <a:lnTo>
                  <a:pt x="114401" y="0"/>
                </a:lnTo>
                <a:lnTo>
                  <a:pt x="84582" y="5219"/>
                </a:lnTo>
                <a:lnTo>
                  <a:pt x="60210" y="18872"/>
                </a:lnTo>
                <a:lnTo>
                  <a:pt x="42722" y="37985"/>
                </a:lnTo>
                <a:lnTo>
                  <a:pt x="33528" y="59537"/>
                </a:lnTo>
                <a:lnTo>
                  <a:pt x="32156" y="69557"/>
                </a:lnTo>
                <a:lnTo>
                  <a:pt x="32766" y="79159"/>
                </a:lnTo>
                <a:lnTo>
                  <a:pt x="58674" y="112306"/>
                </a:lnTo>
                <a:lnTo>
                  <a:pt x="80772" y="118973"/>
                </a:lnTo>
                <a:lnTo>
                  <a:pt x="95504" y="123558"/>
                </a:lnTo>
                <a:lnTo>
                  <a:pt x="122110" y="153809"/>
                </a:lnTo>
                <a:lnTo>
                  <a:pt x="122021" y="163258"/>
                </a:lnTo>
                <a:lnTo>
                  <a:pt x="115608" y="177825"/>
                </a:lnTo>
                <a:lnTo>
                  <a:pt x="103911" y="190550"/>
                </a:lnTo>
                <a:lnTo>
                  <a:pt x="87909" y="199567"/>
                </a:lnTo>
                <a:lnTo>
                  <a:pt x="68580" y="202984"/>
                </a:lnTo>
                <a:lnTo>
                  <a:pt x="57150" y="202158"/>
                </a:lnTo>
                <a:lnTo>
                  <a:pt x="42291" y="198742"/>
                </a:lnTo>
                <a:lnTo>
                  <a:pt x="25717" y="191325"/>
                </a:lnTo>
                <a:lnTo>
                  <a:pt x="9144" y="178498"/>
                </a:lnTo>
                <a:lnTo>
                  <a:pt x="0" y="202984"/>
                </a:lnTo>
                <a:lnTo>
                  <a:pt x="17081" y="213385"/>
                </a:lnTo>
                <a:lnTo>
                  <a:pt x="33718" y="219938"/>
                </a:lnTo>
                <a:lnTo>
                  <a:pt x="49517" y="223342"/>
                </a:lnTo>
                <a:lnTo>
                  <a:pt x="64008" y="224320"/>
                </a:lnTo>
                <a:lnTo>
                  <a:pt x="93218" y="218808"/>
                </a:lnTo>
                <a:lnTo>
                  <a:pt x="117817" y="204266"/>
                </a:lnTo>
                <a:lnTo>
                  <a:pt x="136118" y="183730"/>
                </a:lnTo>
                <a:lnTo>
                  <a:pt x="146405" y="160210"/>
                </a:lnTo>
                <a:lnTo>
                  <a:pt x="147789" y="146265"/>
                </a:lnTo>
                <a:lnTo>
                  <a:pt x="146024" y="134302"/>
                </a:lnTo>
                <a:lnTo>
                  <a:pt x="121450" y="102971"/>
                </a:lnTo>
                <a:lnTo>
                  <a:pt x="81838" y="90284"/>
                </a:lnTo>
                <a:lnTo>
                  <a:pt x="74879" y="87922"/>
                </a:lnTo>
                <a:lnTo>
                  <a:pt x="69367" y="84709"/>
                </a:lnTo>
                <a:lnTo>
                  <a:pt x="64008" y="79349"/>
                </a:lnTo>
                <a:lnTo>
                  <a:pt x="61341" y="77063"/>
                </a:lnTo>
                <a:lnTo>
                  <a:pt x="58674" y="72491"/>
                </a:lnTo>
                <a:lnTo>
                  <a:pt x="57150" y="65633"/>
                </a:lnTo>
                <a:lnTo>
                  <a:pt x="57912" y="56489"/>
                </a:lnTo>
                <a:lnTo>
                  <a:pt x="63449" y="43002"/>
                </a:lnTo>
                <a:lnTo>
                  <a:pt x="74688" y="31254"/>
                </a:lnTo>
                <a:lnTo>
                  <a:pt x="90538" y="22961"/>
                </a:lnTo>
                <a:lnTo>
                  <a:pt x="109829" y="19812"/>
                </a:lnTo>
                <a:lnTo>
                  <a:pt x="126860" y="21628"/>
                </a:lnTo>
                <a:lnTo>
                  <a:pt x="139738" y="26289"/>
                </a:lnTo>
                <a:lnTo>
                  <a:pt x="149479" y="32677"/>
                </a:lnTo>
                <a:lnTo>
                  <a:pt x="157073" y="39624"/>
                </a:lnTo>
                <a:lnTo>
                  <a:pt x="166217" y="15240"/>
                </a:lnTo>
                <a:close/>
              </a:path>
              <a:path w="875664" h="224789">
                <a:moveTo>
                  <a:pt x="302044" y="90017"/>
                </a:moveTo>
                <a:lnTo>
                  <a:pt x="291223" y="83616"/>
                </a:lnTo>
                <a:lnTo>
                  <a:pt x="281000" y="79921"/>
                </a:lnTo>
                <a:lnTo>
                  <a:pt x="270230" y="78232"/>
                </a:lnTo>
                <a:lnTo>
                  <a:pt x="257759" y="77825"/>
                </a:lnTo>
                <a:lnTo>
                  <a:pt x="228587" y="84086"/>
                </a:lnTo>
                <a:lnTo>
                  <a:pt x="203987" y="100507"/>
                </a:lnTo>
                <a:lnTo>
                  <a:pt x="185661" y="123520"/>
                </a:lnTo>
                <a:lnTo>
                  <a:pt x="175361" y="149555"/>
                </a:lnTo>
                <a:lnTo>
                  <a:pt x="174891" y="176593"/>
                </a:lnTo>
                <a:lnTo>
                  <a:pt x="184137" y="198932"/>
                </a:lnTo>
                <a:lnTo>
                  <a:pt x="201980" y="214134"/>
                </a:lnTo>
                <a:lnTo>
                  <a:pt x="227279" y="219748"/>
                </a:lnTo>
                <a:lnTo>
                  <a:pt x="239229" y="219087"/>
                </a:lnTo>
                <a:lnTo>
                  <a:pt x="279095" y="204508"/>
                </a:lnTo>
                <a:lnTo>
                  <a:pt x="268465" y="192379"/>
                </a:lnTo>
                <a:lnTo>
                  <a:pt x="255092" y="197599"/>
                </a:lnTo>
                <a:lnTo>
                  <a:pt x="242277" y="200545"/>
                </a:lnTo>
                <a:lnTo>
                  <a:pt x="230327" y="201460"/>
                </a:lnTo>
                <a:lnTo>
                  <a:pt x="214414" y="197421"/>
                </a:lnTo>
                <a:lnTo>
                  <a:pt x="203657" y="186359"/>
                </a:lnTo>
                <a:lnTo>
                  <a:pt x="198602" y="169875"/>
                </a:lnTo>
                <a:lnTo>
                  <a:pt x="199847" y="149555"/>
                </a:lnTo>
                <a:lnTo>
                  <a:pt x="205841" y="130911"/>
                </a:lnTo>
                <a:lnTo>
                  <a:pt x="216992" y="113690"/>
                </a:lnTo>
                <a:lnTo>
                  <a:pt x="233273" y="101028"/>
                </a:lnTo>
                <a:lnTo>
                  <a:pt x="254711" y="96113"/>
                </a:lnTo>
                <a:lnTo>
                  <a:pt x="265188" y="96761"/>
                </a:lnTo>
                <a:lnTo>
                  <a:pt x="274523" y="98971"/>
                </a:lnTo>
                <a:lnTo>
                  <a:pt x="283857" y="103187"/>
                </a:lnTo>
                <a:lnTo>
                  <a:pt x="294335" y="109829"/>
                </a:lnTo>
                <a:lnTo>
                  <a:pt x="302044" y="90017"/>
                </a:lnTo>
                <a:close/>
              </a:path>
              <a:path w="875664" h="224789">
                <a:moveTo>
                  <a:pt x="413397" y="79349"/>
                </a:moveTo>
                <a:lnTo>
                  <a:pt x="394233" y="81940"/>
                </a:lnTo>
                <a:lnTo>
                  <a:pt x="377913" y="88684"/>
                </a:lnTo>
                <a:lnTo>
                  <a:pt x="364451" y="97993"/>
                </a:lnTo>
                <a:lnTo>
                  <a:pt x="353860" y="108305"/>
                </a:lnTo>
                <a:lnTo>
                  <a:pt x="359956" y="80873"/>
                </a:lnTo>
                <a:lnTo>
                  <a:pt x="338620" y="80873"/>
                </a:lnTo>
                <a:lnTo>
                  <a:pt x="309664" y="216700"/>
                </a:lnTo>
                <a:lnTo>
                  <a:pt x="332524" y="216700"/>
                </a:lnTo>
                <a:lnTo>
                  <a:pt x="346240" y="152603"/>
                </a:lnTo>
                <a:lnTo>
                  <a:pt x="355155" y="131559"/>
                </a:lnTo>
                <a:lnTo>
                  <a:pt x="369531" y="114985"/>
                </a:lnTo>
                <a:lnTo>
                  <a:pt x="387896" y="103860"/>
                </a:lnTo>
                <a:lnTo>
                  <a:pt x="408825" y="99161"/>
                </a:lnTo>
                <a:lnTo>
                  <a:pt x="413397" y="79349"/>
                </a:lnTo>
                <a:close/>
              </a:path>
              <a:path w="875664" h="224789">
                <a:moveTo>
                  <a:pt x="531596" y="127977"/>
                </a:moveTo>
                <a:lnTo>
                  <a:pt x="530783" y="113487"/>
                </a:lnTo>
                <a:lnTo>
                  <a:pt x="526262" y="99161"/>
                </a:lnTo>
                <a:lnTo>
                  <a:pt x="524205" y="96113"/>
                </a:lnTo>
                <a:lnTo>
                  <a:pt x="518820" y="88112"/>
                </a:lnTo>
                <a:lnTo>
                  <a:pt x="514070" y="84963"/>
                </a:lnTo>
                <a:lnTo>
                  <a:pt x="514070" y="134302"/>
                </a:lnTo>
                <a:lnTo>
                  <a:pt x="439293" y="134302"/>
                </a:lnTo>
                <a:lnTo>
                  <a:pt x="447941" y="118656"/>
                </a:lnTo>
                <a:lnTo>
                  <a:pt x="459295" y="106603"/>
                </a:lnTo>
                <a:lnTo>
                  <a:pt x="472084" y="98856"/>
                </a:lnTo>
                <a:lnTo>
                  <a:pt x="485013" y="96113"/>
                </a:lnTo>
                <a:lnTo>
                  <a:pt x="496849" y="98209"/>
                </a:lnTo>
                <a:lnTo>
                  <a:pt x="506399" y="104889"/>
                </a:lnTo>
                <a:lnTo>
                  <a:pt x="512533" y="116725"/>
                </a:lnTo>
                <a:lnTo>
                  <a:pt x="514070" y="134302"/>
                </a:lnTo>
                <a:lnTo>
                  <a:pt x="514070" y="84963"/>
                </a:lnTo>
                <a:lnTo>
                  <a:pt x="509066" y="81635"/>
                </a:lnTo>
                <a:lnTo>
                  <a:pt x="498754" y="78587"/>
                </a:lnTo>
                <a:lnTo>
                  <a:pt x="489585" y="77825"/>
                </a:lnTo>
                <a:lnTo>
                  <a:pt x="464820" y="83426"/>
                </a:lnTo>
                <a:lnTo>
                  <a:pt x="442341" y="98602"/>
                </a:lnTo>
                <a:lnTo>
                  <a:pt x="424434" y="120942"/>
                </a:lnTo>
                <a:lnTo>
                  <a:pt x="413385" y="148018"/>
                </a:lnTo>
                <a:lnTo>
                  <a:pt x="413334" y="151066"/>
                </a:lnTo>
                <a:lnTo>
                  <a:pt x="412889" y="176593"/>
                </a:lnTo>
                <a:lnTo>
                  <a:pt x="421957" y="199313"/>
                </a:lnTo>
                <a:lnTo>
                  <a:pt x="439318" y="214325"/>
                </a:lnTo>
                <a:lnTo>
                  <a:pt x="463677" y="219748"/>
                </a:lnTo>
                <a:lnTo>
                  <a:pt x="478205" y="218655"/>
                </a:lnTo>
                <a:lnTo>
                  <a:pt x="491883" y="215557"/>
                </a:lnTo>
                <a:lnTo>
                  <a:pt x="504444" y="210743"/>
                </a:lnTo>
                <a:lnTo>
                  <a:pt x="515594" y="204508"/>
                </a:lnTo>
                <a:lnTo>
                  <a:pt x="515823" y="201460"/>
                </a:lnTo>
                <a:lnTo>
                  <a:pt x="515861" y="200964"/>
                </a:lnTo>
                <a:lnTo>
                  <a:pt x="515988" y="199313"/>
                </a:lnTo>
                <a:lnTo>
                  <a:pt x="516115" y="197662"/>
                </a:lnTo>
                <a:lnTo>
                  <a:pt x="517118" y="184594"/>
                </a:lnTo>
                <a:lnTo>
                  <a:pt x="501294" y="193662"/>
                </a:lnTo>
                <a:lnTo>
                  <a:pt x="486930" y="198742"/>
                </a:lnTo>
                <a:lnTo>
                  <a:pt x="475449" y="200964"/>
                </a:lnTo>
                <a:lnTo>
                  <a:pt x="468249" y="201460"/>
                </a:lnTo>
                <a:lnTo>
                  <a:pt x="451866" y="197662"/>
                </a:lnTo>
                <a:lnTo>
                  <a:pt x="440055" y="187121"/>
                </a:lnTo>
                <a:lnTo>
                  <a:pt x="433959" y="171157"/>
                </a:lnTo>
                <a:lnTo>
                  <a:pt x="434721" y="151066"/>
                </a:lnTo>
                <a:lnTo>
                  <a:pt x="527786" y="151066"/>
                </a:lnTo>
                <a:lnTo>
                  <a:pt x="530123" y="141033"/>
                </a:lnTo>
                <a:lnTo>
                  <a:pt x="530885" y="134302"/>
                </a:lnTo>
                <a:lnTo>
                  <a:pt x="531596" y="127977"/>
                </a:lnTo>
                <a:close/>
              </a:path>
              <a:path w="875664" h="224789">
                <a:moveTo>
                  <a:pt x="665797" y="127977"/>
                </a:moveTo>
                <a:lnTo>
                  <a:pt x="653034" y="88112"/>
                </a:lnTo>
                <a:lnTo>
                  <a:pt x="648271" y="84937"/>
                </a:lnTo>
                <a:lnTo>
                  <a:pt x="648271" y="134302"/>
                </a:lnTo>
                <a:lnTo>
                  <a:pt x="573506" y="134302"/>
                </a:lnTo>
                <a:lnTo>
                  <a:pt x="582180" y="118656"/>
                </a:lnTo>
                <a:lnTo>
                  <a:pt x="593712" y="106603"/>
                </a:lnTo>
                <a:lnTo>
                  <a:pt x="606983" y="98856"/>
                </a:lnTo>
                <a:lnTo>
                  <a:pt x="620839" y="96113"/>
                </a:lnTo>
                <a:lnTo>
                  <a:pt x="631990" y="98209"/>
                </a:lnTo>
                <a:lnTo>
                  <a:pt x="641413" y="104889"/>
                </a:lnTo>
                <a:lnTo>
                  <a:pt x="647420" y="116725"/>
                </a:lnTo>
                <a:lnTo>
                  <a:pt x="647509" y="118656"/>
                </a:lnTo>
                <a:lnTo>
                  <a:pt x="647623" y="120942"/>
                </a:lnTo>
                <a:lnTo>
                  <a:pt x="648271" y="134302"/>
                </a:lnTo>
                <a:lnTo>
                  <a:pt x="648271" y="84937"/>
                </a:lnTo>
                <a:lnTo>
                  <a:pt x="643318" y="81635"/>
                </a:lnTo>
                <a:lnTo>
                  <a:pt x="633031" y="78587"/>
                </a:lnTo>
                <a:lnTo>
                  <a:pt x="623887" y="77825"/>
                </a:lnTo>
                <a:lnTo>
                  <a:pt x="599071" y="83426"/>
                </a:lnTo>
                <a:lnTo>
                  <a:pt x="576567" y="98602"/>
                </a:lnTo>
                <a:lnTo>
                  <a:pt x="558647" y="120942"/>
                </a:lnTo>
                <a:lnTo>
                  <a:pt x="547598" y="148018"/>
                </a:lnTo>
                <a:lnTo>
                  <a:pt x="547547" y="151066"/>
                </a:lnTo>
                <a:lnTo>
                  <a:pt x="547103" y="176593"/>
                </a:lnTo>
                <a:lnTo>
                  <a:pt x="556171" y="199313"/>
                </a:lnTo>
                <a:lnTo>
                  <a:pt x="573532" y="214325"/>
                </a:lnTo>
                <a:lnTo>
                  <a:pt x="597890" y="219748"/>
                </a:lnTo>
                <a:lnTo>
                  <a:pt x="612432" y="218655"/>
                </a:lnTo>
                <a:lnTo>
                  <a:pt x="649795" y="204508"/>
                </a:lnTo>
                <a:lnTo>
                  <a:pt x="652843" y="184594"/>
                </a:lnTo>
                <a:lnTo>
                  <a:pt x="636409" y="193662"/>
                </a:lnTo>
                <a:lnTo>
                  <a:pt x="621944" y="198742"/>
                </a:lnTo>
                <a:lnTo>
                  <a:pt x="610336" y="200964"/>
                </a:lnTo>
                <a:lnTo>
                  <a:pt x="602462" y="201460"/>
                </a:lnTo>
                <a:lnTo>
                  <a:pt x="586079" y="197662"/>
                </a:lnTo>
                <a:lnTo>
                  <a:pt x="574268" y="187121"/>
                </a:lnTo>
                <a:lnTo>
                  <a:pt x="568172" y="171157"/>
                </a:lnTo>
                <a:lnTo>
                  <a:pt x="568934" y="151066"/>
                </a:lnTo>
                <a:lnTo>
                  <a:pt x="661987" y="151066"/>
                </a:lnTo>
                <a:lnTo>
                  <a:pt x="664324" y="141033"/>
                </a:lnTo>
                <a:lnTo>
                  <a:pt x="665086" y="134302"/>
                </a:lnTo>
                <a:lnTo>
                  <a:pt x="665797" y="127977"/>
                </a:lnTo>
                <a:close/>
              </a:path>
              <a:path w="875664" h="224789">
                <a:moveTo>
                  <a:pt x="810679" y="110896"/>
                </a:moveTo>
                <a:lnTo>
                  <a:pt x="808393" y="95554"/>
                </a:lnTo>
                <a:lnTo>
                  <a:pt x="798106" y="83947"/>
                </a:lnTo>
                <a:lnTo>
                  <a:pt x="776389" y="79349"/>
                </a:lnTo>
                <a:lnTo>
                  <a:pt x="757631" y="82486"/>
                </a:lnTo>
                <a:lnTo>
                  <a:pt x="742861" y="89636"/>
                </a:lnTo>
                <a:lnTo>
                  <a:pt x="732675" y="97345"/>
                </a:lnTo>
                <a:lnTo>
                  <a:pt x="727621" y="102209"/>
                </a:lnTo>
                <a:lnTo>
                  <a:pt x="732193" y="80873"/>
                </a:lnTo>
                <a:lnTo>
                  <a:pt x="710768" y="80873"/>
                </a:lnTo>
                <a:lnTo>
                  <a:pt x="681812" y="216700"/>
                </a:lnTo>
                <a:lnTo>
                  <a:pt x="704672" y="216700"/>
                </a:lnTo>
                <a:lnTo>
                  <a:pt x="721436" y="143446"/>
                </a:lnTo>
                <a:lnTo>
                  <a:pt x="726389" y="127254"/>
                </a:lnTo>
                <a:lnTo>
                  <a:pt x="734466" y="112509"/>
                </a:lnTo>
                <a:lnTo>
                  <a:pt x="745959" y="101777"/>
                </a:lnTo>
                <a:lnTo>
                  <a:pt x="761149" y="97637"/>
                </a:lnTo>
                <a:lnTo>
                  <a:pt x="777151" y="101117"/>
                </a:lnTo>
                <a:lnTo>
                  <a:pt x="784009" y="109461"/>
                </a:lnTo>
                <a:lnTo>
                  <a:pt x="785152" y="119532"/>
                </a:lnTo>
                <a:lnTo>
                  <a:pt x="784009" y="128206"/>
                </a:lnTo>
                <a:lnTo>
                  <a:pt x="765721" y="216700"/>
                </a:lnTo>
                <a:lnTo>
                  <a:pt x="788581" y="216700"/>
                </a:lnTo>
                <a:lnTo>
                  <a:pt x="808393" y="126682"/>
                </a:lnTo>
                <a:lnTo>
                  <a:pt x="810679" y="110896"/>
                </a:lnTo>
                <a:close/>
              </a:path>
              <a:path w="875664" h="224789">
                <a:moveTo>
                  <a:pt x="875550" y="192214"/>
                </a:moveTo>
                <a:lnTo>
                  <a:pt x="849642" y="192214"/>
                </a:lnTo>
                <a:lnTo>
                  <a:pt x="849642" y="216700"/>
                </a:lnTo>
                <a:lnTo>
                  <a:pt x="875550" y="216700"/>
                </a:lnTo>
                <a:lnTo>
                  <a:pt x="875550" y="192214"/>
                </a:lnTo>
                <a:close/>
              </a:path>
              <a:path w="875664" h="224789">
                <a:moveTo>
                  <a:pt x="875550" y="82397"/>
                </a:moveTo>
                <a:lnTo>
                  <a:pt x="849642" y="82397"/>
                </a:lnTo>
                <a:lnTo>
                  <a:pt x="849642" y="108305"/>
                </a:lnTo>
                <a:lnTo>
                  <a:pt x="875550" y="108305"/>
                </a:lnTo>
                <a:lnTo>
                  <a:pt x="875550" y="823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2" name="object 282" descr=""/>
          <p:cNvGrpSpPr/>
          <p:nvPr/>
        </p:nvGrpSpPr>
        <p:grpSpPr>
          <a:xfrm>
            <a:off x="3810380" y="4835080"/>
            <a:ext cx="371475" cy="217170"/>
            <a:chOff x="3810380" y="4835080"/>
            <a:chExt cx="371475" cy="217170"/>
          </a:xfrm>
        </p:grpSpPr>
        <p:pic>
          <p:nvPicPr>
            <p:cNvPr id="283" name="object 283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3810380" y="4835080"/>
              <a:ext cx="158591" cy="216693"/>
            </a:xfrm>
            <a:prstGeom prst="rect">
              <a:avLst/>
            </a:prstGeom>
          </p:spPr>
        </p:pic>
        <p:pic>
          <p:nvPicPr>
            <p:cNvPr id="284" name="object 284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3993356" y="4909851"/>
              <a:ext cx="132778" cy="141922"/>
            </a:xfrm>
            <a:prstGeom prst="rect">
              <a:avLst/>
            </a:prstGeom>
          </p:spPr>
        </p:pic>
        <p:sp>
          <p:nvSpPr>
            <p:cNvPr id="285" name="object 285" descr=""/>
            <p:cNvSpPr/>
            <p:nvPr/>
          </p:nvSpPr>
          <p:spPr>
            <a:xfrm>
              <a:off x="4158996" y="4838700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6" name="object 286" descr=""/>
          <p:cNvGrpSpPr/>
          <p:nvPr/>
        </p:nvGrpSpPr>
        <p:grpSpPr>
          <a:xfrm>
            <a:off x="4232148" y="4838700"/>
            <a:ext cx="534670" cy="213360"/>
            <a:chOff x="4232148" y="4838700"/>
            <a:chExt cx="534670" cy="213360"/>
          </a:xfrm>
        </p:grpSpPr>
        <p:sp>
          <p:nvSpPr>
            <p:cNvPr id="287" name="object 287" descr=""/>
            <p:cNvSpPr/>
            <p:nvPr/>
          </p:nvSpPr>
          <p:spPr>
            <a:xfrm>
              <a:off x="4232148" y="4838700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8" name="object 288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4290821" y="4909851"/>
              <a:ext cx="114395" cy="141922"/>
            </a:xfrm>
            <a:prstGeom prst="rect">
              <a:avLst/>
            </a:prstGeom>
          </p:spPr>
        </p:pic>
        <p:pic>
          <p:nvPicPr>
            <p:cNvPr id="289" name="object 289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4425029" y="4876323"/>
              <a:ext cx="341757" cy="175450"/>
            </a:xfrm>
            <a:prstGeom prst="rect">
              <a:avLst/>
            </a:prstGeom>
          </p:spPr>
        </p:pic>
      </p:grpSp>
      <p:grpSp>
        <p:nvGrpSpPr>
          <p:cNvPr id="290" name="object 290" descr=""/>
          <p:cNvGrpSpPr/>
          <p:nvPr/>
        </p:nvGrpSpPr>
        <p:grpSpPr>
          <a:xfrm>
            <a:off x="4899469" y="4911375"/>
            <a:ext cx="262890" cy="196850"/>
            <a:chOff x="4899469" y="4911375"/>
            <a:chExt cx="262890" cy="196850"/>
          </a:xfrm>
        </p:grpSpPr>
        <p:pic>
          <p:nvPicPr>
            <p:cNvPr id="291" name="object 291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4899469" y="4911375"/>
              <a:ext cx="120491" cy="196786"/>
            </a:xfrm>
            <a:prstGeom prst="rect">
              <a:avLst/>
            </a:prstGeom>
          </p:spPr>
        </p:pic>
        <p:pic>
          <p:nvPicPr>
            <p:cNvPr id="292" name="object 292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5055012" y="4914423"/>
              <a:ext cx="106775" cy="137350"/>
            </a:xfrm>
            <a:prstGeom prst="rect">
              <a:avLst/>
            </a:prstGeom>
          </p:spPr>
        </p:pic>
      </p:grpSp>
      <p:grpSp>
        <p:nvGrpSpPr>
          <p:cNvPr id="293" name="object 293" descr=""/>
          <p:cNvGrpSpPr/>
          <p:nvPr/>
        </p:nvGrpSpPr>
        <p:grpSpPr>
          <a:xfrm>
            <a:off x="5212080" y="4838128"/>
            <a:ext cx="863600" cy="213995"/>
            <a:chOff x="5212080" y="4838128"/>
            <a:chExt cx="863600" cy="213995"/>
          </a:xfrm>
        </p:grpSpPr>
        <p:pic>
          <p:nvPicPr>
            <p:cNvPr id="294" name="object 294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5212080" y="4909851"/>
              <a:ext cx="202977" cy="141922"/>
            </a:xfrm>
            <a:prstGeom prst="rect">
              <a:avLst/>
            </a:prstGeom>
          </p:spPr>
        </p:pic>
        <p:pic>
          <p:nvPicPr>
            <p:cNvPr id="295" name="object 295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5448585" y="4838128"/>
              <a:ext cx="106775" cy="210597"/>
            </a:xfrm>
            <a:prstGeom prst="rect">
              <a:avLst/>
            </a:prstGeom>
          </p:spPr>
        </p:pic>
        <p:pic>
          <p:nvPicPr>
            <p:cNvPr id="296" name="object 296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5596509" y="4909851"/>
              <a:ext cx="108299" cy="141922"/>
            </a:xfrm>
            <a:prstGeom prst="rect">
              <a:avLst/>
            </a:prstGeom>
          </p:spPr>
        </p:pic>
        <p:pic>
          <p:nvPicPr>
            <p:cNvPr id="297" name="object 297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5733859" y="4909851"/>
              <a:ext cx="233362" cy="141922"/>
            </a:xfrm>
            <a:prstGeom prst="rect">
              <a:avLst/>
            </a:prstGeom>
          </p:spPr>
        </p:pic>
        <p:pic>
          <p:nvPicPr>
            <p:cNvPr id="298" name="object 298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6000845" y="4911375"/>
              <a:ext cx="74675" cy="137350"/>
            </a:xfrm>
            <a:prstGeom prst="rect">
              <a:avLst/>
            </a:prstGeom>
          </p:spPr>
        </p:pic>
      </p:grpSp>
      <p:grpSp>
        <p:nvGrpSpPr>
          <p:cNvPr id="299" name="object 299" descr=""/>
          <p:cNvGrpSpPr/>
          <p:nvPr/>
        </p:nvGrpSpPr>
        <p:grpSpPr>
          <a:xfrm>
            <a:off x="6191440" y="4838128"/>
            <a:ext cx="513080" cy="213995"/>
            <a:chOff x="6191440" y="4838128"/>
            <a:chExt cx="513080" cy="213995"/>
          </a:xfrm>
        </p:grpSpPr>
        <p:pic>
          <p:nvPicPr>
            <p:cNvPr id="300" name="object 300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6191440" y="4838128"/>
              <a:ext cx="120491" cy="213645"/>
            </a:xfrm>
            <a:prstGeom prst="rect">
              <a:avLst/>
            </a:prstGeom>
          </p:spPr>
        </p:pic>
        <p:pic>
          <p:nvPicPr>
            <p:cNvPr id="301" name="object 301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6346983" y="4876228"/>
              <a:ext cx="224218" cy="175545"/>
            </a:xfrm>
            <a:prstGeom prst="rect">
              <a:avLst/>
            </a:prstGeom>
          </p:spPr>
        </p:pic>
        <p:pic>
          <p:nvPicPr>
            <p:cNvPr id="302" name="object 302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6597205" y="4909851"/>
              <a:ext cx="106775" cy="141922"/>
            </a:xfrm>
            <a:prstGeom prst="rect">
              <a:avLst/>
            </a:prstGeom>
          </p:spPr>
        </p:pic>
      </p:grpSp>
      <p:sp>
        <p:nvSpPr>
          <p:cNvPr id="303" name="object 303" descr=""/>
          <p:cNvSpPr/>
          <p:nvPr/>
        </p:nvSpPr>
        <p:spPr>
          <a:xfrm>
            <a:off x="6748171" y="4850320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40" h="198754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7940" h="198754">
                <a:moveTo>
                  <a:pt x="27432" y="0"/>
                </a:moveTo>
                <a:lnTo>
                  <a:pt x="0" y="0"/>
                </a:lnTo>
                <a:lnTo>
                  <a:pt x="0" y="27533"/>
                </a:lnTo>
                <a:lnTo>
                  <a:pt x="27432" y="27533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4" name="object 304" descr=""/>
          <p:cNvGrpSpPr/>
          <p:nvPr/>
        </p:nvGrpSpPr>
        <p:grpSpPr>
          <a:xfrm>
            <a:off x="6821423" y="4838700"/>
            <a:ext cx="157480" cy="213360"/>
            <a:chOff x="6821423" y="4838700"/>
            <a:chExt cx="157480" cy="213360"/>
          </a:xfrm>
        </p:grpSpPr>
        <p:sp>
          <p:nvSpPr>
            <p:cNvPr id="305" name="object 305" descr=""/>
            <p:cNvSpPr/>
            <p:nvPr/>
          </p:nvSpPr>
          <p:spPr>
            <a:xfrm>
              <a:off x="6821423" y="4838700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6" name="object 306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6877812" y="4909851"/>
              <a:ext cx="100679" cy="141922"/>
            </a:xfrm>
            <a:prstGeom prst="rect">
              <a:avLst/>
            </a:prstGeom>
          </p:spPr>
        </p:pic>
      </p:grpSp>
      <p:pic>
        <p:nvPicPr>
          <p:cNvPr id="307" name="object 307" descr=""/>
          <p:cNvPicPr/>
          <p:nvPr/>
        </p:nvPicPr>
        <p:blipFill>
          <a:blip r:embed="rId189" cstate="print"/>
          <a:stretch>
            <a:fillRect/>
          </a:stretch>
        </p:blipFill>
        <p:spPr>
          <a:xfrm>
            <a:off x="7102030" y="4909851"/>
            <a:ext cx="108299" cy="141922"/>
          </a:xfrm>
          <a:prstGeom prst="rect">
            <a:avLst/>
          </a:prstGeom>
        </p:spPr>
      </p:pic>
      <p:grpSp>
        <p:nvGrpSpPr>
          <p:cNvPr id="308" name="object 308" descr=""/>
          <p:cNvGrpSpPr/>
          <p:nvPr/>
        </p:nvGrpSpPr>
        <p:grpSpPr>
          <a:xfrm>
            <a:off x="7256145" y="4838128"/>
            <a:ext cx="264160" cy="213995"/>
            <a:chOff x="7256145" y="4838128"/>
            <a:chExt cx="264160" cy="213995"/>
          </a:xfrm>
        </p:grpSpPr>
        <p:pic>
          <p:nvPicPr>
            <p:cNvPr id="309" name="object 309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7256145" y="4911375"/>
              <a:ext cx="106775" cy="137350"/>
            </a:xfrm>
            <a:prstGeom prst="rect">
              <a:avLst/>
            </a:prstGeom>
          </p:spPr>
        </p:pic>
        <p:pic>
          <p:nvPicPr>
            <p:cNvPr id="310" name="object 310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7399496" y="4838128"/>
              <a:ext cx="120491" cy="213645"/>
            </a:xfrm>
            <a:prstGeom prst="rect">
              <a:avLst/>
            </a:prstGeom>
          </p:spPr>
        </p:pic>
      </p:grpSp>
      <p:pic>
        <p:nvPicPr>
          <p:cNvPr id="311" name="object 311" descr=""/>
          <p:cNvPicPr/>
          <p:nvPr/>
        </p:nvPicPr>
        <p:blipFill>
          <a:blip r:embed="rId192" cstate="print"/>
          <a:stretch>
            <a:fillRect/>
          </a:stretch>
        </p:blipFill>
        <p:spPr>
          <a:xfrm>
            <a:off x="7652766" y="4835080"/>
            <a:ext cx="131159" cy="213645"/>
          </a:xfrm>
          <a:prstGeom prst="rect">
            <a:avLst/>
          </a:prstGeom>
        </p:spPr>
      </p:pic>
      <p:pic>
        <p:nvPicPr>
          <p:cNvPr id="312" name="object 312" descr=""/>
          <p:cNvPicPr/>
          <p:nvPr/>
        </p:nvPicPr>
        <p:blipFill>
          <a:blip r:embed="rId193" cstate="print"/>
          <a:stretch>
            <a:fillRect/>
          </a:stretch>
        </p:blipFill>
        <p:spPr>
          <a:xfrm>
            <a:off x="7831264" y="4876323"/>
            <a:ext cx="295846" cy="175450"/>
          </a:xfrm>
          <a:prstGeom prst="rect">
            <a:avLst/>
          </a:prstGeom>
        </p:spPr>
      </p:pic>
      <p:grpSp>
        <p:nvGrpSpPr>
          <p:cNvPr id="313" name="object 313" descr=""/>
          <p:cNvGrpSpPr/>
          <p:nvPr/>
        </p:nvGrpSpPr>
        <p:grpSpPr>
          <a:xfrm>
            <a:off x="8247602" y="4876228"/>
            <a:ext cx="502284" cy="175895"/>
            <a:chOff x="8247602" y="4876228"/>
            <a:chExt cx="502284" cy="175895"/>
          </a:xfrm>
        </p:grpSpPr>
        <p:pic>
          <p:nvPicPr>
            <p:cNvPr id="314" name="object 314" descr="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8247602" y="4909851"/>
              <a:ext cx="114395" cy="141922"/>
            </a:xfrm>
            <a:prstGeom prst="rect">
              <a:avLst/>
            </a:prstGeom>
          </p:spPr>
        </p:pic>
        <p:pic>
          <p:nvPicPr>
            <p:cNvPr id="315" name="object 315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8387905" y="4909851"/>
              <a:ext cx="106775" cy="141922"/>
            </a:xfrm>
            <a:prstGeom prst="rect">
              <a:avLst/>
            </a:prstGeom>
          </p:spPr>
        </p:pic>
        <p:pic>
          <p:nvPicPr>
            <p:cNvPr id="316" name="object 316" descr="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8522208" y="4876228"/>
              <a:ext cx="94583" cy="175545"/>
            </a:xfrm>
            <a:prstGeom prst="rect">
              <a:avLst/>
            </a:prstGeom>
          </p:spPr>
        </p:pic>
        <p:pic>
          <p:nvPicPr>
            <p:cNvPr id="317" name="object 317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8642699" y="4909851"/>
              <a:ext cx="106775" cy="141922"/>
            </a:xfrm>
            <a:prstGeom prst="rect">
              <a:avLst/>
            </a:prstGeom>
          </p:spPr>
        </p:pic>
      </p:grpSp>
      <p:grpSp>
        <p:nvGrpSpPr>
          <p:cNvPr id="318" name="object 318" descr=""/>
          <p:cNvGrpSpPr/>
          <p:nvPr/>
        </p:nvGrpSpPr>
        <p:grpSpPr>
          <a:xfrm>
            <a:off x="8795003" y="4838700"/>
            <a:ext cx="346710" cy="273050"/>
            <a:chOff x="8795003" y="4838700"/>
            <a:chExt cx="346710" cy="273050"/>
          </a:xfrm>
        </p:grpSpPr>
        <p:sp>
          <p:nvSpPr>
            <p:cNvPr id="319" name="object 319" descr=""/>
            <p:cNvSpPr/>
            <p:nvPr/>
          </p:nvSpPr>
          <p:spPr>
            <a:xfrm>
              <a:off x="8795003" y="4838700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0" name="object 320" descr="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8851677" y="4909851"/>
              <a:ext cx="289750" cy="201453"/>
            </a:xfrm>
            <a:prstGeom prst="rect">
              <a:avLst/>
            </a:prstGeom>
          </p:spPr>
        </p:pic>
      </p:grpSp>
      <p:grpSp>
        <p:nvGrpSpPr>
          <p:cNvPr id="321" name="object 321" descr=""/>
          <p:cNvGrpSpPr/>
          <p:nvPr/>
        </p:nvGrpSpPr>
        <p:grpSpPr>
          <a:xfrm>
            <a:off x="1413986" y="5227224"/>
            <a:ext cx="285750" cy="201930"/>
            <a:chOff x="1413986" y="5227224"/>
            <a:chExt cx="285750" cy="201930"/>
          </a:xfrm>
        </p:grpSpPr>
        <p:sp>
          <p:nvSpPr>
            <p:cNvPr id="322" name="object 322" descr=""/>
            <p:cNvSpPr/>
            <p:nvPr/>
          </p:nvSpPr>
          <p:spPr>
            <a:xfrm>
              <a:off x="1413979" y="522723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432" y="25908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3" name="object 323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1470469" y="5251609"/>
              <a:ext cx="228790" cy="177069"/>
            </a:xfrm>
            <a:prstGeom prst="rect">
              <a:avLst/>
            </a:prstGeom>
          </p:spPr>
        </p:pic>
      </p:grpSp>
      <p:pic>
        <p:nvPicPr>
          <p:cNvPr id="324" name="object 324" descr=""/>
          <p:cNvPicPr/>
          <p:nvPr/>
        </p:nvPicPr>
        <p:blipFill>
          <a:blip r:embed="rId199" cstate="print"/>
          <a:stretch>
            <a:fillRect/>
          </a:stretch>
        </p:blipFill>
        <p:spPr>
          <a:xfrm>
            <a:off x="1029652" y="5686520"/>
            <a:ext cx="186023" cy="175450"/>
          </a:xfrm>
          <a:prstGeom prst="rect">
            <a:avLst/>
          </a:prstGeom>
        </p:spPr>
      </p:pic>
      <p:pic>
        <p:nvPicPr>
          <p:cNvPr id="325" name="object 325" descr=""/>
          <p:cNvPicPr/>
          <p:nvPr/>
        </p:nvPicPr>
        <p:blipFill>
          <a:blip r:embed="rId200" cstate="print"/>
          <a:stretch>
            <a:fillRect/>
          </a:stretch>
        </p:blipFill>
        <p:spPr>
          <a:xfrm>
            <a:off x="1732788" y="5286755"/>
            <a:ext cx="190690" cy="138874"/>
          </a:xfrm>
          <a:prstGeom prst="rect">
            <a:avLst/>
          </a:prstGeom>
        </p:spPr>
      </p:pic>
      <p:grpSp>
        <p:nvGrpSpPr>
          <p:cNvPr id="326" name="object 326" descr=""/>
          <p:cNvGrpSpPr/>
          <p:nvPr/>
        </p:nvGrpSpPr>
        <p:grpSpPr>
          <a:xfrm>
            <a:off x="1431204" y="5669756"/>
            <a:ext cx="949960" cy="276225"/>
            <a:chOff x="1431204" y="5669756"/>
            <a:chExt cx="949960" cy="276225"/>
          </a:xfrm>
        </p:grpSpPr>
        <p:pic>
          <p:nvPicPr>
            <p:cNvPr id="327" name="object 327" descr="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1431204" y="5669756"/>
              <a:ext cx="296607" cy="218122"/>
            </a:xfrm>
            <a:prstGeom prst="rect">
              <a:avLst/>
            </a:prstGeom>
          </p:spPr>
        </p:pic>
        <p:pic>
          <p:nvPicPr>
            <p:cNvPr id="328" name="object 328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1760220" y="5710904"/>
              <a:ext cx="222370" cy="176974"/>
            </a:xfrm>
            <a:prstGeom prst="rect">
              <a:avLst/>
            </a:prstGeom>
          </p:spPr>
        </p:pic>
        <p:pic>
          <p:nvPicPr>
            <p:cNvPr id="329" name="object 329" descr="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2008917" y="5674327"/>
              <a:ext cx="372141" cy="271558"/>
            </a:xfrm>
            <a:prstGeom prst="rect">
              <a:avLst/>
            </a:prstGeom>
          </p:spPr>
        </p:pic>
      </p:grpSp>
      <p:sp>
        <p:nvSpPr>
          <p:cNvPr id="330" name="object 330" descr=""/>
          <p:cNvSpPr/>
          <p:nvPr/>
        </p:nvSpPr>
        <p:spPr>
          <a:xfrm>
            <a:off x="2477160" y="5666714"/>
            <a:ext cx="875665" cy="224790"/>
          </a:xfrm>
          <a:custGeom>
            <a:avLst/>
            <a:gdLst/>
            <a:ahLst/>
            <a:cxnLst/>
            <a:rect l="l" t="t" r="r" b="b"/>
            <a:pathLst>
              <a:path w="875664" h="224789">
                <a:moveTo>
                  <a:pt x="166306" y="15240"/>
                </a:moveTo>
                <a:lnTo>
                  <a:pt x="155625" y="9004"/>
                </a:lnTo>
                <a:lnTo>
                  <a:pt x="143776" y="4191"/>
                </a:lnTo>
                <a:lnTo>
                  <a:pt x="130225" y="1092"/>
                </a:lnTo>
                <a:lnTo>
                  <a:pt x="114401" y="0"/>
                </a:lnTo>
                <a:lnTo>
                  <a:pt x="85267" y="5219"/>
                </a:lnTo>
                <a:lnTo>
                  <a:pt x="60858" y="18859"/>
                </a:lnTo>
                <a:lnTo>
                  <a:pt x="42989" y="37934"/>
                </a:lnTo>
                <a:lnTo>
                  <a:pt x="33528" y="59436"/>
                </a:lnTo>
                <a:lnTo>
                  <a:pt x="32143" y="69545"/>
                </a:lnTo>
                <a:lnTo>
                  <a:pt x="32778" y="79336"/>
                </a:lnTo>
                <a:lnTo>
                  <a:pt x="58775" y="113245"/>
                </a:lnTo>
                <a:lnTo>
                  <a:pt x="95554" y="124345"/>
                </a:lnTo>
                <a:lnTo>
                  <a:pt x="104686" y="127342"/>
                </a:lnTo>
                <a:lnTo>
                  <a:pt x="122986" y="153784"/>
                </a:lnTo>
                <a:lnTo>
                  <a:pt x="122021" y="163258"/>
                </a:lnTo>
                <a:lnTo>
                  <a:pt x="115608" y="177812"/>
                </a:lnTo>
                <a:lnTo>
                  <a:pt x="103924" y="190500"/>
                </a:lnTo>
                <a:lnTo>
                  <a:pt x="87934" y="199478"/>
                </a:lnTo>
                <a:lnTo>
                  <a:pt x="68681" y="202882"/>
                </a:lnTo>
                <a:lnTo>
                  <a:pt x="57226" y="202069"/>
                </a:lnTo>
                <a:lnTo>
                  <a:pt x="42341" y="198691"/>
                </a:lnTo>
                <a:lnTo>
                  <a:pt x="25730" y="191312"/>
                </a:lnTo>
                <a:lnTo>
                  <a:pt x="9144" y="178498"/>
                </a:lnTo>
                <a:lnTo>
                  <a:pt x="0" y="202882"/>
                </a:lnTo>
                <a:lnTo>
                  <a:pt x="17106" y="213309"/>
                </a:lnTo>
                <a:lnTo>
                  <a:pt x="33959" y="219887"/>
                </a:lnTo>
                <a:lnTo>
                  <a:pt x="50228" y="223316"/>
                </a:lnTo>
                <a:lnTo>
                  <a:pt x="65633" y="224307"/>
                </a:lnTo>
                <a:lnTo>
                  <a:pt x="93891" y="219011"/>
                </a:lnTo>
                <a:lnTo>
                  <a:pt x="118021" y="204838"/>
                </a:lnTo>
                <a:lnTo>
                  <a:pt x="136182" y="184365"/>
                </a:lnTo>
                <a:lnTo>
                  <a:pt x="146494" y="160210"/>
                </a:lnTo>
                <a:lnTo>
                  <a:pt x="148094" y="146443"/>
                </a:lnTo>
                <a:lnTo>
                  <a:pt x="146672" y="134975"/>
                </a:lnTo>
                <a:lnTo>
                  <a:pt x="121640" y="103339"/>
                </a:lnTo>
                <a:lnTo>
                  <a:pt x="93065" y="94576"/>
                </a:lnTo>
                <a:lnTo>
                  <a:pt x="82537" y="91579"/>
                </a:lnTo>
                <a:lnTo>
                  <a:pt x="57454" y="65824"/>
                </a:lnTo>
                <a:lnTo>
                  <a:pt x="58013" y="56388"/>
                </a:lnTo>
                <a:lnTo>
                  <a:pt x="64173" y="42951"/>
                </a:lnTo>
                <a:lnTo>
                  <a:pt x="75349" y="31242"/>
                </a:lnTo>
                <a:lnTo>
                  <a:pt x="90792" y="22948"/>
                </a:lnTo>
                <a:lnTo>
                  <a:pt x="109829" y="19812"/>
                </a:lnTo>
                <a:lnTo>
                  <a:pt x="126860" y="21615"/>
                </a:lnTo>
                <a:lnTo>
                  <a:pt x="139776" y="26289"/>
                </a:lnTo>
                <a:lnTo>
                  <a:pt x="149555" y="32664"/>
                </a:lnTo>
                <a:lnTo>
                  <a:pt x="157162" y="39624"/>
                </a:lnTo>
                <a:lnTo>
                  <a:pt x="166306" y="15240"/>
                </a:lnTo>
                <a:close/>
              </a:path>
              <a:path w="875664" h="224789">
                <a:moveTo>
                  <a:pt x="302044" y="91528"/>
                </a:moveTo>
                <a:lnTo>
                  <a:pt x="291490" y="84886"/>
                </a:lnTo>
                <a:lnTo>
                  <a:pt x="281660" y="80670"/>
                </a:lnTo>
                <a:lnTo>
                  <a:pt x="270967" y="78460"/>
                </a:lnTo>
                <a:lnTo>
                  <a:pt x="257848" y="77812"/>
                </a:lnTo>
                <a:lnTo>
                  <a:pt x="228879" y="84086"/>
                </a:lnTo>
                <a:lnTo>
                  <a:pt x="204800" y="100495"/>
                </a:lnTo>
                <a:lnTo>
                  <a:pt x="187020" y="123507"/>
                </a:lnTo>
                <a:lnTo>
                  <a:pt x="176974" y="149542"/>
                </a:lnTo>
                <a:lnTo>
                  <a:pt x="175615" y="176809"/>
                </a:lnTo>
                <a:lnTo>
                  <a:pt x="184404" y="199644"/>
                </a:lnTo>
                <a:lnTo>
                  <a:pt x="202044" y="215341"/>
                </a:lnTo>
                <a:lnTo>
                  <a:pt x="227266" y="221170"/>
                </a:lnTo>
                <a:lnTo>
                  <a:pt x="239229" y="220294"/>
                </a:lnTo>
                <a:lnTo>
                  <a:pt x="279184" y="205930"/>
                </a:lnTo>
                <a:lnTo>
                  <a:pt x="268782" y="192354"/>
                </a:lnTo>
                <a:lnTo>
                  <a:pt x="255892" y="197548"/>
                </a:lnTo>
                <a:lnTo>
                  <a:pt x="243573" y="200456"/>
                </a:lnTo>
                <a:lnTo>
                  <a:pt x="231838" y="201358"/>
                </a:lnTo>
                <a:lnTo>
                  <a:pt x="215049" y="197548"/>
                </a:lnTo>
                <a:lnTo>
                  <a:pt x="203835" y="186880"/>
                </a:lnTo>
                <a:lnTo>
                  <a:pt x="198615" y="170497"/>
                </a:lnTo>
                <a:lnTo>
                  <a:pt x="199834" y="149542"/>
                </a:lnTo>
                <a:lnTo>
                  <a:pt x="205841" y="131749"/>
                </a:lnTo>
                <a:lnTo>
                  <a:pt x="216992" y="114973"/>
                </a:lnTo>
                <a:lnTo>
                  <a:pt x="233311" y="102514"/>
                </a:lnTo>
                <a:lnTo>
                  <a:pt x="254800" y="97624"/>
                </a:lnTo>
                <a:lnTo>
                  <a:pt x="265480" y="98031"/>
                </a:lnTo>
                <a:lnTo>
                  <a:pt x="275183" y="99720"/>
                </a:lnTo>
                <a:lnTo>
                  <a:pt x="284581" y="103416"/>
                </a:lnTo>
                <a:lnTo>
                  <a:pt x="294424" y="109816"/>
                </a:lnTo>
                <a:lnTo>
                  <a:pt x="302044" y="91528"/>
                </a:lnTo>
                <a:close/>
              </a:path>
              <a:path w="875664" h="224789">
                <a:moveTo>
                  <a:pt x="413385" y="79349"/>
                </a:moveTo>
                <a:lnTo>
                  <a:pt x="395122" y="81940"/>
                </a:lnTo>
                <a:lnTo>
                  <a:pt x="379272" y="88684"/>
                </a:lnTo>
                <a:lnTo>
                  <a:pt x="365975" y="97993"/>
                </a:lnTo>
                <a:lnTo>
                  <a:pt x="355371" y="108305"/>
                </a:lnTo>
                <a:lnTo>
                  <a:pt x="360045" y="80873"/>
                </a:lnTo>
                <a:lnTo>
                  <a:pt x="340131" y="80873"/>
                </a:lnTo>
                <a:lnTo>
                  <a:pt x="311175" y="216598"/>
                </a:lnTo>
                <a:lnTo>
                  <a:pt x="332511" y="216598"/>
                </a:lnTo>
                <a:lnTo>
                  <a:pt x="346227" y="152590"/>
                </a:lnTo>
                <a:lnTo>
                  <a:pt x="355155" y="131559"/>
                </a:lnTo>
                <a:lnTo>
                  <a:pt x="369519" y="114973"/>
                </a:lnTo>
                <a:lnTo>
                  <a:pt x="387896" y="103847"/>
                </a:lnTo>
                <a:lnTo>
                  <a:pt x="408813" y="99161"/>
                </a:lnTo>
                <a:lnTo>
                  <a:pt x="413385" y="79349"/>
                </a:lnTo>
                <a:close/>
              </a:path>
              <a:path w="875664" h="224789">
                <a:moveTo>
                  <a:pt x="531596" y="127927"/>
                </a:moveTo>
                <a:lnTo>
                  <a:pt x="530783" y="113461"/>
                </a:lnTo>
                <a:lnTo>
                  <a:pt x="526262" y="99148"/>
                </a:lnTo>
                <a:lnTo>
                  <a:pt x="524205" y="96100"/>
                </a:lnTo>
                <a:lnTo>
                  <a:pt x="518833" y="88099"/>
                </a:lnTo>
                <a:lnTo>
                  <a:pt x="514070" y="84924"/>
                </a:lnTo>
                <a:lnTo>
                  <a:pt x="514070" y="134200"/>
                </a:lnTo>
                <a:lnTo>
                  <a:pt x="439293" y="134200"/>
                </a:lnTo>
                <a:lnTo>
                  <a:pt x="448614" y="118605"/>
                </a:lnTo>
                <a:lnTo>
                  <a:pt x="460108" y="106578"/>
                </a:lnTo>
                <a:lnTo>
                  <a:pt x="473125" y="98780"/>
                </a:lnTo>
                <a:lnTo>
                  <a:pt x="473316" y="98780"/>
                </a:lnTo>
                <a:lnTo>
                  <a:pt x="486638" y="96100"/>
                </a:lnTo>
                <a:lnTo>
                  <a:pt x="497776" y="98196"/>
                </a:lnTo>
                <a:lnTo>
                  <a:pt x="507212" y="104863"/>
                </a:lnTo>
                <a:lnTo>
                  <a:pt x="513207" y="116674"/>
                </a:lnTo>
                <a:lnTo>
                  <a:pt x="513295" y="118605"/>
                </a:lnTo>
                <a:lnTo>
                  <a:pt x="514070" y="134200"/>
                </a:lnTo>
                <a:lnTo>
                  <a:pt x="514070" y="84924"/>
                </a:lnTo>
                <a:lnTo>
                  <a:pt x="509117" y="81622"/>
                </a:lnTo>
                <a:lnTo>
                  <a:pt x="498830" y="78574"/>
                </a:lnTo>
                <a:lnTo>
                  <a:pt x="489686" y="77812"/>
                </a:lnTo>
                <a:lnTo>
                  <a:pt x="464858" y="83439"/>
                </a:lnTo>
                <a:lnTo>
                  <a:pt x="442353" y="98780"/>
                </a:lnTo>
                <a:lnTo>
                  <a:pt x="424434" y="121577"/>
                </a:lnTo>
                <a:lnTo>
                  <a:pt x="413385" y="149542"/>
                </a:lnTo>
                <a:lnTo>
                  <a:pt x="413372" y="151066"/>
                </a:lnTo>
                <a:lnTo>
                  <a:pt x="413105" y="177444"/>
                </a:lnTo>
                <a:lnTo>
                  <a:pt x="422529" y="200215"/>
                </a:lnTo>
                <a:lnTo>
                  <a:pt x="439966" y="215544"/>
                </a:lnTo>
                <a:lnTo>
                  <a:pt x="463677" y="221170"/>
                </a:lnTo>
                <a:lnTo>
                  <a:pt x="478256" y="219837"/>
                </a:lnTo>
                <a:lnTo>
                  <a:pt x="491959" y="216217"/>
                </a:lnTo>
                <a:lnTo>
                  <a:pt x="504494" y="210883"/>
                </a:lnTo>
                <a:lnTo>
                  <a:pt x="515594" y="204406"/>
                </a:lnTo>
                <a:lnTo>
                  <a:pt x="515823" y="202882"/>
                </a:lnTo>
                <a:lnTo>
                  <a:pt x="515899" y="202387"/>
                </a:lnTo>
                <a:lnTo>
                  <a:pt x="518642" y="184594"/>
                </a:lnTo>
                <a:lnTo>
                  <a:pt x="502208" y="194525"/>
                </a:lnTo>
                <a:lnTo>
                  <a:pt x="487781" y="200025"/>
                </a:lnTo>
                <a:lnTo>
                  <a:pt x="476199" y="202387"/>
                </a:lnTo>
                <a:lnTo>
                  <a:pt x="468350" y="202882"/>
                </a:lnTo>
                <a:lnTo>
                  <a:pt x="452120" y="198856"/>
                </a:lnTo>
                <a:lnTo>
                  <a:pt x="440639" y="187833"/>
                </a:lnTo>
                <a:lnTo>
                  <a:pt x="434606" y="171373"/>
                </a:lnTo>
                <a:lnTo>
                  <a:pt x="434721" y="151066"/>
                </a:lnTo>
                <a:lnTo>
                  <a:pt x="527786" y="151066"/>
                </a:lnTo>
                <a:lnTo>
                  <a:pt x="530110" y="140982"/>
                </a:lnTo>
                <a:lnTo>
                  <a:pt x="530885" y="134200"/>
                </a:lnTo>
                <a:lnTo>
                  <a:pt x="531596" y="127927"/>
                </a:lnTo>
                <a:close/>
              </a:path>
              <a:path w="875664" h="224789">
                <a:moveTo>
                  <a:pt x="665988" y="127927"/>
                </a:moveTo>
                <a:lnTo>
                  <a:pt x="665632" y="113461"/>
                </a:lnTo>
                <a:lnTo>
                  <a:pt x="661987" y="99148"/>
                </a:lnTo>
                <a:lnTo>
                  <a:pt x="659688" y="96100"/>
                </a:lnTo>
                <a:lnTo>
                  <a:pt x="653681" y="88099"/>
                </a:lnTo>
                <a:lnTo>
                  <a:pt x="648271" y="84658"/>
                </a:lnTo>
                <a:lnTo>
                  <a:pt x="648271" y="134200"/>
                </a:lnTo>
                <a:lnTo>
                  <a:pt x="573595" y="134200"/>
                </a:lnTo>
                <a:lnTo>
                  <a:pt x="582904" y="118605"/>
                </a:lnTo>
                <a:lnTo>
                  <a:pt x="594360" y="106578"/>
                </a:lnTo>
                <a:lnTo>
                  <a:pt x="607339" y="98780"/>
                </a:lnTo>
                <a:lnTo>
                  <a:pt x="607542" y="98780"/>
                </a:lnTo>
                <a:lnTo>
                  <a:pt x="620839" y="96100"/>
                </a:lnTo>
                <a:lnTo>
                  <a:pt x="631990" y="98196"/>
                </a:lnTo>
                <a:lnTo>
                  <a:pt x="641413" y="104863"/>
                </a:lnTo>
                <a:lnTo>
                  <a:pt x="647420" y="116674"/>
                </a:lnTo>
                <a:lnTo>
                  <a:pt x="647509" y="118605"/>
                </a:lnTo>
                <a:lnTo>
                  <a:pt x="648271" y="134200"/>
                </a:lnTo>
                <a:lnTo>
                  <a:pt x="648271" y="84658"/>
                </a:lnTo>
                <a:lnTo>
                  <a:pt x="643509" y="81622"/>
                </a:lnTo>
                <a:lnTo>
                  <a:pt x="633056" y="78574"/>
                </a:lnTo>
                <a:lnTo>
                  <a:pt x="623887" y="77812"/>
                </a:lnTo>
                <a:lnTo>
                  <a:pt x="599135" y="83439"/>
                </a:lnTo>
                <a:lnTo>
                  <a:pt x="559295" y="121577"/>
                </a:lnTo>
                <a:lnTo>
                  <a:pt x="547954" y="177444"/>
                </a:lnTo>
                <a:lnTo>
                  <a:pt x="556933" y="200215"/>
                </a:lnTo>
                <a:lnTo>
                  <a:pt x="574230" y="215544"/>
                </a:lnTo>
                <a:lnTo>
                  <a:pt x="597979" y="221170"/>
                </a:lnTo>
                <a:lnTo>
                  <a:pt x="612508" y="219837"/>
                </a:lnTo>
                <a:lnTo>
                  <a:pt x="626173" y="216217"/>
                </a:lnTo>
                <a:lnTo>
                  <a:pt x="638695" y="210883"/>
                </a:lnTo>
                <a:lnTo>
                  <a:pt x="649795" y="204406"/>
                </a:lnTo>
                <a:lnTo>
                  <a:pt x="650024" y="202882"/>
                </a:lnTo>
                <a:lnTo>
                  <a:pt x="650113" y="202387"/>
                </a:lnTo>
                <a:lnTo>
                  <a:pt x="652843" y="184594"/>
                </a:lnTo>
                <a:lnTo>
                  <a:pt x="636409" y="194525"/>
                </a:lnTo>
                <a:lnTo>
                  <a:pt x="621982" y="200025"/>
                </a:lnTo>
                <a:lnTo>
                  <a:pt x="610412" y="202387"/>
                </a:lnTo>
                <a:lnTo>
                  <a:pt x="602551" y="202882"/>
                </a:lnTo>
                <a:lnTo>
                  <a:pt x="586371" y="198856"/>
                </a:lnTo>
                <a:lnTo>
                  <a:pt x="574878" y="187833"/>
                </a:lnTo>
                <a:lnTo>
                  <a:pt x="568820" y="171373"/>
                </a:lnTo>
                <a:lnTo>
                  <a:pt x="568934" y="151066"/>
                </a:lnTo>
                <a:lnTo>
                  <a:pt x="661987" y="151066"/>
                </a:lnTo>
                <a:lnTo>
                  <a:pt x="664349" y="140982"/>
                </a:lnTo>
                <a:lnTo>
                  <a:pt x="665200" y="134200"/>
                </a:lnTo>
                <a:lnTo>
                  <a:pt x="665988" y="127927"/>
                </a:lnTo>
                <a:close/>
              </a:path>
              <a:path w="875664" h="224789">
                <a:moveTo>
                  <a:pt x="810793" y="110845"/>
                </a:moveTo>
                <a:lnTo>
                  <a:pt x="808659" y="95529"/>
                </a:lnTo>
                <a:lnTo>
                  <a:pt x="798791" y="83934"/>
                </a:lnTo>
                <a:lnTo>
                  <a:pt x="777900" y="79336"/>
                </a:lnTo>
                <a:lnTo>
                  <a:pt x="758926" y="82702"/>
                </a:lnTo>
                <a:lnTo>
                  <a:pt x="743800" y="90195"/>
                </a:lnTo>
                <a:lnTo>
                  <a:pt x="733539" y="97993"/>
                </a:lnTo>
                <a:lnTo>
                  <a:pt x="729132" y="102196"/>
                </a:lnTo>
                <a:lnTo>
                  <a:pt x="733704" y="80860"/>
                </a:lnTo>
                <a:lnTo>
                  <a:pt x="710844" y="80860"/>
                </a:lnTo>
                <a:lnTo>
                  <a:pt x="681888" y="216598"/>
                </a:lnTo>
                <a:lnTo>
                  <a:pt x="706272" y="216598"/>
                </a:lnTo>
                <a:lnTo>
                  <a:pt x="721512" y="143344"/>
                </a:lnTo>
                <a:lnTo>
                  <a:pt x="726427" y="127850"/>
                </a:lnTo>
                <a:lnTo>
                  <a:pt x="734466" y="113055"/>
                </a:lnTo>
                <a:lnTo>
                  <a:pt x="745947" y="101993"/>
                </a:lnTo>
                <a:lnTo>
                  <a:pt x="761136" y="97624"/>
                </a:lnTo>
                <a:lnTo>
                  <a:pt x="777417" y="101130"/>
                </a:lnTo>
                <a:lnTo>
                  <a:pt x="784644" y="109626"/>
                </a:lnTo>
                <a:lnTo>
                  <a:pt x="785837" y="120129"/>
                </a:lnTo>
                <a:lnTo>
                  <a:pt x="783996" y="129628"/>
                </a:lnTo>
                <a:lnTo>
                  <a:pt x="765708" y="216598"/>
                </a:lnTo>
                <a:lnTo>
                  <a:pt x="788670" y="216598"/>
                </a:lnTo>
                <a:lnTo>
                  <a:pt x="808482" y="126580"/>
                </a:lnTo>
                <a:lnTo>
                  <a:pt x="810793" y="110845"/>
                </a:lnTo>
                <a:close/>
              </a:path>
              <a:path w="875664" h="224789">
                <a:moveTo>
                  <a:pt x="875538" y="192214"/>
                </a:moveTo>
                <a:lnTo>
                  <a:pt x="849630" y="192214"/>
                </a:lnTo>
                <a:lnTo>
                  <a:pt x="849630" y="216687"/>
                </a:lnTo>
                <a:lnTo>
                  <a:pt x="875538" y="216687"/>
                </a:lnTo>
                <a:lnTo>
                  <a:pt x="875538" y="192214"/>
                </a:lnTo>
                <a:close/>
              </a:path>
              <a:path w="875664" h="224789">
                <a:moveTo>
                  <a:pt x="875538" y="82384"/>
                </a:moveTo>
                <a:lnTo>
                  <a:pt x="849630" y="82384"/>
                </a:lnTo>
                <a:lnTo>
                  <a:pt x="849630" y="108292"/>
                </a:lnTo>
                <a:lnTo>
                  <a:pt x="875538" y="108292"/>
                </a:lnTo>
                <a:lnTo>
                  <a:pt x="875538" y="82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1" name="object 331" descr=""/>
          <p:cNvGrpSpPr/>
          <p:nvPr/>
        </p:nvGrpSpPr>
        <p:grpSpPr>
          <a:xfrm>
            <a:off x="3544919" y="5673820"/>
            <a:ext cx="377190" cy="214629"/>
            <a:chOff x="3544919" y="5673820"/>
            <a:chExt cx="377190" cy="214629"/>
          </a:xfrm>
        </p:grpSpPr>
        <p:pic>
          <p:nvPicPr>
            <p:cNvPr id="332" name="object 332" descr="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3544919" y="5673820"/>
              <a:ext cx="277653" cy="214153"/>
            </a:xfrm>
            <a:prstGeom prst="rect">
              <a:avLst/>
            </a:prstGeom>
          </p:spPr>
        </p:pic>
        <p:pic>
          <p:nvPicPr>
            <p:cNvPr id="333" name="object 333" descr="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3848481" y="5746051"/>
              <a:ext cx="73247" cy="137350"/>
            </a:xfrm>
            <a:prstGeom prst="rect">
              <a:avLst/>
            </a:prstGeom>
          </p:spPr>
        </p:pic>
      </p:grpSp>
      <p:grpSp>
        <p:nvGrpSpPr>
          <p:cNvPr id="334" name="object 334" descr=""/>
          <p:cNvGrpSpPr/>
          <p:nvPr/>
        </p:nvGrpSpPr>
        <p:grpSpPr>
          <a:xfrm>
            <a:off x="4036123" y="5744527"/>
            <a:ext cx="238125" cy="143510"/>
            <a:chOff x="4036123" y="5744527"/>
            <a:chExt cx="238125" cy="143510"/>
          </a:xfrm>
        </p:grpSpPr>
        <p:pic>
          <p:nvPicPr>
            <p:cNvPr id="335" name="object 335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4036123" y="5744527"/>
              <a:ext cx="99155" cy="143446"/>
            </a:xfrm>
            <a:prstGeom prst="rect">
              <a:avLst/>
            </a:prstGeom>
          </p:spPr>
        </p:pic>
        <p:pic>
          <p:nvPicPr>
            <p:cNvPr id="336" name="object 336" descr="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4167282" y="5749099"/>
              <a:ext cx="106775" cy="138779"/>
            </a:xfrm>
            <a:prstGeom prst="rect">
              <a:avLst/>
            </a:prstGeom>
          </p:spPr>
        </p:pic>
      </p:grpSp>
      <p:grpSp>
        <p:nvGrpSpPr>
          <p:cNvPr id="337" name="object 337" descr=""/>
          <p:cNvGrpSpPr/>
          <p:nvPr/>
        </p:nvGrpSpPr>
        <p:grpSpPr>
          <a:xfrm>
            <a:off x="4324350" y="5674328"/>
            <a:ext cx="513080" cy="268605"/>
            <a:chOff x="4324350" y="5674328"/>
            <a:chExt cx="513080" cy="268605"/>
          </a:xfrm>
        </p:grpSpPr>
        <p:pic>
          <p:nvPicPr>
            <p:cNvPr id="338" name="object 338" descr="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4324350" y="5674328"/>
              <a:ext cx="372236" cy="213645"/>
            </a:xfrm>
            <a:prstGeom prst="rect">
              <a:avLst/>
            </a:prstGeom>
          </p:spPr>
        </p:pic>
        <p:pic>
          <p:nvPicPr>
            <p:cNvPr id="339" name="object 339" descr="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4716398" y="5746051"/>
              <a:ext cx="120491" cy="196786"/>
            </a:xfrm>
            <a:prstGeom prst="rect">
              <a:avLst/>
            </a:prstGeom>
          </p:spPr>
        </p:pic>
      </p:grpSp>
      <p:grpSp>
        <p:nvGrpSpPr>
          <p:cNvPr id="340" name="object 340" descr=""/>
          <p:cNvGrpSpPr/>
          <p:nvPr/>
        </p:nvGrpSpPr>
        <p:grpSpPr>
          <a:xfrm>
            <a:off x="4885753" y="5710904"/>
            <a:ext cx="523240" cy="177165"/>
            <a:chOff x="4885753" y="5710904"/>
            <a:chExt cx="523240" cy="177165"/>
          </a:xfrm>
        </p:grpSpPr>
        <p:pic>
          <p:nvPicPr>
            <p:cNvPr id="341" name="object 341" descr="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4885753" y="5749099"/>
              <a:ext cx="108299" cy="138779"/>
            </a:xfrm>
            <a:prstGeom prst="rect">
              <a:avLst/>
            </a:prstGeom>
          </p:spPr>
        </p:pic>
        <p:pic>
          <p:nvPicPr>
            <p:cNvPr id="342" name="object 342" descr="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5029104" y="5744527"/>
              <a:ext cx="114395" cy="143351"/>
            </a:xfrm>
            <a:prstGeom prst="rect">
              <a:avLst/>
            </a:prstGeom>
          </p:spPr>
        </p:pic>
        <p:pic>
          <p:nvPicPr>
            <p:cNvPr id="343" name="object 343" descr="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5177027" y="5745956"/>
              <a:ext cx="106775" cy="137350"/>
            </a:xfrm>
            <a:prstGeom prst="rect">
              <a:avLst/>
            </a:prstGeom>
          </p:spPr>
        </p:pic>
        <p:pic>
          <p:nvPicPr>
            <p:cNvPr id="344" name="object 344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5314378" y="5710904"/>
              <a:ext cx="94583" cy="177069"/>
            </a:xfrm>
            <a:prstGeom prst="rect">
              <a:avLst/>
            </a:prstGeom>
          </p:spPr>
        </p:pic>
      </p:grpSp>
      <p:grpSp>
        <p:nvGrpSpPr>
          <p:cNvPr id="345" name="object 345" descr=""/>
          <p:cNvGrpSpPr/>
          <p:nvPr/>
        </p:nvGrpSpPr>
        <p:grpSpPr>
          <a:xfrm>
            <a:off x="5541644" y="5684900"/>
            <a:ext cx="508000" cy="203200"/>
            <a:chOff x="5541644" y="5684900"/>
            <a:chExt cx="508000" cy="203200"/>
          </a:xfrm>
        </p:grpSpPr>
        <p:sp>
          <p:nvSpPr>
            <p:cNvPr id="346" name="object 346" descr=""/>
            <p:cNvSpPr/>
            <p:nvPr/>
          </p:nvSpPr>
          <p:spPr>
            <a:xfrm>
              <a:off x="5541632" y="5684900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7" name="object 347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5596508" y="5710904"/>
              <a:ext cx="94583" cy="177069"/>
            </a:xfrm>
            <a:prstGeom prst="rect">
              <a:avLst/>
            </a:prstGeom>
          </p:spPr>
        </p:pic>
        <p:pic>
          <p:nvPicPr>
            <p:cNvPr id="348" name="object 348" descr="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5710808" y="5744527"/>
              <a:ext cx="114490" cy="143446"/>
            </a:xfrm>
            <a:prstGeom prst="rect">
              <a:avLst/>
            </a:prstGeom>
          </p:spPr>
        </p:pic>
        <p:pic>
          <p:nvPicPr>
            <p:cNvPr id="349" name="object 349" descr="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5858922" y="5746051"/>
              <a:ext cx="190690" cy="137255"/>
            </a:xfrm>
            <a:prstGeom prst="rect">
              <a:avLst/>
            </a:prstGeom>
          </p:spPr>
        </p:pic>
      </p:grpSp>
      <p:grpSp>
        <p:nvGrpSpPr>
          <p:cNvPr id="350" name="object 350" descr=""/>
          <p:cNvGrpSpPr/>
          <p:nvPr/>
        </p:nvGrpSpPr>
        <p:grpSpPr>
          <a:xfrm>
            <a:off x="6185344" y="5710904"/>
            <a:ext cx="662305" cy="235585"/>
            <a:chOff x="6185344" y="5710904"/>
            <a:chExt cx="662305" cy="235585"/>
          </a:xfrm>
        </p:grpSpPr>
        <p:pic>
          <p:nvPicPr>
            <p:cNvPr id="351" name="object 351" descr="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6185344" y="5744527"/>
              <a:ext cx="115919" cy="143446"/>
            </a:xfrm>
            <a:prstGeom prst="rect">
              <a:avLst/>
            </a:prstGeom>
          </p:spPr>
        </p:pic>
        <p:pic>
          <p:nvPicPr>
            <p:cNvPr id="352" name="object 352" descr="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6334792" y="5745956"/>
              <a:ext cx="106775" cy="137350"/>
            </a:xfrm>
            <a:prstGeom prst="rect">
              <a:avLst/>
            </a:prstGeom>
          </p:spPr>
        </p:pic>
        <p:pic>
          <p:nvPicPr>
            <p:cNvPr id="353" name="object 353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6472046" y="5710904"/>
              <a:ext cx="94583" cy="177069"/>
            </a:xfrm>
            <a:prstGeom prst="rect">
              <a:avLst/>
            </a:prstGeom>
          </p:spPr>
        </p:pic>
        <p:pic>
          <p:nvPicPr>
            <p:cNvPr id="354" name="object 354" descr="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6600253" y="5746051"/>
              <a:ext cx="247078" cy="199834"/>
            </a:xfrm>
            <a:prstGeom prst="rect">
              <a:avLst/>
            </a:prstGeom>
          </p:spPr>
        </p:pic>
      </p:grpSp>
      <p:pic>
        <p:nvPicPr>
          <p:cNvPr id="355" name="object 355" descr=""/>
          <p:cNvPicPr/>
          <p:nvPr/>
        </p:nvPicPr>
        <p:blipFill>
          <a:blip r:embed="rId219" cstate="print"/>
          <a:stretch>
            <a:fillRect/>
          </a:stretch>
        </p:blipFill>
        <p:spPr>
          <a:xfrm>
            <a:off x="6989159" y="5674328"/>
            <a:ext cx="120491" cy="213550"/>
          </a:xfrm>
          <a:prstGeom prst="rect">
            <a:avLst/>
          </a:prstGeom>
        </p:spPr>
      </p:pic>
      <p:grpSp>
        <p:nvGrpSpPr>
          <p:cNvPr id="356" name="object 356" descr=""/>
          <p:cNvGrpSpPr/>
          <p:nvPr/>
        </p:nvGrpSpPr>
        <p:grpSpPr>
          <a:xfrm>
            <a:off x="7156989" y="5673852"/>
            <a:ext cx="779780" cy="272415"/>
            <a:chOff x="7156989" y="5673852"/>
            <a:chExt cx="779780" cy="272415"/>
          </a:xfrm>
        </p:grpSpPr>
        <p:sp>
          <p:nvSpPr>
            <p:cNvPr id="357" name="object 357" descr=""/>
            <p:cNvSpPr/>
            <p:nvPr/>
          </p:nvSpPr>
          <p:spPr>
            <a:xfrm>
              <a:off x="7156983" y="568490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4" h="198754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8" name="object 358" descr="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7214901" y="5744527"/>
              <a:ext cx="100679" cy="143351"/>
            </a:xfrm>
            <a:prstGeom prst="rect">
              <a:avLst/>
            </a:prstGeom>
          </p:spPr>
        </p:pic>
        <p:pic>
          <p:nvPicPr>
            <p:cNvPr id="359" name="object 359" descr="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7346156" y="5746051"/>
              <a:ext cx="120491" cy="196881"/>
            </a:xfrm>
            <a:prstGeom prst="rect">
              <a:avLst/>
            </a:prstGeom>
          </p:spPr>
        </p:pic>
        <p:sp>
          <p:nvSpPr>
            <p:cNvPr id="360" name="object 360" descr=""/>
            <p:cNvSpPr/>
            <p:nvPr/>
          </p:nvSpPr>
          <p:spPr>
            <a:xfrm>
              <a:off x="7501127" y="567385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1" name="object 361" descr="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7565802" y="5744527"/>
              <a:ext cx="370617" cy="201358"/>
            </a:xfrm>
            <a:prstGeom prst="rect">
              <a:avLst/>
            </a:prstGeom>
          </p:spPr>
        </p:pic>
      </p:grpSp>
      <p:grpSp>
        <p:nvGrpSpPr>
          <p:cNvPr id="362" name="object 362" descr=""/>
          <p:cNvGrpSpPr/>
          <p:nvPr/>
        </p:nvGrpSpPr>
        <p:grpSpPr>
          <a:xfrm>
            <a:off x="8067579" y="5746051"/>
            <a:ext cx="210820" cy="142240"/>
            <a:chOff x="8067579" y="5746051"/>
            <a:chExt cx="210820" cy="142240"/>
          </a:xfrm>
        </p:grpSpPr>
        <p:pic>
          <p:nvPicPr>
            <p:cNvPr id="363" name="object 363" descr="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8067579" y="5746051"/>
              <a:ext cx="74771" cy="137255"/>
            </a:xfrm>
            <a:prstGeom prst="rect">
              <a:avLst/>
            </a:prstGeom>
          </p:spPr>
        </p:pic>
        <p:pic>
          <p:nvPicPr>
            <p:cNvPr id="364" name="object 364" descr="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8171306" y="5749099"/>
              <a:ext cx="106775" cy="138779"/>
            </a:xfrm>
            <a:prstGeom prst="rect">
              <a:avLst/>
            </a:prstGeom>
          </p:spPr>
        </p:pic>
      </p:grpSp>
      <p:pic>
        <p:nvPicPr>
          <p:cNvPr id="365" name="object 365" descr=""/>
          <p:cNvPicPr/>
          <p:nvPr/>
        </p:nvPicPr>
        <p:blipFill>
          <a:blip r:embed="rId225" cstate="print"/>
          <a:stretch>
            <a:fillRect/>
          </a:stretch>
        </p:blipFill>
        <p:spPr>
          <a:xfrm>
            <a:off x="8326945" y="5746051"/>
            <a:ext cx="108299" cy="137255"/>
          </a:xfrm>
          <a:prstGeom prst="rect">
            <a:avLst/>
          </a:prstGeom>
        </p:spPr>
      </p:pic>
      <p:pic>
        <p:nvPicPr>
          <p:cNvPr id="366" name="object 366" descr=""/>
          <p:cNvPicPr/>
          <p:nvPr/>
        </p:nvPicPr>
        <p:blipFill>
          <a:blip r:embed="rId226" cstate="print"/>
          <a:stretch>
            <a:fillRect/>
          </a:stretch>
        </p:blipFill>
        <p:spPr>
          <a:xfrm>
            <a:off x="8484012" y="5745956"/>
            <a:ext cx="106775" cy="137350"/>
          </a:xfrm>
          <a:prstGeom prst="rect">
            <a:avLst/>
          </a:prstGeom>
        </p:spPr>
      </p:pic>
      <p:sp>
        <p:nvSpPr>
          <p:cNvPr id="367" name="object 367" descr=""/>
          <p:cNvSpPr/>
          <p:nvPr/>
        </p:nvSpPr>
        <p:spPr>
          <a:xfrm>
            <a:off x="8638121" y="5684901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40" h="198754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7940" h="198754">
                <a:moveTo>
                  <a:pt x="27432" y="0"/>
                </a:moveTo>
                <a:lnTo>
                  <a:pt x="0" y="0"/>
                </a:lnTo>
                <a:lnTo>
                  <a:pt x="0" y="27533"/>
                </a:lnTo>
                <a:lnTo>
                  <a:pt x="27432" y="27533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8" name="object 368" descr=""/>
          <p:cNvGrpSpPr/>
          <p:nvPr/>
        </p:nvGrpSpPr>
        <p:grpSpPr>
          <a:xfrm>
            <a:off x="8711279" y="5746051"/>
            <a:ext cx="279400" cy="200025"/>
            <a:chOff x="8711279" y="5746051"/>
            <a:chExt cx="279400" cy="200025"/>
          </a:xfrm>
        </p:grpSpPr>
        <p:pic>
          <p:nvPicPr>
            <p:cNvPr id="369" name="object 369" descr="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8711279" y="5746051"/>
              <a:ext cx="108299" cy="137255"/>
            </a:xfrm>
            <a:prstGeom prst="rect">
              <a:avLst/>
            </a:prstGeom>
          </p:spPr>
        </p:pic>
        <p:pic>
          <p:nvPicPr>
            <p:cNvPr id="370" name="object 370" descr="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8851677" y="5746051"/>
              <a:ext cx="138779" cy="199834"/>
            </a:xfrm>
            <a:prstGeom prst="rect">
              <a:avLst/>
            </a:prstGeom>
          </p:spPr>
        </p:pic>
      </p:grpSp>
      <p:grpSp>
        <p:nvGrpSpPr>
          <p:cNvPr id="371" name="object 371" descr=""/>
          <p:cNvGrpSpPr/>
          <p:nvPr/>
        </p:nvGrpSpPr>
        <p:grpSpPr>
          <a:xfrm>
            <a:off x="1417034" y="6049708"/>
            <a:ext cx="255270" cy="213995"/>
            <a:chOff x="1417034" y="6049708"/>
            <a:chExt cx="255270" cy="213995"/>
          </a:xfrm>
        </p:grpSpPr>
        <p:pic>
          <p:nvPicPr>
            <p:cNvPr id="372" name="object 372" descr="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1417034" y="6049708"/>
              <a:ext cx="120491" cy="213550"/>
            </a:xfrm>
            <a:prstGeom prst="rect">
              <a:avLst/>
            </a:prstGeom>
          </p:spPr>
        </p:pic>
        <p:pic>
          <p:nvPicPr>
            <p:cNvPr id="373" name="object 373" descr="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1565052" y="6119812"/>
              <a:ext cx="106775" cy="143446"/>
            </a:xfrm>
            <a:prstGeom prst="rect">
              <a:avLst/>
            </a:prstGeom>
          </p:spPr>
        </p:pic>
      </p:grpSp>
      <p:grpSp>
        <p:nvGrpSpPr>
          <p:cNvPr id="374" name="object 374" descr=""/>
          <p:cNvGrpSpPr/>
          <p:nvPr/>
        </p:nvGrpSpPr>
        <p:grpSpPr>
          <a:xfrm>
            <a:off x="1717548" y="6050279"/>
            <a:ext cx="172720" cy="213360"/>
            <a:chOff x="1717548" y="6050279"/>
            <a:chExt cx="172720" cy="213360"/>
          </a:xfrm>
        </p:grpSpPr>
        <p:sp>
          <p:nvSpPr>
            <p:cNvPr id="375" name="object 375" descr=""/>
            <p:cNvSpPr/>
            <p:nvPr/>
          </p:nvSpPr>
          <p:spPr>
            <a:xfrm>
              <a:off x="1717548" y="605027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6" name="object 376" descr="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1781651" y="6119812"/>
              <a:ext cx="108299" cy="143446"/>
            </a:xfrm>
            <a:prstGeom prst="rect">
              <a:avLst/>
            </a:prstGeom>
          </p:spPr>
        </p:pic>
      </p:grpSp>
      <p:grpSp>
        <p:nvGrpSpPr>
          <p:cNvPr id="377" name="object 377" descr=""/>
          <p:cNvGrpSpPr/>
          <p:nvPr/>
        </p:nvGrpSpPr>
        <p:grpSpPr>
          <a:xfrm>
            <a:off x="1935670" y="6119812"/>
            <a:ext cx="390525" cy="143510"/>
            <a:chOff x="1935670" y="6119812"/>
            <a:chExt cx="390525" cy="143510"/>
          </a:xfrm>
        </p:grpSpPr>
        <p:pic>
          <p:nvPicPr>
            <p:cNvPr id="378" name="object 378" descr="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2077402" y="6119812"/>
              <a:ext cx="114490" cy="143446"/>
            </a:xfrm>
            <a:prstGeom prst="rect">
              <a:avLst/>
            </a:prstGeom>
          </p:spPr>
        </p:pic>
        <p:pic>
          <p:nvPicPr>
            <p:cNvPr id="379" name="object 379" descr="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1935670" y="6122860"/>
              <a:ext cx="106775" cy="137350"/>
            </a:xfrm>
            <a:prstGeom prst="rect">
              <a:avLst/>
            </a:prstGeom>
          </p:spPr>
        </p:pic>
        <p:pic>
          <p:nvPicPr>
            <p:cNvPr id="380" name="object 380" descr="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2211800" y="6119812"/>
              <a:ext cx="114395" cy="143446"/>
            </a:xfrm>
            <a:prstGeom prst="rect">
              <a:avLst/>
            </a:prstGeom>
          </p:spPr>
        </p:pic>
      </p:grpSp>
      <p:pic>
        <p:nvPicPr>
          <p:cNvPr id="381" name="object 381" descr=""/>
          <p:cNvPicPr/>
          <p:nvPr/>
        </p:nvPicPr>
        <p:blipFill>
          <a:blip r:embed="rId235" cstate="print"/>
          <a:stretch>
            <a:fillRect/>
          </a:stretch>
        </p:blipFill>
        <p:spPr>
          <a:xfrm>
            <a:off x="1029652" y="6521195"/>
            <a:ext cx="186023" cy="175450"/>
          </a:xfrm>
          <a:prstGeom prst="rect">
            <a:avLst/>
          </a:prstGeom>
        </p:spPr>
      </p:pic>
      <p:grpSp>
        <p:nvGrpSpPr>
          <p:cNvPr id="382" name="object 382" descr=""/>
          <p:cNvGrpSpPr/>
          <p:nvPr/>
        </p:nvGrpSpPr>
        <p:grpSpPr>
          <a:xfrm>
            <a:off x="1421606" y="6508908"/>
            <a:ext cx="564515" cy="213995"/>
            <a:chOff x="1421606" y="6508908"/>
            <a:chExt cx="564515" cy="213995"/>
          </a:xfrm>
        </p:grpSpPr>
        <p:pic>
          <p:nvPicPr>
            <p:cNvPr id="383" name="object 383" descr="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1421606" y="6508908"/>
              <a:ext cx="155638" cy="210597"/>
            </a:xfrm>
            <a:prstGeom prst="rect">
              <a:avLst/>
            </a:prstGeom>
          </p:spPr>
        </p:pic>
        <p:pic>
          <p:nvPicPr>
            <p:cNvPr id="384" name="object 384" descr="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1603152" y="6545580"/>
              <a:ext cx="242506" cy="176974"/>
            </a:xfrm>
            <a:prstGeom prst="rect">
              <a:avLst/>
            </a:prstGeom>
          </p:spPr>
        </p:pic>
        <p:pic>
          <p:nvPicPr>
            <p:cNvPr id="385" name="object 385" descr="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1879282" y="6508909"/>
              <a:ext cx="106775" cy="210597"/>
            </a:xfrm>
            <a:prstGeom prst="rect">
              <a:avLst/>
            </a:prstGeom>
          </p:spPr>
        </p:pic>
      </p:grpSp>
      <p:grpSp>
        <p:nvGrpSpPr>
          <p:cNvPr id="386" name="object 386" descr=""/>
          <p:cNvGrpSpPr/>
          <p:nvPr/>
        </p:nvGrpSpPr>
        <p:grpSpPr>
          <a:xfrm>
            <a:off x="2120264" y="6579107"/>
            <a:ext cx="878840" cy="143510"/>
            <a:chOff x="2120264" y="6579107"/>
            <a:chExt cx="878840" cy="143510"/>
          </a:xfrm>
        </p:grpSpPr>
        <p:pic>
          <p:nvPicPr>
            <p:cNvPr id="387" name="object 387" descr="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2120264" y="6579107"/>
              <a:ext cx="231838" cy="143446"/>
            </a:xfrm>
            <a:prstGeom prst="rect">
              <a:avLst/>
            </a:prstGeom>
          </p:spPr>
        </p:pic>
        <p:pic>
          <p:nvPicPr>
            <p:cNvPr id="388" name="object 388" descr="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2385631" y="6579107"/>
              <a:ext cx="204406" cy="143446"/>
            </a:xfrm>
            <a:prstGeom prst="rect">
              <a:avLst/>
            </a:prstGeom>
          </p:spPr>
        </p:pic>
        <p:pic>
          <p:nvPicPr>
            <p:cNvPr id="389" name="object 389" descr="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2609850" y="6579107"/>
              <a:ext cx="114395" cy="143446"/>
            </a:xfrm>
            <a:prstGeom prst="rect">
              <a:avLst/>
            </a:prstGeom>
          </p:spPr>
        </p:pic>
        <p:pic>
          <p:nvPicPr>
            <p:cNvPr id="390" name="object 390" descr="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2757868" y="6580632"/>
              <a:ext cx="106775" cy="138874"/>
            </a:xfrm>
            <a:prstGeom prst="rect">
              <a:avLst/>
            </a:prstGeom>
          </p:spPr>
        </p:pic>
        <p:pic>
          <p:nvPicPr>
            <p:cNvPr id="391" name="object 391" descr="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2898171" y="6579107"/>
              <a:ext cx="100679" cy="143446"/>
            </a:xfrm>
            <a:prstGeom prst="rect">
              <a:avLst/>
            </a:prstGeom>
          </p:spPr>
        </p:pic>
      </p:grpSp>
      <p:grpSp>
        <p:nvGrpSpPr>
          <p:cNvPr id="392" name="object 392" descr=""/>
          <p:cNvGrpSpPr/>
          <p:nvPr/>
        </p:nvGrpSpPr>
        <p:grpSpPr>
          <a:xfrm>
            <a:off x="3131534" y="6579107"/>
            <a:ext cx="372745" cy="143510"/>
            <a:chOff x="3131534" y="6579107"/>
            <a:chExt cx="372745" cy="143510"/>
          </a:xfrm>
        </p:grpSpPr>
        <p:pic>
          <p:nvPicPr>
            <p:cNvPr id="393" name="object 393" descr="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3131534" y="6585204"/>
              <a:ext cx="106775" cy="137350"/>
            </a:xfrm>
            <a:prstGeom prst="rect">
              <a:avLst/>
            </a:prstGeom>
          </p:spPr>
        </p:pic>
        <p:pic>
          <p:nvPicPr>
            <p:cNvPr id="394" name="object 394" descr="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3270408" y="6579107"/>
              <a:ext cx="233362" cy="143446"/>
            </a:xfrm>
            <a:prstGeom prst="rect">
              <a:avLst/>
            </a:prstGeom>
          </p:spPr>
        </p:pic>
      </p:grpSp>
      <p:grpSp>
        <p:nvGrpSpPr>
          <p:cNvPr id="395" name="object 395" descr=""/>
          <p:cNvGrpSpPr/>
          <p:nvPr/>
        </p:nvGrpSpPr>
        <p:grpSpPr>
          <a:xfrm>
            <a:off x="3619690" y="6508908"/>
            <a:ext cx="622935" cy="213995"/>
            <a:chOff x="3619690" y="6508908"/>
            <a:chExt cx="622935" cy="213995"/>
          </a:xfrm>
        </p:grpSpPr>
        <p:pic>
          <p:nvPicPr>
            <p:cNvPr id="396" name="object 396" descr="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3619690" y="6545579"/>
              <a:ext cx="94583" cy="176974"/>
            </a:xfrm>
            <a:prstGeom prst="rect">
              <a:avLst/>
            </a:prstGeom>
          </p:spPr>
        </p:pic>
        <p:sp>
          <p:nvSpPr>
            <p:cNvPr id="397" name="object 397" descr=""/>
            <p:cNvSpPr/>
            <p:nvPr/>
          </p:nvSpPr>
          <p:spPr>
            <a:xfrm>
              <a:off x="3746271" y="6521107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6009"/>
                  </a:lnTo>
                  <a:lnTo>
                    <a:pt x="25908" y="2600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8" name="object 398" descr="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3801141" y="6545579"/>
              <a:ext cx="94583" cy="176974"/>
            </a:xfrm>
            <a:prstGeom prst="rect">
              <a:avLst/>
            </a:prstGeom>
          </p:spPr>
        </p:pic>
        <p:sp>
          <p:nvSpPr>
            <p:cNvPr id="399" name="object 399" descr=""/>
            <p:cNvSpPr/>
            <p:nvPr/>
          </p:nvSpPr>
          <p:spPr>
            <a:xfrm>
              <a:off x="3928872" y="6509003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0" name="object 400" descr="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3987260" y="6579107"/>
              <a:ext cx="114395" cy="143446"/>
            </a:xfrm>
            <a:prstGeom prst="rect">
              <a:avLst/>
            </a:prstGeom>
          </p:spPr>
        </p:pic>
        <p:pic>
          <p:nvPicPr>
            <p:cNvPr id="401" name="object 401" descr="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4121562" y="6508908"/>
              <a:ext cx="120491" cy="213645"/>
            </a:xfrm>
            <a:prstGeom prst="rect">
              <a:avLst/>
            </a:prstGeom>
          </p:spPr>
        </p:pic>
      </p:grpSp>
      <p:grpSp>
        <p:nvGrpSpPr>
          <p:cNvPr id="402" name="object 402" descr=""/>
          <p:cNvGrpSpPr/>
          <p:nvPr/>
        </p:nvGrpSpPr>
        <p:grpSpPr>
          <a:xfrm>
            <a:off x="4393025" y="6508908"/>
            <a:ext cx="889635" cy="213995"/>
            <a:chOff x="4393025" y="6508908"/>
            <a:chExt cx="889635" cy="213995"/>
          </a:xfrm>
        </p:grpSpPr>
        <p:pic>
          <p:nvPicPr>
            <p:cNvPr id="403" name="object 403" descr="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4393025" y="6508908"/>
              <a:ext cx="120491" cy="213645"/>
            </a:xfrm>
            <a:prstGeom prst="rect">
              <a:avLst/>
            </a:prstGeom>
          </p:spPr>
        </p:pic>
        <p:pic>
          <p:nvPicPr>
            <p:cNvPr id="404" name="object 404" descr="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4540948" y="6579107"/>
              <a:ext cx="134302" cy="143446"/>
            </a:xfrm>
            <a:prstGeom prst="rect">
              <a:avLst/>
            </a:prstGeom>
          </p:spPr>
        </p:pic>
        <p:pic>
          <p:nvPicPr>
            <p:cNvPr id="405" name="object 405" descr="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4701159" y="6508908"/>
              <a:ext cx="208978" cy="213645"/>
            </a:xfrm>
            <a:prstGeom prst="rect">
              <a:avLst/>
            </a:prstGeom>
          </p:spPr>
        </p:pic>
        <p:pic>
          <p:nvPicPr>
            <p:cNvPr id="406" name="object 406" descr="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4945189" y="6579107"/>
              <a:ext cx="115919" cy="143446"/>
            </a:xfrm>
            <a:prstGeom prst="rect">
              <a:avLst/>
            </a:prstGeom>
          </p:spPr>
        </p:pic>
        <p:pic>
          <p:nvPicPr>
            <p:cNvPr id="407" name="object 407" descr="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5094636" y="6579107"/>
              <a:ext cx="187642" cy="143446"/>
            </a:xfrm>
            <a:prstGeom prst="rect">
              <a:avLst/>
            </a:prstGeom>
          </p:spPr>
        </p:pic>
      </p:grpSp>
      <p:pic>
        <p:nvPicPr>
          <p:cNvPr id="408" name="object 408" descr=""/>
          <p:cNvPicPr/>
          <p:nvPr/>
        </p:nvPicPr>
        <p:blipFill>
          <a:blip r:embed="rId255" cstate="print"/>
          <a:stretch>
            <a:fillRect/>
          </a:stretch>
        </p:blipFill>
        <p:spPr>
          <a:xfrm>
            <a:off x="5405913" y="6579108"/>
            <a:ext cx="106775" cy="143446"/>
          </a:xfrm>
          <a:prstGeom prst="rect">
            <a:avLst/>
          </a:prstGeom>
        </p:spPr>
      </p:pic>
      <p:grpSp>
        <p:nvGrpSpPr>
          <p:cNvPr id="409" name="object 409" descr=""/>
          <p:cNvGrpSpPr/>
          <p:nvPr/>
        </p:nvGrpSpPr>
        <p:grpSpPr>
          <a:xfrm>
            <a:off x="5558408" y="6508908"/>
            <a:ext cx="264160" cy="213995"/>
            <a:chOff x="5558408" y="6508908"/>
            <a:chExt cx="264160" cy="213995"/>
          </a:xfrm>
        </p:grpSpPr>
        <p:pic>
          <p:nvPicPr>
            <p:cNvPr id="410" name="object 410" descr="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5558408" y="6580632"/>
              <a:ext cx="108299" cy="138874"/>
            </a:xfrm>
            <a:prstGeom prst="rect">
              <a:avLst/>
            </a:prstGeom>
          </p:spPr>
        </p:pic>
        <p:pic>
          <p:nvPicPr>
            <p:cNvPr id="411" name="object 411" descr="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5701760" y="6508908"/>
              <a:ext cx="120491" cy="213645"/>
            </a:xfrm>
            <a:prstGeom prst="rect">
              <a:avLst/>
            </a:prstGeom>
          </p:spPr>
        </p:pic>
      </p:grpSp>
      <p:grpSp>
        <p:nvGrpSpPr>
          <p:cNvPr id="412" name="object 412" descr=""/>
          <p:cNvGrpSpPr/>
          <p:nvPr/>
        </p:nvGrpSpPr>
        <p:grpSpPr>
          <a:xfrm>
            <a:off x="5958077" y="6508908"/>
            <a:ext cx="412115" cy="213995"/>
            <a:chOff x="5958077" y="6508908"/>
            <a:chExt cx="412115" cy="213995"/>
          </a:xfrm>
        </p:grpSpPr>
        <p:pic>
          <p:nvPicPr>
            <p:cNvPr id="413" name="object 413" descr="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6115145" y="6579107"/>
              <a:ext cx="114395" cy="143446"/>
            </a:xfrm>
            <a:prstGeom prst="rect">
              <a:avLst/>
            </a:prstGeom>
          </p:spPr>
        </p:pic>
        <p:pic>
          <p:nvPicPr>
            <p:cNvPr id="414" name="object 414" descr="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5958077" y="6508908"/>
              <a:ext cx="120491" cy="213645"/>
            </a:xfrm>
            <a:prstGeom prst="rect">
              <a:avLst/>
            </a:prstGeom>
          </p:spPr>
        </p:pic>
        <p:pic>
          <p:nvPicPr>
            <p:cNvPr id="415" name="object 415" descr="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6249447" y="6508908"/>
              <a:ext cx="120491" cy="213645"/>
            </a:xfrm>
            <a:prstGeom prst="rect">
              <a:avLst/>
            </a:prstGeom>
          </p:spPr>
        </p:pic>
      </p:grpSp>
      <p:sp>
        <p:nvSpPr>
          <p:cNvPr id="416" name="object 416" descr=""/>
          <p:cNvSpPr/>
          <p:nvPr/>
        </p:nvSpPr>
        <p:spPr>
          <a:xfrm>
            <a:off x="6417081" y="6521107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4485" y="64109"/>
                </a:moveTo>
                <a:lnTo>
                  <a:pt x="3048" y="64109"/>
                </a:lnTo>
                <a:lnTo>
                  <a:pt x="3048" y="198412"/>
                </a:lnTo>
                <a:lnTo>
                  <a:pt x="24485" y="198412"/>
                </a:lnTo>
                <a:lnTo>
                  <a:pt x="24485" y="64109"/>
                </a:lnTo>
                <a:close/>
              </a:path>
              <a:path w="27939" h="198754">
                <a:moveTo>
                  <a:pt x="27533" y="0"/>
                </a:moveTo>
                <a:lnTo>
                  <a:pt x="0" y="0"/>
                </a:lnTo>
                <a:lnTo>
                  <a:pt x="0" y="26009"/>
                </a:lnTo>
                <a:lnTo>
                  <a:pt x="27533" y="26009"/>
                </a:lnTo>
                <a:lnTo>
                  <a:pt x="27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7" name="object 417" descr=""/>
          <p:cNvGrpSpPr/>
          <p:nvPr/>
        </p:nvGrpSpPr>
        <p:grpSpPr>
          <a:xfrm>
            <a:off x="6476714" y="6508908"/>
            <a:ext cx="645795" cy="213995"/>
            <a:chOff x="6476714" y="6508908"/>
            <a:chExt cx="645795" cy="213995"/>
          </a:xfrm>
        </p:grpSpPr>
        <p:pic>
          <p:nvPicPr>
            <p:cNvPr id="418" name="object 418" descr="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6617017" y="6579108"/>
              <a:ext cx="108299" cy="143446"/>
            </a:xfrm>
            <a:prstGeom prst="rect">
              <a:avLst/>
            </a:prstGeom>
          </p:spPr>
        </p:pic>
        <p:pic>
          <p:nvPicPr>
            <p:cNvPr id="419" name="object 419" descr="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6476714" y="6579107"/>
              <a:ext cx="115919" cy="143446"/>
            </a:xfrm>
            <a:prstGeom prst="rect">
              <a:avLst/>
            </a:prstGeom>
          </p:spPr>
        </p:pic>
        <p:pic>
          <p:nvPicPr>
            <p:cNvPr id="420" name="object 420" descr="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6752748" y="6545579"/>
              <a:ext cx="228790" cy="177069"/>
            </a:xfrm>
            <a:prstGeom prst="rect">
              <a:avLst/>
            </a:prstGeom>
          </p:spPr>
        </p:pic>
        <p:pic>
          <p:nvPicPr>
            <p:cNvPr id="421" name="object 421" descr="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7001351" y="6508908"/>
              <a:ext cx="120586" cy="213645"/>
            </a:xfrm>
            <a:prstGeom prst="rect">
              <a:avLst/>
            </a:prstGeom>
          </p:spPr>
        </p:pic>
      </p:grpSp>
      <p:grpSp>
        <p:nvGrpSpPr>
          <p:cNvPr id="422" name="object 422" descr=""/>
          <p:cNvGrpSpPr/>
          <p:nvPr/>
        </p:nvGrpSpPr>
        <p:grpSpPr>
          <a:xfrm>
            <a:off x="7271384" y="6508908"/>
            <a:ext cx="923290" cy="213995"/>
            <a:chOff x="7271384" y="6508908"/>
            <a:chExt cx="923290" cy="213995"/>
          </a:xfrm>
        </p:grpSpPr>
        <p:pic>
          <p:nvPicPr>
            <p:cNvPr id="423" name="object 423" descr="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7271384" y="6508908"/>
              <a:ext cx="120491" cy="213645"/>
            </a:xfrm>
            <a:prstGeom prst="rect">
              <a:avLst/>
            </a:prstGeom>
          </p:spPr>
        </p:pic>
        <p:pic>
          <p:nvPicPr>
            <p:cNvPr id="424" name="object 424" descr="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7428451" y="6585203"/>
              <a:ext cx="106775" cy="137350"/>
            </a:xfrm>
            <a:prstGeom prst="rect">
              <a:avLst/>
            </a:prstGeom>
          </p:spPr>
        </p:pic>
        <p:pic>
          <p:nvPicPr>
            <p:cNvPr id="425" name="object 425" descr="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7565802" y="6545579"/>
              <a:ext cx="353854" cy="176974"/>
            </a:xfrm>
            <a:prstGeom prst="rect">
              <a:avLst/>
            </a:prstGeom>
          </p:spPr>
        </p:pic>
        <p:pic>
          <p:nvPicPr>
            <p:cNvPr id="426" name="object 426" descr="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7954708" y="6580631"/>
              <a:ext cx="106775" cy="138874"/>
            </a:xfrm>
            <a:prstGeom prst="rect">
              <a:avLst/>
            </a:prstGeom>
          </p:spPr>
        </p:pic>
        <p:pic>
          <p:nvPicPr>
            <p:cNvPr id="427" name="object 427" descr="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8093582" y="6579107"/>
              <a:ext cx="100679" cy="1434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1557" y="422243"/>
            <a:ext cx="578485" cy="357505"/>
            <a:chOff x="271557" y="422243"/>
            <a:chExt cx="578485" cy="357505"/>
          </a:xfrm>
        </p:grpSpPr>
        <p:sp>
          <p:nvSpPr>
            <p:cNvPr id="3" name="object 3" descr=""/>
            <p:cNvSpPr/>
            <p:nvPr/>
          </p:nvSpPr>
          <p:spPr>
            <a:xfrm>
              <a:off x="271557" y="422243"/>
              <a:ext cx="217170" cy="276225"/>
            </a:xfrm>
            <a:custGeom>
              <a:avLst/>
              <a:gdLst/>
              <a:ahLst/>
              <a:cxnLst/>
              <a:rect l="l" t="t" r="r" b="b"/>
              <a:pathLst>
                <a:path w="217170" h="276225">
                  <a:moveTo>
                    <a:pt x="216598" y="276225"/>
                  </a:moveTo>
                  <a:lnTo>
                    <a:pt x="179927" y="276225"/>
                  </a:lnTo>
                  <a:lnTo>
                    <a:pt x="85344" y="132778"/>
                  </a:lnTo>
                  <a:lnTo>
                    <a:pt x="33528" y="186213"/>
                  </a:lnTo>
                  <a:lnTo>
                    <a:pt x="33528" y="276225"/>
                  </a:lnTo>
                  <a:lnTo>
                    <a:pt x="0" y="276225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33528" y="146494"/>
                  </a:lnTo>
                  <a:lnTo>
                    <a:pt x="173831" y="0"/>
                  </a:lnTo>
                  <a:lnTo>
                    <a:pt x="210502" y="0"/>
                  </a:lnTo>
                  <a:lnTo>
                    <a:pt x="106775" y="109918"/>
                  </a:lnTo>
                  <a:lnTo>
                    <a:pt x="216598" y="276225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112" y="515397"/>
              <a:ext cx="149447" cy="18764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83323" y="521493"/>
              <a:ext cx="166370" cy="258445"/>
            </a:xfrm>
            <a:custGeom>
              <a:avLst/>
              <a:gdLst/>
              <a:ahLst/>
              <a:cxnLst/>
              <a:rect l="l" t="t" r="r" b="b"/>
              <a:pathLst>
                <a:path w="166369" h="258445">
                  <a:moveTo>
                    <a:pt x="72986" y="234981"/>
                  </a:moveTo>
                  <a:lnTo>
                    <a:pt x="38195" y="234981"/>
                  </a:lnTo>
                  <a:lnTo>
                    <a:pt x="42814" y="234432"/>
                  </a:lnTo>
                  <a:lnTo>
                    <a:pt x="47720" y="231731"/>
                  </a:lnTo>
                  <a:lnTo>
                    <a:pt x="53197" y="225297"/>
                  </a:lnTo>
                  <a:lnTo>
                    <a:pt x="59531" y="213550"/>
                  </a:lnTo>
                  <a:lnTo>
                    <a:pt x="73247" y="176974"/>
                  </a:lnTo>
                  <a:lnTo>
                    <a:pt x="0" y="0"/>
                  </a:lnTo>
                  <a:lnTo>
                    <a:pt x="30575" y="0"/>
                  </a:lnTo>
                  <a:lnTo>
                    <a:pt x="59531" y="70199"/>
                  </a:lnTo>
                  <a:lnTo>
                    <a:pt x="73056" y="106406"/>
                  </a:lnTo>
                  <a:lnTo>
                    <a:pt x="85439" y="154114"/>
                  </a:lnTo>
                  <a:lnTo>
                    <a:pt x="107267" y="154114"/>
                  </a:lnTo>
                  <a:lnTo>
                    <a:pt x="83915" y="215074"/>
                  </a:lnTo>
                  <a:lnTo>
                    <a:pt x="72986" y="234981"/>
                  </a:lnTo>
                  <a:close/>
                </a:path>
                <a:path w="166369" h="258445">
                  <a:moveTo>
                    <a:pt x="107267" y="154114"/>
                  </a:moveTo>
                  <a:lnTo>
                    <a:pt x="85439" y="154114"/>
                  </a:lnTo>
                  <a:lnTo>
                    <a:pt x="91584" y="124421"/>
                  </a:lnTo>
                  <a:lnTo>
                    <a:pt x="104882" y="83879"/>
                  </a:lnTo>
                  <a:lnTo>
                    <a:pt x="121055" y="39926"/>
                  </a:lnTo>
                  <a:lnTo>
                    <a:pt x="135826" y="0"/>
                  </a:lnTo>
                  <a:lnTo>
                    <a:pt x="166306" y="0"/>
                  </a:lnTo>
                  <a:lnTo>
                    <a:pt x="107267" y="154114"/>
                  </a:lnTo>
                  <a:close/>
                </a:path>
                <a:path w="166369" h="258445">
                  <a:moveTo>
                    <a:pt x="38195" y="257841"/>
                  </a:moveTo>
                  <a:lnTo>
                    <a:pt x="28311" y="257365"/>
                  </a:lnTo>
                  <a:lnTo>
                    <a:pt x="19704" y="256317"/>
                  </a:lnTo>
                  <a:lnTo>
                    <a:pt x="13080" y="255270"/>
                  </a:lnTo>
                  <a:lnTo>
                    <a:pt x="9143" y="254793"/>
                  </a:lnTo>
                  <a:lnTo>
                    <a:pt x="7619" y="228885"/>
                  </a:lnTo>
                  <a:lnTo>
                    <a:pt x="16610" y="231731"/>
                  </a:lnTo>
                  <a:lnTo>
                    <a:pt x="25229" y="233648"/>
                  </a:lnTo>
                  <a:lnTo>
                    <a:pt x="32574" y="234672"/>
                  </a:lnTo>
                  <a:lnTo>
                    <a:pt x="38195" y="234981"/>
                  </a:lnTo>
                  <a:lnTo>
                    <a:pt x="72986" y="234981"/>
                  </a:lnTo>
                  <a:lnTo>
                    <a:pt x="70342" y="239799"/>
                  </a:lnTo>
                  <a:lnTo>
                    <a:pt x="57626" y="252495"/>
                  </a:lnTo>
                  <a:lnTo>
                    <a:pt x="46624" y="257173"/>
                  </a:lnTo>
                  <a:lnTo>
                    <a:pt x="38195" y="257841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020508" y="422846"/>
            <a:ext cx="845185" cy="280670"/>
            <a:chOff x="1020508" y="422846"/>
            <a:chExt cx="845185" cy="280670"/>
          </a:xfrm>
        </p:grpSpPr>
        <p:sp>
          <p:nvSpPr>
            <p:cNvPr id="7" name="object 7" descr=""/>
            <p:cNvSpPr/>
            <p:nvPr/>
          </p:nvSpPr>
          <p:spPr>
            <a:xfrm>
              <a:off x="1020508" y="422858"/>
              <a:ext cx="169545" cy="275590"/>
            </a:xfrm>
            <a:custGeom>
              <a:avLst/>
              <a:gdLst/>
              <a:ahLst/>
              <a:cxnLst/>
              <a:rect l="l" t="t" r="r" b="b"/>
              <a:pathLst>
                <a:path w="169544" h="275590">
                  <a:moveTo>
                    <a:pt x="169252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125730"/>
                  </a:lnTo>
                  <a:lnTo>
                    <a:pt x="0" y="149860"/>
                  </a:lnTo>
                  <a:lnTo>
                    <a:pt x="0" y="275590"/>
                  </a:lnTo>
                  <a:lnTo>
                    <a:pt x="35052" y="275590"/>
                  </a:lnTo>
                  <a:lnTo>
                    <a:pt x="35052" y="149860"/>
                  </a:lnTo>
                  <a:lnTo>
                    <a:pt x="152488" y="149860"/>
                  </a:lnTo>
                  <a:lnTo>
                    <a:pt x="152488" y="125730"/>
                  </a:lnTo>
                  <a:lnTo>
                    <a:pt x="35052" y="125730"/>
                  </a:lnTo>
                  <a:lnTo>
                    <a:pt x="35052" y="25400"/>
                  </a:lnTo>
                  <a:lnTo>
                    <a:pt x="169252" y="25400"/>
                  </a:lnTo>
                  <a:lnTo>
                    <a:pt x="169252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9674" y="515397"/>
              <a:ext cx="147923" cy="18764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1126" y="515397"/>
              <a:ext cx="137255" cy="18764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2004" y="471106"/>
              <a:ext cx="123539" cy="23193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6596" y="521493"/>
              <a:ext cx="138874" cy="181546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1926526" y="515397"/>
            <a:ext cx="415290" cy="187960"/>
            <a:chOff x="1926526" y="515397"/>
            <a:chExt cx="415290" cy="187960"/>
          </a:xfrm>
        </p:grpSpPr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6526" y="515397"/>
              <a:ext cx="263842" cy="18764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11800" y="515397"/>
              <a:ext cx="129635" cy="187642"/>
            </a:xfrm>
            <a:prstGeom prst="rect">
              <a:avLst/>
            </a:prstGeom>
          </p:spPr>
        </p:pic>
      </p:grpSp>
      <p:sp>
        <p:nvSpPr>
          <p:cNvPr id="15" name="object 15" descr=""/>
          <p:cNvSpPr/>
          <p:nvPr/>
        </p:nvSpPr>
        <p:spPr>
          <a:xfrm>
            <a:off x="814577" y="912113"/>
            <a:ext cx="44450" cy="210820"/>
          </a:xfrm>
          <a:custGeom>
            <a:avLst/>
            <a:gdLst/>
            <a:ahLst/>
            <a:cxnLst/>
            <a:rect l="l" t="t" r="r" b="b"/>
            <a:pathLst>
              <a:path w="44450" h="210819">
                <a:moveTo>
                  <a:pt x="41148" y="210502"/>
                </a:moveTo>
                <a:lnTo>
                  <a:pt x="3048" y="210502"/>
                </a:lnTo>
                <a:lnTo>
                  <a:pt x="0" y="207454"/>
                </a:lnTo>
                <a:lnTo>
                  <a:pt x="0" y="3048"/>
                </a:lnTo>
                <a:lnTo>
                  <a:pt x="3048" y="0"/>
                </a:lnTo>
                <a:lnTo>
                  <a:pt x="42672" y="0"/>
                </a:lnTo>
                <a:lnTo>
                  <a:pt x="44196" y="4571"/>
                </a:lnTo>
                <a:lnTo>
                  <a:pt x="44196" y="195262"/>
                </a:lnTo>
                <a:lnTo>
                  <a:pt x="44196" y="205930"/>
                </a:lnTo>
                <a:lnTo>
                  <a:pt x="41148" y="2105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904494" y="944117"/>
            <a:ext cx="604520" cy="238125"/>
            <a:chOff x="904494" y="944117"/>
            <a:chExt cx="604520" cy="238125"/>
          </a:xfrm>
        </p:grpSpPr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4494" y="980789"/>
              <a:ext cx="132778" cy="14182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5372" y="980789"/>
              <a:ext cx="138779" cy="20135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44727" y="983837"/>
              <a:ext cx="132683" cy="141827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01794" y="944117"/>
              <a:ext cx="106775" cy="181546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1636680" y="912113"/>
            <a:ext cx="1449705" cy="213995"/>
            <a:chOff x="1636680" y="912113"/>
            <a:chExt cx="1449705" cy="213995"/>
          </a:xfrm>
        </p:grpSpPr>
        <p:pic>
          <p:nvPicPr>
            <p:cNvPr id="22" name="object 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36680" y="912113"/>
              <a:ext cx="349376" cy="21355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019579" y="912126"/>
              <a:ext cx="119380" cy="210820"/>
            </a:xfrm>
            <a:custGeom>
              <a:avLst/>
              <a:gdLst/>
              <a:ahLst/>
              <a:cxnLst/>
              <a:rect l="l" t="t" r="r" b="b"/>
              <a:pathLst>
                <a:path w="119380" h="210819">
                  <a:moveTo>
                    <a:pt x="39624" y="4572"/>
                  </a:moveTo>
                  <a:lnTo>
                    <a:pt x="3810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207454"/>
                  </a:lnTo>
                  <a:lnTo>
                    <a:pt x="3048" y="210502"/>
                  </a:lnTo>
                  <a:lnTo>
                    <a:pt x="36576" y="210502"/>
                  </a:lnTo>
                  <a:lnTo>
                    <a:pt x="39624" y="205930"/>
                  </a:lnTo>
                  <a:lnTo>
                    <a:pt x="39624" y="195262"/>
                  </a:lnTo>
                  <a:lnTo>
                    <a:pt x="39624" y="4572"/>
                  </a:lnTo>
                  <a:close/>
                </a:path>
                <a:path w="119380" h="210819">
                  <a:moveTo>
                    <a:pt x="117449" y="76288"/>
                  </a:moveTo>
                  <a:lnTo>
                    <a:pt x="114401" y="71716"/>
                  </a:lnTo>
                  <a:lnTo>
                    <a:pt x="80873" y="71716"/>
                  </a:lnTo>
                  <a:lnTo>
                    <a:pt x="76301" y="74764"/>
                  </a:lnTo>
                  <a:lnTo>
                    <a:pt x="76301" y="207454"/>
                  </a:lnTo>
                  <a:lnTo>
                    <a:pt x="80873" y="210502"/>
                  </a:lnTo>
                  <a:lnTo>
                    <a:pt x="114401" y="210502"/>
                  </a:lnTo>
                  <a:lnTo>
                    <a:pt x="117449" y="205930"/>
                  </a:lnTo>
                  <a:lnTo>
                    <a:pt x="117449" y="76288"/>
                  </a:lnTo>
                  <a:close/>
                </a:path>
                <a:path w="119380" h="210819">
                  <a:moveTo>
                    <a:pt x="118973" y="12192"/>
                  </a:moveTo>
                  <a:lnTo>
                    <a:pt x="117449" y="6096"/>
                  </a:lnTo>
                  <a:lnTo>
                    <a:pt x="77825" y="6096"/>
                  </a:lnTo>
                  <a:lnTo>
                    <a:pt x="74777" y="10668"/>
                  </a:lnTo>
                  <a:lnTo>
                    <a:pt x="74777" y="36576"/>
                  </a:lnTo>
                  <a:lnTo>
                    <a:pt x="76301" y="41148"/>
                  </a:lnTo>
                  <a:lnTo>
                    <a:pt x="117449" y="41148"/>
                  </a:lnTo>
                  <a:lnTo>
                    <a:pt x="118973" y="36576"/>
                  </a:lnTo>
                  <a:lnTo>
                    <a:pt x="118973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65984" y="912114"/>
              <a:ext cx="140398" cy="21355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36863" y="979265"/>
              <a:ext cx="131159" cy="14639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89358" y="944117"/>
              <a:ext cx="108299" cy="181546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622137" y="918209"/>
              <a:ext cx="45720" cy="204470"/>
            </a:xfrm>
            <a:custGeom>
              <a:avLst/>
              <a:gdLst/>
              <a:ahLst/>
              <a:cxnLst/>
              <a:rect l="l" t="t" r="r" b="b"/>
              <a:pathLst>
                <a:path w="45719" h="204469">
                  <a:moveTo>
                    <a:pt x="39624" y="204406"/>
                  </a:moveTo>
                  <a:lnTo>
                    <a:pt x="6096" y="204406"/>
                  </a:lnTo>
                  <a:lnTo>
                    <a:pt x="3048" y="201358"/>
                  </a:lnTo>
                  <a:lnTo>
                    <a:pt x="3048" y="68675"/>
                  </a:lnTo>
                  <a:lnTo>
                    <a:pt x="6096" y="65627"/>
                  </a:lnTo>
                  <a:lnTo>
                    <a:pt x="41148" y="65627"/>
                  </a:lnTo>
                  <a:lnTo>
                    <a:pt x="42672" y="70199"/>
                  </a:lnTo>
                  <a:lnTo>
                    <a:pt x="42672" y="199834"/>
                  </a:lnTo>
                  <a:lnTo>
                    <a:pt x="39624" y="204406"/>
                  </a:lnTo>
                  <a:close/>
                </a:path>
                <a:path w="45719" h="204469">
                  <a:moveTo>
                    <a:pt x="42672" y="35052"/>
                  </a:moveTo>
                  <a:lnTo>
                    <a:pt x="1524" y="35052"/>
                  </a:lnTo>
                  <a:lnTo>
                    <a:pt x="0" y="30480"/>
                  </a:lnTo>
                  <a:lnTo>
                    <a:pt x="0" y="4572"/>
                  </a:lnTo>
                  <a:lnTo>
                    <a:pt x="3048" y="0"/>
                  </a:lnTo>
                  <a:lnTo>
                    <a:pt x="42672" y="0"/>
                  </a:lnTo>
                  <a:lnTo>
                    <a:pt x="45720" y="6096"/>
                  </a:lnTo>
                  <a:lnTo>
                    <a:pt x="45720" y="30480"/>
                  </a:lnTo>
                  <a:lnTo>
                    <a:pt x="42672" y="35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92241" y="979265"/>
              <a:ext cx="148018" cy="14639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67691" y="980789"/>
              <a:ext cx="134207" cy="141827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3046095" y="983843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5" h="139065">
                  <a:moveTo>
                    <a:pt x="39712" y="99161"/>
                  </a:moveTo>
                  <a:lnTo>
                    <a:pt x="0" y="99161"/>
                  </a:lnTo>
                  <a:lnTo>
                    <a:pt x="0" y="138785"/>
                  </a:lnTo>
                  <a:lnTo>
                    <a:pt x="39712" y="138785"/>
                  </a:lnTo>
                  <a:lnTo>
                    <a:pt x="39712" y="99161"/>
                  </a:lnTo>
                  <a:close/>
                </a:path>
                <a:path w="40005" h="139065">
                  <a:moveTo>
                    <a:pt x="39712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39712" y="39624"/>
                  </a:lnTo>
                  <a:lnTo>
                    <a:pt x="397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9652" y="1314926"/>
            <a:ext cx="186023" cy="175450"/>
          </a:xfrm>
          <a:prstGeom prst="rect">
            <a:avLst/>
          </a:prstGeom>
        </p:spPr>
      </p:pic>
      <p:grpSp>
        <p:nvGrpSpPr>
          <p:cNvPr id="32" name="object 32" descr=""/>
          <p:cNvGrpSpPr/>
          <p:nvPr/>
        </p:nvGrpSpPr>
        <p:grpSpPr>
          <a:xfrm>
            <a:off x="1420082" y="1302638"/>
            <a:ext cx="556895" cy="213995"/>
            <a:chOff x="1420082" y="1302638"/>
            <a:chExt cx="556895" cy="213995"/>
          </a:xfrm>
        </p:grpSpPr>
        <p:pic>
          <p:nvPicPr>
            <p:cNvPr id="33" name="object 3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97056" y="1374362"/>
              <a:ext cx="106775" cy="13887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20082" y="1302638"/>
              <a:ext cx="138874" cy="210597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37359" y="1372933"/>
              <a:ext cx="100679" cy="143351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68519" y="1377410"/>
              <a:ext cx="108299" cy="138874"/>
            </a:xfrm>
            <a:prstGeom prst="rect">
              <a:avLst/>
            </a:prstGeom>
          </p:spPr>
        </p:pic>
      </p:grpSp>
      <p:pic>
        <p:nvPicPr>
          <p:cNvPr id="37" name="object 3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025681" y="1372933"/>
            <a:ext cx="321849" cy="143351"/>
          </a:xfrm>
          <a:prstGeom prst="rect">
            <a:avLst/>
          </a:prstGeom>
        </p:spPr>
      </p:pic>
      <p:grpSp>
        <p:nvGrpSpPr>
          <p:cNvPr id="38" name="object 38" descr=""/>
          <p:cNvGrpSpPr/>
          <p:nvPr/>
        </p:nvGrpSpPr>
        <p:grpSpPr>
          <a:xfrm>
            <a:off x="2458878" y="1372838"/>
            <a:ext cx="259715" cy="143510"/>
            <a:chOff x="2458878" y="1372838"/>
            <a:chExt cx="259715" cy="143510"/>
          </a:xfrm>
        </p:grpSpPr>
        <p:pic>
          <p:nvPicPr>
            <p:cNvPr id="39" name="object 3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58878" y="1377505"/>
              <a:ext cx="131159" cy="135731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11373" y="1372838"/>
              <a:ext cx="106775" cy="143446"/>
            </a:xfrm>
            <a:prstGeom prst="rect">
              <a:avLst/>
            </a:prstGeom>
          </p:spPr>
        </p:pic>
      </p:grpSp>
      <p:sp>
        <p:nvSpPr>
          <p:cNvPr id="41" name="object 41" descr=""/>
          <p:cNvSpPr/>
          <p:nvPr/>
        </p:nvSpPr>
        <p:spPr>
          <a:xfrm>
            <a:off x="2764535" y="1303019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19">
                <a:moveTo>
                  <a:pt x="22860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60" y="0"/>
                </a:lnTo>
                <a:lnTo>
                  <a:pt x="22860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2834163" y="1302734"/>
            <a:ext cx="181610" cy="213995"/>
            <a:chOff x="2834163" y="1302734"/>
            <a:chExt cx="181610" cy="213995"/>
          </a:xfrm>
        </p:grpSpPr>
        <p:sp>
          <p:nvSpPr>
            <p:cNvPr id="43" name="object 43" descr=""/>
            <p:cNvSpPr/>
            <p:nvPr/>
          </p:nvSpPr>
          <p:spPr>
            <a:xfrm>
              <a:off x="2834157" y="1314932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432" y="25908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95123" y="1302734"/>
              <a:ext cx="120491" cy="213550"/>
            </a:xfrm>
            <a:prstGeom prst="rect">
              <a:avLst/>
            </a:prstGeom>
          </p:spPr>
        </p:pic>
      </p:grpSp>
      <p:grpSp>
        <p:nvGrpSpPr>
          <p:cNvPr id="45" name="object 45" descr=""/>
          <p:cNvGrpSpPr/>
          <p:nvPr/>
        </p:nvGrpSpPr>
        <p:grpSpPr>
          <a:xfrm>
            <a:off x="3149822" y="1299686"/>
            <a:ext cx="934085" cy="217170"/>
            <a:chOff x="3149822" y="1299686"/>
            <a:chExt cx="934085" cy="217170"/>
          </a:xfrm>
        </p:grpSpPr>
        <p:pic>
          <p:nvPicPr>
            <p:cNvPr id="46" name="object 4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149822" y="1299686"/>
              <a:ext cx="225837" cy="216598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01472" y="1374362"/>
              <a:ext cx="74771" cy="13887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03771" y="1374457"/>
              <a:ext cx="192214" cy="138779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737133" y="1372933"/>
              <a:ext cx="106775" cy="143351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871340" y="1339310"/>
              <a:ext cx="212026" cy="176974"/>
            </a:xfrm>
            <a:prstGeom prst="rect">
              <a:avLst/>
            </a:prstGeom>
          </p:spPr>
        </p:pic>
      </p:grpSp>
      <p:grpSp>
        <p:nvGrpSpPr>
          <p:cNvPr id="51" name="object 51" descr=""/>
          <p:cNvGrpSpPr/>
          <p:nvPr/>
        </p:nvGrpSpPr>
        <p:grpSpPr>
          <a:xfrm>
            <a:off x="4199286" y="1299686"/>
            <a:ext cx="327025" cy="217170"/>
            <a:chOff x="4199286" y="1299686"/>
            <a:chExt cx="327025" cy="217170"/>
          </a:xfrm>
        </p:grpSpPr>
        <p:pic>
          <p:nvPicPr>
            <p:cNvPr id="52" name="object 5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199286" y="1299686"/>
              <a:ext cx="225742" cy="216693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452556" y="1374457"/>
              <a:ext cx="73151" cy="138779"/>
            </a:xfrm>
            <a:prstGeom prst="rect">
              <a:avLst/>
            </a:prstGeom>
          </p:spPr>
        </p:pic>
      </p:grpSp>
      <p:grpSp>
        <p:nvGrpSpPr>
          <p:cNvPr id="54" name="object 54" descr=""/>
          <p:cNvGrpSpPr/>
          <p:nvPr/>
        </p:nvGrpSpPr>
        <p:grpSpPr>
          <a:xfrm>
            <a:off x="4655439" y="1302734"/>
            <a:ext cx="720090" cy="268605"/>
            <a:chOff x="4655439" y="1302734"/>
            <a:chExt cx="720090" cy="268605"/>
          </a:xfrm>
        </p:grpSpPr>
        <p:pic>
          <p:nvPicPr>
            <p:cNvPr id="55" name="object 5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655439" y="1374457"/>
              <a:ext cx="120491" cy="196786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810982" y="1302734"/>
              <a:ext cx="108299" cy="210502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952809" y="1372933"/>
              <a:ext cx="132778" cy="143351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119116" y="1374457"/>
              <a:ext cx="106775" cy="138779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260943" y="1372933"/>
              <a:ext cx="114395" cy="143446"/>
            </a:xfrm>
            <a:prstGeom prst="rect">
              <a:avLst/>
            </a:prstGeom>
          </p:spPr>
        </p:pic>
      </p:grpSp>
      <p:pic>
        <p:nvPicPr>
          <p:cNvPr id="60" name="object 60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511165" y="1374362"/>
            <a:ext cx="106775" cy="138874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666708" y="1377505"/>
            <a:ext cx="106775" cy="138779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822251" y="1374457"/>
            <a:ext cx="192214" cy="138779"/>
          </a:xfrm>
          <a:prstGeom prst="rect">
            <a:avLst/>
          </a:prstGeom>
        </p:spPr>
      </p:pic>
      <p:grpSp>
        <p:nvGrpSpPr>
          <p:cNvPr id="63" name="object 63" descr=""/>
          <p:cNvGrpSpPr/>
          <p:nvPr/>
        </p:nvGrpSpPr>
        <p:grpSpPr>
          <a:xfrm>
            <a:off x="6063329" y="1302734"/>
            <a:ext cx="548005" cy="247650"/>
            <a:chOff x="6063329" y="1302734"/>
            <a:chExt cx="548005" cy="247650"/>
          </a:xfrm>
        </p:grpSpPr>
        <p:pic>
          <p:nvPicPr>
            <p:cNvPr id="64" name="object 64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063329" y="1302734"/>
              <a:ext cx="120491" cy="213550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214300" y="1372933"/>
              <a:ext cx="114395" cy="143351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362223" y="1372933"/>
              <a:ext cx="187642" cy="143351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6586537" y="1487328"/>
              <a:ext cx="24765" cy="62865"/>
            </a:xfrm>
            <a:custGeom>
              <a:avLst/>
              <a:gdLst/>
              <a:ahLst/>
              <a:cxnLst/>
              <a:rect l="l" t="t" r="r" b="b"/>
              <a:pathLst>
                <a:path w="24765" h="62865">
                  <a:moveTo>
                    <a:pt x="12191" y="62579"/>
                  </a:moveTo>
                  <a:lnTo>
                    <a:pt x="0" y="62579"/>
                  </a:lnTo>
                  <a:lnTo>
                    <a:pt x="7619" y="25908"/>
                  </a:lnTo>
                  <a:lnTo>
                    <a:pt x="0" y="25908"/>
                  </a:lnTo>
                  <a:lnTo>
                    <a:pt x="0" y="0"/>
                  </a:lnTo>
                  <a:lnTo>
                    <a:pt x="24383" y="0"/>
                  </a:lnTo>
                  <a:lnTo>
                    <a:pt x="24383" y="24384"/>
                  </a:lnTo>
                  <a:lnTo>
                    <a:pt x="12191" y="62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 descr=""/>
          <p:cNvGrpSpPr/>
          <p:nvPr/>
        </p:nvGrpSpPr>
        <p:grpSpPr>
          <a:xfrm>
            <a:off x="6752748" y="1302734"/>
            <a:ext cx="704850" cy="247650"/>
            <a:chOff x="6752748" y="1302734"/>
            <a:chExt cx="704850" cy="247650"/>
          </a:xfrm>
        </p:grpSpPr>
        <p:pic>
          <p:nvPicPr>
            <p:cNvPr id="69" name="object 6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752748" y="1302734"/>
              <a:ext cx="120491" cy="213550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914483" y="1372838"/>
              <a:ext cx="106775" cy="143446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048690" y="1339310"/>
              <a:ext cx="94583" cy="176974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163085" y="1372933"/>
              <a:ext cx="233362" cy="143446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7431500" y="1487328"/>
              <a:ext cx="26034" cy="62865"/>
            </a:xfrm>
            <a:custGeom>
              <a:avLst/>
              <a:gdLst/>
              <a:ahLst/>
              <a:cxnLst/>
              <a:rect l="l" t="t" r="r" b="b"/>
              <a:pathLst>
                <a:path w="26034" h="62865">
                  <a:moveTo>
                    <a:pt x="13811" y="62579"/>
                  </a:moveTo>
                  <a:lnTo>
                    <a:pt x="0" y="62579"/>
                  </a:lnTo>
                  <a:lnTo>
                    <a:pt x="7715" y="25908"/>
                  </a:lnTo>
                  <a:lnTo>
                    <a:pt x="0" y="25908"/>
                  </a:lnTo>
                  <a:lnTo>
                    <a:pt x="0" y="0"/>
                  </a:lnTo>
                  <a:lnTo>
                    <a:pt x="26003" y="0"/>
                  </a:lnTo>
                  <a:lnTo>
                    <a:pt x="26003" y="24384"/>
                  </a:lnTo>
                  <a:lnTo>
                    <a:pt x="13811" y="62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" name="object 74" descr=""/>
          <p:cNvGrpSpPr/>
          <p:nvPr/>
        </p:nvGrpSpPr>
        <p:grpSpPr>
          <a:xfrm>
            <a:off x="7597806" y="1302734"/>
            <a:ext cx="492759" cy="213995"/>
            <a:chOff x="7597806" y="1302734"/>
            <a:chExt cx="492759" cy="213995"/>
          </a:xfrm>
        </p:grpSpPr>
        <p:pic>
          <p:nvPicPr>
            <p:cNvPr id="75" name="object 7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597806" y="1372838"/>
              <a:ext cx="115919" cy="143446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747348" y="1372933"/>
              <a:ext cx="202787" cy="143446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969948" y="1302734"/>
              <a:ext cx="120586" cy="213550"/>
            </a:xfrm>
            <a:prstGeom prst="rect">
              <a:avLst/>
            </a:prstGeom>
          </p:spPr>
        </p:pic>
      </p:grpSp>
      <p:grpSp>
        <p:nvGrpSpPr>
          <p:cNvPr id="78" name="object 78" descr=""/>
          <p:cNvGrpSpPr/>
          <p:nvPr/>
        </p:nvGrpSpPr>
        <p:grpSpPr>
          <a:xfrm>
            <a:off x="8137778" y="1314830"/>
            <a:ext cx="151130" cy="201930"/>
            <a:chOff x="8137778" y="1314830"/>
            <a:chExt cx="151130" cy="201930"/>
          </a:xfrm>
        </p:grpSpPr>
        <p:sp>
          <p:nvSpPr>
            <p:cNvPr id="79" name="object 79" descr=""/>
            <p:cNvSpPr/>
            <p:nvPr/>
          </p:nvSpPr>
          <p:spPr>
            <a:xfrm>
              <a:off x="8137766" y="1314830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5">
                  <a:moveTo>
                    <a:pt x="24384" y="64109"/>
                  </a:moveTo>
                  <a:lnTo>
                    <a:pt x="3048" y="64109"/>
                  </a:lnTo>
                  <a:lnTo>
                    <a:pt x="3048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40" h="198755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192738" y="1339310"/>
              <a:ext cx="96011" cy="176974"/>
            </a:xfrm>
            <a:prstGeom prst="rect">
              <a:avLst/>
            </a:prstGeom>
          </p:spPr>
        </p:pic>
      </p:grpSp>
      <p:grpSp>
        <p:nvGrpSpPr>
          <p:cNvPr id="81" name="object 81" descr=""/>
          <p:cNvGrpSpPr/>
          <p:nvPr/>
        </p:nvGrpSpPr>
        <p:grpSpPr>
          <a:xfrm>
            <a:off x="8409337" y="1302734"/>
            <a:ext cx="494665" cy="213995"/>
            <a:chOff x="8409337" y="1302734"/>
            <a:chExt cx="494665" cy="213995"/>
          </a:xfrm>
        </p:grpSpPr>
        <p:pic>
          <p:nvPicPr>
            <p:cNvPr id="82" name="object 82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8409337" y="1372933"/>
              <a:ext cx="114395" cy="143351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548116" y="1372933"/>
              <a:ext cx="108299" cy="143351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694515" y="1302734"/>
              <a:ext cx="208978" cy="213550"/>
            </a:xfrm>
            <a:prstGeom prst="rect">
              <a:avLst/>
            </a:prstGeom>
          </p:spPr>
        </p:pic>
      </p:grpSp>
      <p:pic>
        <p:nvPicPr>
          <p:cNvPr id="85" name="object 85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417034" y="1751266"/>
            <a:ext cx="106775" cy="137350"/>
          </a:xfrm>
          <a:prstGeom prst="rect">
            <a:avLst/>
          </a:prstGeom>
        </p:spPr>
      </p:pic>
      <p:pic>
        <p:nvPicPr>
          <p:cNvPr id="86" name="object 86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728216" y="1751266"/>
            <a:ext cx="192214" cy="137350"/>
          </a:xfrm>
          <a:prstGeom prst="rect">
            <a:avLst/>
          </a:prstGeom>
        </p:spPr>
      </p:pic>
      <p:pic>
        <p:nvPicPr>
          <p:cNvPr id="87" name="object 87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572672" y="1754314"/>
            <a:ext cx="106775" cy="137350"/>
          </a:xfrm>
          <a:prstGeom prst="rect">
            <a:avLst/>
          </a:prstGeom>
        </p:spPr>
      </p:pic>
      <p:grpSp>
        <p:nvGrpSpPr>
          <p:cNvPr id="88" name="object 88" descr=""/>
          <p:cNvGrpSpPr/>
          <p:nvPr/>
        </p:nvGrpSpPr>
        <p:grpSpPr>
          <a:xfrm>
            <a:off x="1969198" y="1678114"/>
            <a:ext cx="487045" cy="213995"/>
            <a:chOff x="1969198" y="1678114"/>
            <a:chExt cx="487045" cy="213995"/>
          </a:xfrm>
        </p:grpSpPr>
        <p:pic>
          <p:nvPicPr>
            <p:cNvPr id="89" name="object 89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969198" y="1678114"/>
              <a:ext cx="120586" cy="213550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120264" y="1749742"/>
              <a:ext cx="114395" cy="141922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268188" y="1749742"/>
              <a:ext cx="187642" cy="141922"/>
            </a:xfrm>
            <a:prstGeom prst="rect">
              <a:avLst/>
            </a:prstGeom>
          </p:spPr>
        </p:pic>
      </p:grpSp>
      <p:grpSp>
        <p:nvGrpSpPr>
          <p:cNvPr id="92" name="object 92" descr=""/>
          <p:cNvGrpSpPr/>
          <p:nvPr/>
        </p:nvGrpSpPr>
        <p:grpSpPr>
          <a:xfrm>
            <a:off x="2588514" y="1690211"/>
            <a:ext cx="297815" cy="201930"/>
            <a:chOff x="2588514" y="1690211"/>
            <a:chExt cx="297815" cy="201930"/>
          </a:xfrm>
        </p:grpSpPr>
        <p:pic>
          <p:nvPicPr>
            <p:cNvPr id="93" name="object 93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588514" y="1754314"/>
              <a:ext cx="106775" cy="137350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728912" y="1749742"/>
              <a:ext cx="100583" cy="141922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2858541" y="1690217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6" name="object 96" descr=""/>
          <p:cNvGrpSpPr/>
          <p:nvPr/>
        </p:nvGrpSpPr>
        <p:grpSpPr>
          <a:xfrm>
            <a:off x="2931699" y="1751266"/>
            <a:ext cx="279400" cy="200025"/>
            <a:chOff x="2931699" y="1751266"/>
            <a:chExt cx="279400" cy="200025"/>
          </a:xfrm>
        </p:grpSpPr>
        <p:pic>
          <p:nvPicPr>
            <p:cNvPr id="97" name="object 97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931699" y="1751266"/>
              <a:ext cx="108299" cy="137350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072098" y="1751266"/>
              <a:ext cx="138779" cy="199929"/>
            </a:xfrm>
            <a:prstGeom prst="rect">
              <a:avLst/>
            </a:prstGeom>
          </p:spPr>
        </p:pic>
      </p:grpSp>
      <p:sp>
        <p:nvSpPr>
          <p:cNvPr id="99" name="object 99" descr=""/>
          <p:cNvSpPr/>
          <p:nvPr/>
        </p:nvSpPr>
        <p:spPr>
          <a:xfrm>
            <a:off x="3340506" y="1749742"/>
            <a:ext cx="638175" cy="201930"/>
          </a:xfrm>
          <a:custGeom>
            <a:avLst/>
            <a:gdLst/>
            <a:ahLst/>
            <a:cxnLst/>
            <a:rect l="l" t="t" r="r" b="b"/>
            <a:pathLst>
              <a:path w="638175" h="201930">
                <a:moveTo>
                  <a:pt x="74764" y="1524"/>
                </a:moveTo>
                <a:lnTo>
                  <a:pt x="56134" y="4140"/>
                </a:lnTo>
                <a:lnTo>
                  <a:pt x="41198" y="10909"/>
                </a:lnTo>
                <a:lnTo>
                  <a:pt x="29679" y="20256"/>
                </a:lnTo>
                <a:lnTo>
                  <a:pt x="21336" y="30581"/>
                </a:lnTo>
                <a:lnTo>
                  <a:pt x="21336" y="3048"/>
                </a:lnTo>
                <a:lnTo>
                  <a:pt x="0" y="3048"/>
                </a:lnTo>
                <a:lnTo>
                  <a:pt x="0" y="138874"/>
                </a:lnTo>
                <a:lnTo>
                  <a:pt x="22860" y="138874"/>
                </a:lnTo>
                <a:lnTo>
                  <a:pt x="22860" y="73253"/>
                </a:lnTo>
                <a:lnTo>
                  <a:pt x="26682" y="52946"/>
                </a:lnTo>
                <a:lnTo>
                  <a:pt x="37388" y="36487"/>
                </a:lnTo>
                <a:lnTo>
                  <a:pt x="53797" y="25463"/>
                </a:lnTo>
                <a:lnTo>
                  <a:pt x="74764" y="21437"/>
                </a:lnTo>
                <a:lnTo>
                  <a:pt x="74764" y="1524"/>
                </a:lnTo>
                <a:close/>
              </a:path>
              <a:path w="638175" h="201930">
                <a:moveTo>
                  <a:pt x="204406" y="73253"/>
                </a:moveTo>
                <a:lnTo>
                  <a:pt x="204343" y="70205"/>
                </a:lnTo>
                <a:lnTo>
                  <a:pt x="204216" y="63169"/>
                </a:lnTo>
                <a:lnTo>
                  <a:pt x="203517" y="56388"/>
                </a:lnTo>
                <a:lnTo>
                  <a:pt x="189433" y="18288"/>
                </a:lnTo>
                <a:lnTo>
                  <a:pt x="187642" y="16332"/>
                </a:lnTo>
                <a:lnTo>
                  <a:pt x="187642" y="56388"/>
                </a:lnTo>
                <a:lnTo>
                  <a:pt x="112877" y="56388"/>
                </a:lnTo>
                <a:lnTo>
                  <a:pt x="118186" y="40792"/>
                </a:lnTo>
                <a:lnTo>
                  <a:pt x="126784" y="28765"/>
                </a:lnTo>
                <a:lnTo>
                  <a:pt x="137985" y="21031"/>
                </a:lnTo>
                <a:lnTo>
                  <a:pt x="151066" y="18288"/>
                </a:lnTo>
                <a:lnTo>
                  <a:pt x="162572" y="20383"/>
                </a:lnTo>
                <a:lnTo>
                  <a:pt x="173355" y="27051"/>
                </a:lnTo>
                <a:lnTo>
                  <a:pt x="182143" y="38862"/>
                </a:lnTo>
                <a:lnTo>
                  <a:pt x="187642" y="56388"/>
                </a:lnTo>
                <a:lnTo>
                  <a:pt x="187642" y="16332"/>
                </a:lnTo>
                <a:lnTo>
                  <a:pt x="182143" y="10287"/>
                </a:lnTo>
                <a:lnTo>
                  <a:pt x="171069" y="3810"/>
                </a:lnTo>
                <a:lnTo>
                  <a:pt x="160286" y="762"/>
                </a:lnTo>
                <a:lnTo>
                  <a:pt x="151066" y="0"/>
                </a:lnTo>
                <a:lnTo>
                  <a:pt x="126695" y="5600"/>
                </a:lnTo>
                <a:lnTo>
                  <a:pt x="107353" y="20777"/>
                </a:lnTo>
                <a:lnTo>
                  <a:pt x="94615" y="43129"/>
                </a:lnTo>
                <a:lnTo>
                  <a:pt x="90017" y="70205"/>
                </a:lnTo>
                <a:lnTo>
                  <a:pt x="95084" y="98755"/>
                </a:lnTo>
                <a:lnTo>
                  <a:pt x="108877" y="121450"/>
                </a:lnTo>
                <a:lnTo>
                  <a:pt x="129273" y="136423"/>
                </a:lnTo>
                <a:lnTo>
                  <a:pt x="154114" y="141833"/>
                </a:lnTo>
                <a:lnTo>
                  <a:pt x="168376" y="140741"/>
                </a:lnTo>
                <a:lnTo>
                  <a:pt x="181356" y="137642"/>
                </a:lnTo>
                <a:lnTo>
                  <a:pt x="192900" y="132829"/>
                </a:lnTo>
                <a:lnTo>
                  <a:pt x="202882" y="126593"/>
                </a:lnTo>
                <a:lnTo>
                  <a:pt x="202653" y="123545"/>
                </a:lnTo>
                <a:lnTo>
                  <a:pt x="202628" y="123278"/>
                </a:lnTo>
                <a:lnTo>
                  <a:pt x="201358" y="106781"/>
                </a:lnTo>
                <a:lnTo>
                  <a:pt x="186715" y="116471"/>
                </a:lnTo>
                <a:lnTo>
                  <a:pt x="173355" y="121450"/>
                </a:lnTo>
                <a:lnTo>
                  <a:pt x="162572" y="123278"/>
                </a:lnTo>
                <a:lnTo>
                  <a:pt x="155638" y="123545"/>
                </a:lnTo>
                <a:lnTo>
                  <a:pt x="138391" y="119761"/>
                </a:lnTo>
                <a:lnTo>
                  <a:pt x="124307" y="109258"/>
                </a:lnTo>
                <a:lnTo>
                  <a:pt x="114820" y="93332"/>
                </a:lnTo>
                <a:lnTo>
                  <a:pt x="111353" y="73253"/>
                </a:lnTo>
                <a:lnTo>
                  <a:pt x="204406" y="73253"/>
                </a:lnTo>
                <a:close/>
              </a:path>
              <a:path w="638175" h="201930">
                <a:moveTo>
                  <a:pt x="360045" y="19913"/>
                </a:moveTo>
                <a:lnTo>
                  <a:pt x="359791" y="18389"/>
                </a:lnTo>
                <a:lnTo>
                  <a:pt x="358533" y="10769"/>
                </a:lnTo>
                <a:lnTo>
                  <a:pt x="356997" y="1524"/>
                </a:lnTo>
                <a:lnTo>
                  <a:pt x="341604" y="2336"/>
                </a:lnTo>
                <a:lnTo>
                  <a:pt x="327952" y="4432"/>
                </a:lnTo>
                <a:lnTo>
                  <a:pt x="316611" y="7391"/>
                </a:lnTo>
                <a:lnTo>
                  <a:pt x="308140" y="10769"/>
                </a:lnTo>
                <a:lnTo>
                  <a:pt x="308140" y="50393"/>
                </a:lnTo>
                <a:lnTo>
                  <a:pt x="305562" y="65036"/>
                </a:lnTo>
                <a:lnTo>
                  <a:pt x="298996" y="74968"/>
                </a:lnTo>
                <a:lnTo>
                  <a:pt x="290131" y="80606"/>
                </a:lnTo>
                <a:lnTo>
                  <a:pt x="280708" y="82397"/>
                </a:lnTo>
                <a:lnTo>
                  <a:pt x="271272" y="81038"/>
                </a:lnTo>
                <a:lnTo>
                  <a:pt x="262420" y="76111"/>
                </a:lnTo>
                <a:lnTo>
                  <a:pt x="255841" y="66319"/>
                </a:lnTo>
                <a:lnTo>
                  <a:pt x="253276" y="50393"/>
                </a:lnTo>
                <a:lnTo>
                  <a:pt x="255841" y="35102"/>
                </a:lnTo>
                <a:lnTo>
                  <a:pt x="262420" y="25247"/>
                </a:lnTo>
                <a:lnTo>
                  <a:pt x="271348" y="19913"/>
                </a:lnTo>
                <a:lnTo>
                  <a:pt x="271564" y="19913"/>
                </a:lnTo>
                <a:lnTo>
                  <a:pt x="280708" y="18389"/>
                </a:lnTo>
                <a:lnTo>
                  <a:pt x="290131" y="20180"/>
                </a:lnTo>
                <a:lnTo>
                  <a:pt x="298996" y="25819"/>
                </a:lnTo>
                <a:lnTo>
                  <a:pt x="305562" y="35750"/>
                </a:lnTo>
                <a:lnTo>
                  <a:pt x="308140" y="50393"/>
                </a:lnTo>
                <a:lnTo>
                  <a:pt x="308140" y="10769"/>
                </a:lnTo>
                <a:lnTo>
                  <a:pt x="302996" y="7391"/>
                </a:lnTo>
                <a:lnTo>
                  <a:pt x="296710" y="4432"/>
                </a:lnTo>
                <a:lnTo>
                  <a:pt x="289280" y="2336"/>
                </a:lnTo>
                <a:lnTo>
                  <a:pt x="280708" y="1524"/>
                </a:lnTo>
                <a:lnTo>
                  <a:pt x="262140" y="5308"/>
                </a:lnTo>
                <a:lnTo>
                  <a:pt x="246557" y="15671"/>
                </a:lnTo>
                <a:lnTo>
                  <a:pt x="235851" y="31153"/>
                </a:lnTo>
                <a:lnTo>
                  <a:pt x="231838" y="50393"/>
                </a:lnTo>
                <a:lnTo>
                  <a:pt x="232651" y="58585"/>
                </a:lnTo>
                <a:lnTo>
                  <a:pt x="234886" y="66776"/>
                </a:lnTo>
                <a:lnTo>
                  <a:pt x="238264" y="74396"/>
                </a:lnTo>
                <a:lnTo>
                  <a:pt x="242506" y="80873"/>
                </a:lnTo>
                <a:lnTo>
                  <a:pt x="242404" y="81038"/>
                </a:lnTo>
                <a:lnTo>
                  <a:pt x="237223" y="89903"/>
                </a:lnTo>
                <a:lnTo>
                  <a:pt x="234505" y="97917"/>
                </a:lnTo>
                <a:lnTo>
                  <a:pt x="233502" y="103898"/>
                </a:lnTo>
                <a:lnTo>
                  <a:pt x="233362" y="106870"/>
                </a:lnTo>
                <a:lnTo>
                  <a:pt x="233362" y="114490"/>
                </a:lnTo>
                <a:lnTo>
                  <a:pt x="236410" y="122110"/>
                </a:lnTo>
                <a:lnTo>
                  <a:pt x="240982" y="129730"/>
                </a:lnTo>
                <a:lnTo>
                  <a:pt x="231457" y="137287"/>
                </a:lnTo>
                <a:lnTo>
                  <a:pt x="225361" y="145542"/>
                </a:lnTo>
                <a:lnTo>
                  <a:pt x="222123" y="153530"/>
                </a:lnTo>
                <a:lnTo>
                  <a:pt x="221170" y="160210"/>
                </a:lnTo>
                <a:lnTo>
                  <a:pt x="226517" y="176339"/>
                </a:lnTo>
                <a:lnTo>
                  <a:pt x="241033" y="189445"/>
                </a:lnTo>
                <a:lnTo>
                  <a:pt x="262394" y="198247"/>
                </a:lnTo>
                <a:lnTo>
                  <a:pt x="288328" y="201460"/>
                </a:lnTo>
                <a:lnTo>
                  <a:pt x="314883" y="198247"/>
                </a:lnTo>
                <a:lnTo>
                  <a:pt x="336181" y="189445"/>
                </a:lnTo>
                <a:lnTo>
                  <a:pt x="341312" y="184696"/>
                </a:lnTo>
                <a:lnTo>
                  <a:pt x="350342" y="176339"/>
                </a:lnTo>
                <a:lnTo>
                  <a:pt x="355473" y="160210"/>
                </a:lnTo>
                <a:lnTo>
                  <a:pt x="348996" y="140398"/>
                </a:lnTo>
                <a:lnTo>
                  <a:pt x="347408" y="135547"/>
                </a:lnTo>
                <a:lnTo>
                  <a:pt x="334048" y="126479"/>
                </a:lnTo>
                <a:lnTo>
                  <a:pt x="334048" y="160210"/>
                </a:lnTo>
                <a:lnTo>
                  <a:pt x="330542" y="169862"/>
                </a:lnTo>
                <a:lnTo>
                  <a:pt x="320903" y="177634"/>
                </a:lnTo>
                <a:lnTo>
                  <a:pt x="306400" y="182816"/>
                </a:lnTo>
                <a:lnTo>
                  <a:pt x="288328" y="184696"/>
                </a:lnTo>
                <a:lnTo>
                  <a:pt x="270878" y="182816"/>
                </a:lnTo>
                <a:lnTo>
                  <a:pt x="256273" y="177634"/>
                </a:lnTo>
                <a:lnTo>
                  <a:pt x="246240" y="169862"/>
                </a:lnTo>
                <a:lnTo>
                  <a:pt x="242506" y="160210"/>
                </a:lnTo>
                <a:lnTo>
                  <a:pt x="242887" y="157124"/>
                </a:lnTo>
                <a:lnTo>
                  <a:pt x="245567" y="150304"/>
                </a:lnTo>
                <a:lnTo>
                  <a:pt x="252831" y="143497"/>
                </a:lnTo>
                <a:lnTo>
                  <a:pt x="266992" y="140398"/>
                </a:lnTo>
                <a:lnTo>
                  <a:pt x="294424" y="140398"/>
                </a:lnTo>
                <a:lnTo>
                  <a:pt x="303187" y="140716"/>
                </a:lnTo>
                <a:lnTo>
                  <a:pt x="316522" y="142875"/>
                </a:lnTo>
                <a:lnTo>
                  <a:pt x="328714" y="148767"/>
                </a:lnTo>
                <a:lnTo>
                  <a:pt x="334048" y="160210"/>
                </a:lnTo>
                <a:lnTo>
                  <a:pt x="334048" y="126479"/>
                </a:lnTo>
                <a:lnTo>
                  <a:pt x="328752" y="122872"/>
                </a:lnTo>
                <a:lnTo>
                  <a:pt x="307809" y="118211"/>
                </a:lnTo>
                <a:lnTo>
                  <a:pt x="292900" y="117538"/>
                </a:lnTo>
                <a:lnTo>
                  <a:pt x="248704" y="117538"/>
                </a:lnTo>
                <a:lnTo>
                  <a:pt x="248704" y="99250"/>
                </a:lnTo>
                <a:lnTo>
                  <a:pt x="250228" y="93154"/>
                </a:lnTo>
                <a:lnTo>
                  <a:pt x="253276" y="91630"/>
                </a:lnTo>
                <a:lnTo>
                  <a:pt x="258419" y="94754"/>
                </a:lnTo>
                <a:lnTo>
                  <a:pt x="264706" y="97155"/>
                </a:lnTo>
                <a:lnTo>
                  <a:pt x="272135" y="98704"/>
                </a:lnTo>
                <a:lnTo>
                  <a:pt x="280708" y="99250"/>
                </a:lnTo>
                <a:lnTo>
                  <a:pt x="299656" y="95478"/>
                </a:lnTo>
                <a:lnTo>
                  <a:pt x="305193" y="91630"/>
                </a:lnTo>
                <a:lnTo>
                  <a:pt x="314617" y="85115"/>
                </a:lnTo>
                <a:lnTo>
                  <a:pt x="316331" y="82397"/>
                </a:lnTo>
                <a:lnTo>
                  <a:pt x="324421" y="69596"/>
                </a:lnTo>
                <a:lnTo>
                  <a:pt x="327952" y="50393"/>
                </a:lnTo>
                <a:lnTo>
                  <a:pt x="326948" y="39839"/>
                </a:lnTo>
                <a:lnTo>
                  <a:pt x="324523" y="31153"/>
                </a:lnTo>
                <a:lnTo>
                  <a:pt x="321513" y="24460"/>
                </a:lnTo>
                <a:lnTo>
                  <a:pt x="318808" y="19913"/>
                </a:lnTo>
                <a:lnTo>
                  <a:pt x="360045" y="19913"/>
                </a:lnTo>
                <a:close/>
              </a:path>
              <a:path w="638175" h="201930">
                <a:moveTo>
                  <a:pt x="489673" y="73253"/>
                </a:moveTo>
                <a:lnTo>
                  <a:pt x="477481" y="21437"/>
                </a:lnTo>
                <a:lnTo>
                  <a:pt x="472909" y="16408"/>
                </a:lnTo>
                <a:lnTo>
                  <a:pt x="472909" y="56489"/>
                </a:lnTo>
                <a:lnTo>
                  <a:pt x="398145" y="56489"/>
                </a:lnTo>
                <a:lnTo>
                  <a:pt x="403669" y="40894"/>
                </a:lnTo>
                <a:lnTo>
                  <a:pt x="412623" y="28867"/>
                </a:lnTo>
                <a:lnTo>
                  <a:pt x="423862" y="21132"/>
                </a:lnTo>
                <a:lnTo>
                  <a:pt x="436245" y="18389"/>
                </a:lnTo>
                <a:lnTo>
                  <a:pt x="447763" y="20269"/>
                </a:lnTo>
                <a:lnTo>
                  <a:pt x="458584" y="26581"/>
                </a:lnTo>
                <a:lnTo>
                  <a:pt x="467398" y="38315"/>
                </a:lnTo>
                <a:lnTo>
                  <a:pt x="472909" y="56489"/>
                </a:lnTo>
                <a:lnTo>
                  <a:pt x="472909" y="16408"/>
                </a:lnTo>
                <a:lnTo>
                  <a:pt x="467398" y="10337"/>
                </a:lnTo>
                <a:lnTo>
                  <a:pt x="456298" y="3822"/>
                </a:lnTo>
                <a:lnTo>
                  <a:pt x="445477" y="774"/>
                </a:lnTo>
                <a:lnTo>
                  <a:pt x="436245" y="0"/>
                </a:lnTo>
                <a:lnTo>
                  <a:pt x="412572" y="5613"/>
                </a:lnTo>
                <a:lnTo>
                  <a:pt x="393192" y="20815"/>
                </a:lnTo>
                <a:lnTo>
                  <a:pt x="380098" y="43167"/>
                </a:lnTo>
                <a:lnTo>
                  <a:pt x="375285" y="70205"/>
                </a:lnTo>
                <a:lnTo>
                  <a:pt x="380377" y="98171"/>
                </a:lnTo>
                <a:lnTo>
                  <a:pt x="394335" y="120967"/>
                </a:lnTo>
                <a:lnTo>
                  <a:pt x="415150" y="136309"/>
                </a:lnTo>
                <a:lnTo>
                  <a:pt x="440817" y="141922"/>
                </a:lnTo>
                <a:lnTo>
                  <a:pt x="454469" y="140614"/>
                </a:lnTo>
                <a:lnTo>
                  <a:pt x="467385" y="137160"/>
                </a:lnTo>
                <a:lnTo>
                  <a:pt x="478840" y="132283"/>
                </a:lnTo>
                <a:lnTo>
                  <a:pt x="488149" y="126682"/>
                </a:lnTo>
                <a:lnTo>
                  <a:pt x="487921" y="123634"/>
                </a:lnTo>
                <a:lnTo>
                  <a:pt x="487883" y="123164"/>
                </a:lnTo>
                <a:lnTo>
                  <a:pt x="486625" y="106870"/>
                </a:lnTo>
                <a:lnTo>
                  <a:pt x="472833" y="115925"/>
                </a:lnTo>
                <a:lnTo>
                  <a:pt x="459752" y="120967"/>
                </a:lnTo>
                <a:lnTo>
                  <a:pt x="448614" y="123164"/>
                </a:lnTo>
                <a:lnTo>
                  <a:pt x="440817" y="123634"/>
                </a:lnTo>
                <a:lnTo>
                  <a:pt x="423621" y="119849"/>
                </a:lnTo>
                <a:lnTo>
                  <a:pt x="409575" y="109347"/>
                </a:lnTo>
                <a:lnTo>
                  <a:pt x="400100" y="93383"/>
                </a:lnTo>
                <a:lnTo>
                  <a:pt x="396621" y="73253"/>
                </a:lnTo>
                <a:lnTo>
                  <a:pt x="489673" y="73253"/>
                </a:lnTo>
                <a:close/>
              </a:path>
              <a:path w="638175" h="201930">
                <a:moveTo>
                  <a:pt x="637603" y="138874"/>
                </a:moveTo>
                <a:lnTo>
                  <a:pt x="578167" y="70205"/>
                </a:lnTo>
                <a:lnTo>
                  <a:pt x="633031" y="4572"/>
                </a:lnTo>
                <a:lnTo>
                  <a:pt x="608647" y="4572"/>
                </a:lnTo>
                <a:lnTo>
                  <a:pt x="567499" y="54965"/>
                </a:lnTo>
                <a:lnTo>
                  <a:pt x="526249" y="4572"/>
                </a:lnTo>
                <a:lnTo>
                  <a:pt x="500341" y="4572"/>
                </a:lnTo>
                <a:lnTo>
                  <a:pt x="558253" y="70205"/>
                </a:lnTo>
                <a:lnTo>
                  <a:pt x="498817" y="138874"/>
                </a:lnTo>
                <a:lnTo>
                  <a:pt x="523201" y="138874"/>
                </a:lnTo>
                <a:lnTo>
                  <a:pt x="567499" y="82397"/>
                </a:lnTo>
                <a:lnTo>
                  <a:pt x="613219" y="138874"/>
                </a:lnTo>
                <a:lnTo>
                  <a:pt x="637603" y="138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0" name="object 10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9652" y="2067210"/>
            <a:ext cx="186023" cy="175450"/>
          </a:xfrm>
          <a:prstGeom prst="rect">
            <a:avLst/>
          </a:prstGeom>
        </p:spPr>
      </p:pic>
      <p:grpSp>
        <p:nvGrpSpPr>
          <p:cNvPr id="101" name="object 101" descr=""/>
          <p:cNvGrpSpPr/>
          <p:nvPr/>
        </p:nvGrpSpPr>
        <p:grpSpPr>
          <a:xfrm>
            <a:off x="1412557" y="2050351"/>
            <a:ext cx="854710" cy="218440"/>
            <a:chOff x="1412557" y="2050351"/>
            <a:chExt cx="854710" cy="218440"/>
          </a:xfrm>
        </p:grpSpPr>
        <p:pic>
          <p:nvPicPr>
            <p:cNvPr id="102" name="object 102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12557" y="2050351"/>
              <a:ext cx="157067" cy="218217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609248" y="2054923"/>
              <a:ext cx="106775" cy="209073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751075" y="2125122"/>
              <a:ext cx="115919" cy="143446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886902" y="2125122"/>
              <a:ext cx="114395" cy="143446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2034825" y="2054923"/>
              <a:ext cx="231838" cy="213645"/>
            </a:xfrm>
            <a:prstGeom prst="rect">
              <a:avLst/>
            </a:prstGeom>
          </p:spPr>
        </p:pic>
      </p:grpSp>
      <p:grpSp>
        <p:nvGrpSpPr>
          <p:cNvPr id="107" name="object 107" descr=""/>
          <p:cNvGrpSpPr/>
          <p:nvPr/>
        </p:nvGrpSpPr>
        <p:grpSpPr>
          <a:xfrm>
            <a:off x="2382583" y="2051875"/>
            <a:ext cx="327025" cy="217170"/>
            <a:chOff x="2382583" y="2051875"/>
            <a:chExt cx="327025" cy="217170"/>
          </a:xfrm>
        </p:grpSpPr>
        <p:pic>
          <p:nvPicPr>
            <p:cNvPr id="108" name="object 108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382583" y="2051875"/>
              <a:ext cx="225742" cy="216693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634329" y="2126742"/>
              <a:ext cx="74675" cy="137350"/>
            </a:xfrm>
            <a:prstGeom prst="rect">
              <a:avLst/>
            </a:prstGeom>
          </p:spPr>
        </p:pic>
      </p:grpSp>
      <p:grpSp>
        <p:nvGrpSpPr>
          <p:cNvPr id="110" name="object 110" descr=""/>
          <p:cNvGrpSpPr/>
          <p:nvPr/>
        </p:nvGrpSpPr>
        <p:grpSpPr>
          <a:xfrm>
            <a:off x="2838735" y="2125122"/>
            <a:ext cx="889635" cy="143510"/>
            <a:chOff x="2838735" y="2125122"/>
            <a:chExt cx="889635" cy="143510"/>
          </a:xfrm>
        </p:grpSpPr>
        <p:pic>
          <p:nvPicPr>
            <p:cNvPr id="111" name="object 111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2838735" y="2126646"/>
              <a:ext cx="106775" cy="137350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979038" y="2125122"/>
              <a:ext cx="132683" cy="143446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145250" y="2126646"/>
              <a:ext cx="108299" cy="137350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3281172" y="2188463"/>
              <a:ext cx="81280" cy="18415"/>
            </a:xfrm>
            <a:custGeom>
              <a:avLst/>
              <a:gdLst/>
              <a:ahLst/>
              <a:cxnLst/>
              <a:rect l="l" t="t" r="r" b="b"/>
              <a:pathLst>
                <a:path w="81279" h="18414">
                  <a:moveTo>
                    <a:pt x="80771" y="18287"/>
                  </a:moveTo>
                  <a:lnTo>
                    <a:pt x="0" y="18287"/>
                  </a:lnTo>
                  <a:lnTo>
                    <a:pt x="0" y="0"/>
                  </a:lnTo>
                  <a:lnTo>
                    <a:pt x="80771" y="0"/>
                  </a:lnTo>
                  <a:lnTo>
                    <a:pt x="80771" y="18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389376" y="2125122"/>
              <a:ext cx="114395" cy="143446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537299" y="2126646"/>
              <a:ext cx="190690" cy="137350"/>
            </a:xfrm>
            <a:prstGeom prst="rect">
              <a:avLst/>
            </a:prstGeom>
          </p:spPr>
        </p:pic>
      </p:grpSp>
      <p:pic>
        <p:nvPicPr>
          <p:cNvPr id="117" name="object 117" descr="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3778281" y="2091594"/>
            <a:ext cx="367664" cy="234981"/>
          </a:xfrm>
          <a:prstGeom prst="rect">
            <a:avLst/>
          </a:prstGeom>
        </p:spPr>
      </p:pic>
      <p:grpSp>
        <p:nvGrpSpPr>
          <p:cNvPr id="118" name="object 118" descr=""/>
          <p:cNvGrpSpPr/>
          <p:nvPr/>
        </p:nvGrpSpPr>
        <p:grpSpPr>
          <a:xfrm>
            <a:off x="4275582" y="2125122"/>
            <a:ext cx="344805" cy="198755"/>
            <a:chOff x="4275582" y="2125122"/>
            <a:chExt cx="344805" cy="198755"/>
          </a:xfrm>
        </p:grpSpPr>
        <p:pic>
          <p:nvPicPr>
            <p:cNvPr id="119" name="object 119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4275582" y="2125122"/>
              <a:ext cx="202882" cy="143446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4498276" y="2126646"/>
              <a:ext cx="122015" cy="196881"/>
            </a:xfrm>
            <a:prstGeom prst="rect">
              <a:avLst/>
            </a:prstGeom>
          </p:spPr>
        </p:pic>
      </p:grpSp>
      <p:pic>
        <p:nvPicPr>
          <p:cNvPr id="121" name="object 121" descr="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4669154" y="2129694"/>
            <a:ext cx="106775" cy="138874"/>
          </a:xfrm>
          <a:prstGeom prst="rect">
            <a:avLst/>
          </a:prstGeom>
        </p:spPr>
      </p:pic>
      <p:sp>
        <p:nvSpPr>
          <p:cNvPr id="122" name="object 122" descr=""/>
          <p:cNvSpPr/>
          <p:nvPr/>
        </p:nvSpPr>
        <p:spPr>
          <a:xfrm>
            <a:off x="4823168" y="2065603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5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7939" h="198755">
                <a:moveTo>
                  <a:pt x="27432" y="0"/>
                </a:moveTo>
                <a:lnTo>
                  <a:pt x="0" y="0"/>
                </a:lnTo>
                <a:lnTo>
                  <a:pt x="0" y="27520"/>
                </a:lnTo>
                <a:lnTo>
                  <a:pt x="27432" y="27520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3" name="object 123" descr=""/>
          <p:cNvGrpSpPr/>
          <p:nvPr/>
        </p:nvGrpSpPr>
        <p:grpSpPr>
          <a:xfrm>
            <a:off x="4897850" y="2054923"/>
            <a:ext cx="343535" cy="213995"/>
            <a:chOff x="4897850" y="2054923"/>
            <a:chExt cx="343535" cy="213995"/>
          </a:xfrm>
        </p:grpSpPr>
        <p:pic>
          <p:nvPicPr>
            <p:cNvPr id="124" name="object 124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897850" y="2125122"/>
              <a:ext cx="202977" cy="143446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120640" y="2054923"/>
              <a:ext cx="120491" cy="213645"/>
            </a:xfrm>
            <a:prstGeom prst="rect">
              <a:avLst/>
            </a:prstGeom>
          </p:spPr>
        </p:pic>
      </p:grpSp>
      <p:grpSp>
        <p:nvGrpSpPr>
          <p:cNvPr id="126" name="object 126" descr=""/>
          <p:cNvGrpSpPr/>
          <p:nvPr/>
        </p:nvGrpSpPr>
        <p:grpSpPr>
          <a:xfrm>
            <a:off x="5375338" y="2051875"/>
            <a:ext cx="625475" cy="217170"/>
            <a:chOff x="5375338" y="2051875"/>
            <a:chExt cx="625475" cy="217170"/>
          </a:xfrm>
        </p:grpSpPr>
        <p:pic>
          <p:nvPicPr>
            <p:cNvPr id="127" name="object 127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375338" y="2051875"/>
              <a:ext cx="129635" cy="212121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5540121" y="2125122"/>
              <a:ext cx="114395" cy="143446"/>
            </a:xfrm>
            <a:prstGeom prst="rect">
              <a:avLst/>
            </a:prstGeom>
          </p:spPr>
        </p:pic>
        <p:sp>
          <p:nvSpPr>
            <p:cNvPr id="129" name="object 129" descr=""/>
            <p:cNvSpPr/>
            <p:nvPr/>
          </p:nvSpPr>
          <p:spPr>
            <a:xfrm>
              <a:off x="5687567" y="2054351"/>
              <a:ext cx="22860" cy="212090"/>
            </a:xfrm>
            <a:custGeom>
              <a:avLst/>
              <a:gdLst/>
              <a:ahLst/>
              <a:cxnLst/>
              <a:rect l="l" t="t" r="r" b="b"/>
              <a:pathLst>
                <a:path w="22860" h="212089">
                  <a:moveTo>
                    <a:pt x="22860" y="211836"/>
                  </a:moveTo>
                  <a:lnTo>
                    <a:pt x="0" y="211836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18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5746051" y="2054923"/>
              <a:ext cx="120491" cy="213645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900070" y="2125218"/>
              <a:ext cx="100679" cy="143446"/>
            </a:xfrm>
            <a:prstGeom prst="rect">
              <a:avLst/>
            </a:prstGeom>
          </p:spPr>
        </p:pic>
      </p:grpSp>
      <p:pic>
        <p:nvPicPr>
          <p:cNvPr id="132" name="object 132" descr="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6125813" y="2125122"/>
            <a:ext cx="106775" cy="143446"/>
          </a:xfrm>
          <a:prstGeom prst="rect">
            <a:avLst/>
          </a:prstGeom>
        </p:spPr>
      </p:pic>
      <p:grpSp>
        <p:nvGrpSpPr>
          <p:cNvPr id="133" name="object 133" descr=""/>
          <p:cNvGrpSpPr/>
          <p:nvPr/>
        </p:nvGrpSpPr>
        <p:grpSpPr>
          <a:xfrm>
            <a:off x="6278403" y="2055018"/>
            <a:ext cx="264160" cy="213995"/>
            <a:chOff x="6278403" y="2055018"/>
            <a:chExt cx="264160" cy="213995"/>
          </a:xfrm>
        </p:grpSpPr>
        <p:pic>
          <p:nvPicPr>
            <p:cNvPr id="134" name="object 134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6278403" y="2126646"/>
              <a:ext cx="108299" cy="137350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6421754" y="2055018"/>
              <a:ext cx="120491" cy="213550"/>
            </a:xfrm>
            <a:prstGeom prst="rect">
              <a:avLst/>
            </a:prstGeom>
          </p:spPr>
        </p:pic>
      </p:grpSp>
      <p:grpSp>
        <p:nvGrpSpPr>
          <p:cNvPr id="136" name="object 136" descr=""/>
          <p:cNvGrpSpPr/>
          <p:nvPr/>
        </p:nvGrpSpPr>
        <p:grpSpPr>
          <a:xfrm>
            <a:off x="6671881" y="2125122"/>
            <a:ext cx="259715" cy="143510"/>
            <a:chOff x="6671881" y="2125122"/>
            <a:chExt cx="259715" cy="143510"/>
          </a:xfrm>
        </p:grpSpPr>
        <p:pic>
          <p:nvPicPr>
            <p:cNvPr id="137" name="object 137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6671881" y="2129694"/>
              <a:ext cx="131254" cy="134302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6822947" y="2125122"/>
              <a:ext cx="108299" cy="143446"/>
            </a:xfrm>
            <a:prstGeom prst="rect">
              <a:avLst/>
            </a:prstGeom>
          </p:spPr>
        </p:pic>
      </p:grpSp>
      <p:sp>
        <p:nvSpPr>
          <p:cNvPr id="139" name="object 139" descr=""/>
          <p:cNvSpPr/>
          <p:nvPr/>
        </p:nvSpPr>
        <p:spPr>
          <a:xfrm>
            <a:off x="6976871" y="2054351"/>
            <a:ext cx="22860" cy="212090"/>
          </a:xfrm>
          <a:custGeom>
            <a:avLst/>
            <a:gdLst/>
            <a:ahLst/>
            <a:cxnLst/>
            <a:rect l="l" t="t" r="r" b="b"/>
            <a:pathLst>
              <a:path w="22859" h="212089">
                <a:moveTo>
                  <a:pt x="22860" y="211836"/>
                </a:moveTo>
                <a:lnTo>
                  <a:pt x="0" y="211836"/>
                </a:lnTo>
                <a:lnTo>
                  <a:pt x="0" y="0"/>
                </a:lnTo>
                <a:lnTo>
                  <a:pt x="22860" y="0"/>
                </a:lnTo>
                <a:lnTo>
                  <a:pt x="22860" y="2118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0" name="object 140" descr=""/>
          <p:cNvGrpSpPr/>
          <p:nvPr/>
        </p:nvGrpSpPr>
        <p:grpSpPr>
          <a:xfrm>
            <a:off x="7047165" y="2054923"/>
            <a:ext cx="180340" cy="213995"/>
            <a:chOff x="7047165" y="2054923"/>
            <a:chExt cx="180340" cy="213995"/>
          </a:xfrm>
        </p:grpSpPr>
        <p:sp>
          <p:nvSpPr>
            <p:cNvPr id="141" name="object 141" descr=""/>
            <p:cNvSpPr/>
            <p:nvPr/>
          </p:nvSpPr>
          <p:spPr>
            <a:xfrm>
              <a:off x="7047153" y="2065603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40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7106697" y="2054923"/>
              <a:ext cx="120491" cy="213645"/>
            </a:xfrm>
            <a:prstGeom prst="rect">
              <a:avLst/>
            </a:prstGeom>
          </p:spPr>
        </p:pic>
      </p:grpSp>
      <p:pic>
        <p:nvPicPr>
          <p:cNvPr id="143" name="object 143" descr="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7378160" y="2126646"/>
            <a:ext cx="106775" cy="137350"/>
          </a:xfrm>
          <a:prstGeom prst="rect">
            <a:avLst/>
          </a:prstGeom>
        </p:spPr>
      </p:pic>
      <p:pic>
        <p:nvPicPr>
          <p:cNvPr id="144" name="object 144" descr="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7533703" y="2129694"/>
            <a:ext cx="108299" cy="138874"/>
          </a:xfrm>
          <a:prstGeom prst="rect">
            <a:avLst/>
          </a:prstGeom>
        </p:spPr>
      </p:pic>
      <p:grpSp>
        <p:nvGrpSpPr>
          <p:cNvPr id="145" name="object 145" descr=""/>
          <p:cNvGrpSpPr/>
          <p:nvPr/>
        </p:nvGrpSpPr>
        <p:grpSpPr>
          <a:xfrm>
            <a:off x="7690866" y="2065591"/>
            <a:ext cx="651510" cy="203200"/>
            <a:chOff x="7690866" y="2065591"/>
            <a:chExt cx="651510" cy="203200"/>
          </a:xfrm>
        </p:grpSpPr>
        <p:pic>
          <p:nvPicPr>
            <p:cNvPr id="146" name="object 146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690866" y="2126646"/>
              <a:ext cx="190690" cy="137350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7916608" y="2125122"/>
              <a:ext cx="114395" cy="143446"/>
            </a:xfrm>
            <a:prstGeom prst="rect">
              <a:avLst/>
            </a:prstGeom>
          </p:spPr>
        </p:pic>
        <p:pic>
          <p:nvPicPr>
            <p:cNvPr id="148" name="object 148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8064627" y="2126742"/>
              <a:ext cx="74675" cy="137350"/>
            </a:xfrm>
            <a:prstGeom prst="rect">
              <a:avLst/>
            </a:prstGeom>
          </p:spPr>
        </p:pic>
        <p:sp>
          <p:nvSpPr>
            <p:cNvPr id="149" name="object 149" descr=""/>
            <p:cNvSpPr/>
            <p:nvPr/>
          </p:nvSpPr>
          <p:spPr>
            <a:xfrm>
              <a:off x="8166824" y="2065603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4" h="198755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8226266" y="2125122"/>
              <a:ext cx="115919" cy="143446"/>
            </a:xfrm>
            <a:prstGeom prst="rect">
              <a:avLst/>
            </a:prstGeom>
          </p:spPr>
        </p:pic>
      </p:grpSp>
      <p:sp>
        <p:nvSpPr>
          <p:cNvPr id="151" name="object 151" descr=""/>
          <p:cNvSpPr/>
          <p:nvPr/>
        </p:nvSpPr>
        <p:spPr>
          <a:xfrm>
            <a:off x="8473338" y="2065603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40" h="198755">
                <a:moveTo>
                  <a:pt x="24384" y="64096"/>
                </a:moveTo>
                <a:lnTo>
                  <a:pt x="3048" y="64096"/>
                </a:lnTo>
                <a:lnTo>
                  <a:pt x="3048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7940" h="198755">
                <a:moveTo>
                  <a:pt x="27432" y="0"/>
                </a:moveTo>
                <a:lnTo>
                  <a:pt x="0" y="0"/>
                </a:lnTo>
                <a:lnTo>
                  <a:pt x="0" y="27432"/>
                </a:lnTo>
                <a:lnTo>
                  <a:pt x="27432" y="27432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2" name="object 152" descr="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8548116" y="2126646"/>
            <a:ext cx="106775" cy="137350"/>
          </a:xfrm>
          <a:prstGeom prst="rect">
            <a:avLst/>
          </a:prstGeom>
        </p:spPr>
      </p:pic>
      <p:grpSp>
        <p:nvGrpSpPr>
          <p:cNvPr id="153" name="object 153" descr=""/>
          <p:cNvGrpSpPr/>
          <p:nvPr/>
        </p:nvGrpSpPr>
        <p:grpSpPr>
          <a:xfrm>
            <a:off x="8703659" y="2091594"/>
            <a:ext cx="506730" cy="232410"/>
            <a:chOff x="8703659" y="2091594"/>
            <a:chExt cx="506730" cy="232410"/>
          </a:xfrm>
        </p:grpSpPr>
        <p:pic>
          <p:nvPicPr>
            <p:cNvPr id="154" name="object 154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8703659" y="2126646"/>
              <a:ext cx="120491" cy="196881"/>
            </a:xfrm>
            <a:prstGeom prst="rect">
              <a:avLst/>
            </a:prstGeom>
          </p:spPr>
        </p:pic>
        <p:pic>
          <p:nvPicPr>
            <p:cNvPr id="155" name="object 155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8860821" y="2129694"/>
              <a:ext cx="106775" cy="138874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8998077" y="2091594"/>
              <a:ext cx="212026" cy="176974"/>
            </a:xfrm>
            <a:prstGeom prst="rect">
              <a:avLst/>
            </a:prstGeom>
          </p:spPr>
        </p:pic>
      </p:grpSp>
      <p:grpSp>
        <p:nvGrpSpPr>
          <p:cNvPr id="157" name="object 157" descr=""/>
          <p:cNvGrpSpPr/>
          <p:nvPr/>
        </p:nvGrpSpPr>
        <p:grpSpPr>
          <a:xfrm>
            <a:off x="814577" y="2444019"/>
            <a:ext cx="1170305" cy="273685"/>
            <a:chOff x="814577" y="2444019"/>
            <a:chExt cx="1170305" cy="273685"/>
          </a:xfrm>
        </p:grpSpPr>
        <p:pic>
          <p:nvPicPr>
            <p:cNvPr id="158" name="object 158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814577" y="2444019"/>
              <a:ext cx="193643" cy="210597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035748" y="2515743"/>
              <a:ext cx="134207" cy="201453"/>
            </a:xfrm>
            <a:prstGeom prst="rect">
              <a:avLst/>
            </a:prstGeom>
          </p:spPr>
        </p:pic>
        <p:pic>
          <p:nvPicPr>
            <p:cNvPr id="160" name="object 160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195863" y="2512695"/>
              <a:ext cx="134207" cy="141922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360646" y="2511171"/>
              <a:ext cx="131159" cy="146494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525333" y="2512695"/>
              <a:ext cx="225742" cy="141922"/>
            </a:xfrm>
            <a:prstGeom prst="rect">
              <a:avLst/>
            </a:prstGeom>
          </p:spPr>
        </p:pic>
        <p:sp>
          <p:nvSpPr>
            <p:cNvPr id="163" name="object 163" descr=""/>
            <p:cNvSpPr/>
            <p:nvPr/>
          </p:nvSpPr>
          <p:spPr>
            <a:xfrm>
              <a:off x="1784699" y="2450115"/>
              <a:ext cx="45720" cy="205104"/>
            </a:xfrm>
            <a:custGeom>
              <a:avLst/>
              <a:gdLst/>
              <a:ahLst/>
              <a:cxnLst/>
              <a:rect l="l" t="t" r="r" b="b"/>
              <a:pathLst>
                <a:path w="45719" h="205105">
                  <a:moveTo>
                    <a:pt x="39624" y="204501"/>
                  </a:moveTo>
                  <a:lnTo>
                    <a:pt x="6096" y="204501"/>
                  </a:lnTo>
                  <a:lnTo>
                    <a:pt x="3048" y="201453"/>
                  </a:lnTo>
                  <a:lnTo>
                    <a:pt x="3048" y="68675"/>
                  </a:lnTo>
                  <a:lnTo>
                    <a:pt x="6096" y="65627"/>
                  </a:lnTo>
                  <a:lnTo>
                    <a:pt x="41148" y="65627"/>
                  </a:lnTo>
                  <a:lnTo>
                    <a:pt x="42672" y="70199"/>
                  </a:lnTo>
                  <a:lnTo>
                    <a:pt x="42672" y="199929"/>
                  </a:lnTo>
                  <a:lnTo>
                    <a:pt x="39624" y="204501"/>
                  </a:lnTo>
                  <a:close/>
                </a:path>
                <a:path w="45719" h="205105">
                  <a:moveTo>
                    <a:pt x="42672" y="35147"/>
                  </a:moveTo>
                  <a:lnTo>
                    <a:pt x="1524" y="35147"/>
                  </a:lnTo>
                  <a:lnTo>
                    <a:pt x="0" y="29051"/>
                  </a:lnTo>
                  <a:lnTo>
                    <a:pt x="0" y="4572"/>
                  </a:lnTo>
                  <a:lnTo>
                    <a:pt x="3048" y="0"/>
                  </a:lnTo>
                  <a:lnTo>
                    <a:pt x="42672" y="0"/>
                  </a:lnTo>
                  <a:lnTo>
                    <a:pt x="45720" y="6096"/>
                  </a:lnTo>
                  <a:lnTo>
                    <a:pt x="45720" y="30575"/>
                  </a:lnTo>
                  <a:lnTo>
                    <a:pt x="42672" y="35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857851" y="2511171"/>
              <a:ext cx="126682" cy="146494"/>
            </a:xfrm>
            <a:prstGeom prst="rect">
              <a:avLst/>
            </a:prstGeom>
          </p:spPr>
        </p:pic>
      </p:grpSp>
      <p:pic>
        <p:nvPicPr>
          <p:cNvPr id="165" name="object 165" descr=""/>
          <p:cNvPicPr/>
          <p:nvPr/>
        </p:nvPicPr>
        <p:blipFill>
          <a:blip r:embed="rId110" cstate="print"/>
          <a:stretch>
            <a:fillRect/>
          </a:stretch>
        </p:blipFill>
        <p:spPr>
          <a:xfrm>
            <a:off x="2132457" y="2444019"/>
            <a:ext cx="175450" cy="216693"/>
          </a:xfrm>
          <a:prstGeom prst="rect">
            <a:avLst/>
          </a:prstGeom>
        </p:spPr>
      </p:pic>
      <p:grpSp>
        <p:nvGrpSpPr>
          <p:cNvPr id="166" name="object 166" descr=""/>
          <p:cNvGrpSpPr/>
          <p:nvPr/>
        </p:nvGrpSpPr>
        <p:grpSpPr>
          <a:xfrm>
            <a:off x="2353627" y="2444019"/>
            <a:ext cx="961390" cy="268605"/>
            <a:chOff x="2353627" y="2444019"/>
            <a:chExt cx="961390" cy="268605"/>
          </a:xfrm>
        </p:grpSpPr>
        <p:pic>
          <p:nvPicPr>
            <p:cNvPr id="167" name="object 167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2353627" y="2512694"/>
              <a:ext cx="140303" cy="199929"/>
            </a:xfrm>
            <a:prstGeom prst="rect">
              <a:avLst/>
            </a:prstGeom>
          </p:spPr>
        </p:pic>
        <p:pic>
          <p:nvPicPr>
            <p:cNvPr id="168" name="object 168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2526030" y="2444019"/>
              <a:ext cx="140303" cy="213645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2696813" y="2511171"/>
              <a:ext cx="131159" cy="146494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2849403" y="2476119"/>
              <a:ext cx="106775" cy="181546"/>
            </a:xfrm>
            <a:prstGeom prst="rect">
              <a:avLst/>
            </a:prstGeom>
          </p:spPr>
        </p:pic>
        <p:pic>
          <p:nvPicPr>
            <p:cNvPr id="171" name="object 171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2975991" y="2511170"/>
              <a:ext cx="134207" cy="146494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3130010" y="2511170"/>
              <a:ext cx="109823" cy="146423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3274974" y="2515742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4" h="139064">
                  <a:moveTo>
                    <a:pt x="39624" y="99250"/>
                  </a:moveTo>
                  <a:lnTo>
                    <a:pt x="0" y="99250"/>
                  </a:lnTo>
                  <a:lnTo>
                    <a:pt x="0" y="138874"/>
                  </a:lnTo>
                  <a:lnTo>
                    <a:pt x="39624" y="138874"/>
                  </a:lnTo>
                  <a:lnTo>
                    <a:pt x="39624" y="99250"/>
                  </a:lnTo>
                  <a:close/>
                </a:path>
                <a:path w="40004" h="139064">
                  <a:moveTo>
                    <a:pt x="39624" y="0"/>
                  </a:moveTo>
                  <a:lnTo>
                    <a:pt x="0" y="0"/>
                  </a:lnTo>
                  <a:lnTo>
                    <a:pt x="0" y="39725"/>
                  </a:lnTo>
                  <a:lnTo>
                    <a:pt x="39624" y="39725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4" name="object 17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9652" y="2846927"/>
            <a:ext cx="186023" cy="175450"/>
          </a:xfrm>
          <a:prstGeom prst="rect">
            <a:avLst/>
          </a:prstGeom>
        </p:spPr>
      </p:pic>
      <p:grpSp>
        <p:nvGrpSpPr>
          <p:cNvPr id="175" name="object 175" descr=""/>
          <p:cNvGrpSpPr/>
          <p:nvPr/>
        </p:nvGrpSpPr>
        <p:grpSpPr>
          <a:xfrm>
            <a:off x="1400270" y="2834639"/>
            <a:ext cx="1147445" cy="213995"/>
            <a:chOff x="1400270" y="2834639"/>
            <a:chExt cx="1147445" cy="213995"/>
          </a:xfrm>
        </p:grpSpPr>
        <p:pic>
          <p:nvPicPr>
            <p:cNvPr id="176" name="object 176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400270" y="2834639"/>
              <a:ext cx="184594" cy="210597"/>
            </a:xfrm>
            <a:prstGeom prst="rect">
              <a:avLst/>
            </a:prstGeom>
          </p:spPr>
        </p:pic>
        <p:pic>
          <p:nvPicPr>
            <p:cNvPr id="177" name="object 17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09248" y="2909411"/>
              <a:ext cx="108299" cy="138874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746599" y="2871311"/>
              <a:ext cx="245554" cy="176974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2027205" y="2906363"/>
              <a:ext cx="190690" cy="138874"/>
            </a:xfrm>
            <a:prstGeom prst="rect">
              <a:avLst/>
            </a:prstGeom>
          </p:spPr>
        </p:pic>
        <p:pic>
          <p:nvPicPr>
            <p:cNvPr id="180" name="object 18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59044" y="2904839"/>
              <a:ext cx="106775" cy="143446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2393251" y="2871311"/>
              <a:ext cx="94583" cy="176974"/>
            </a:xfrm>
            <a:prstGeom prst="rect">
              <a:avLst/>
            </a:prstGeom>
          </p:spPr>
        </p:pic>
        <p:sp>
          <p:nvSpPr>
            <p:cNvPr id="182" name="object 182" descr=""/>
            <p:cNvSpPr/>
            <p:nvPr/>
          </p:nvSpPr>
          <p:spPr>
            <a:xfrm>
              <a:off x="2519921" y="284683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2585"/>
                  </a:moveTo>
                  <a:lnTo>
                    <a:pt x="1524" y="62585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2585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432" y="25908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3" name="object 183" descr=""/>
          <p:cNvGrpSpPr/>
          <p:nvPr/>
        </p:nvGrpSpPr>
        <p:grpSpPr>
          <a:xfrm>
            <a:off x="2579370" y="2904839"/>
            <a:ext cx="248920" cy="143510"/>
            <a:chOff x="2579370" y="2904839"/>
            <a:chExt cx="248920" cy="143510"/>
          </a:xfrm>
        </p:grpSpPr>
        <p:pic>
          <p:nvPicPr>
            <p:cNvPr id="184" name="object 184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2719673" y="2904839"/>
              <a:ext cx="108299" cy="143446"/>
            </a:xfrm>
            <a:prstGeom prst="rect">
              <a:avLst/>
            </a:prstGeom>
          </p:spPr>
        </p:pic>
        <p:pic>
          <p:nvPicPr>
            <p:cNvPr id="185" name="object 185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2579370" y="2904839"/>
              <a:ext cx="115919" cy="143446"/>
            </a:xfrm>
            <a:prstGeom prst="rect">
              <a:avLst/>
            </a:prstGeom>
          </p:spPr>
        </p:pic>
      </p:grpSp>
      <p:sp>
        <p:nvSpPr>
          <p:cNvPr id="186" name="object 186" descr=""/>
          <p:cNvSpPr/>
          <p:nvPr/>
        </p:nvSpPr>
        <p:spPr>
          <a:xfrm>
            <a:off x="2874264" y="2834640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19">
                <a:moveTo>
                  <a:pt x="228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59" y="0"/>
                </a:lnTo>
                <a:lnTo>
                  <a:pt x="22859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7" name="object 187" descr=""/>
          <p:cNvGrpSpPr/>
          <p:nvPr/>
        </p:nvGrpSpPr>
        <p:grpSpPr>
          <a:xfrm>
            <a:off x="2945892" y="2834640"/>
            <a:ext cx="182880" cy="271780"/>
            <a:chOff x="2945892" y="2834640"/>
            <a:chExt cx="182880" cy="271780"/>
          </a:xfrm>
        </p:grpSpPr>
        <p:sp>
          <p:nvSpPr>
            <p:cNvPr id="188" name="object 188" descr=""/>
            <p:cNvSpPr/>
            <p:nvPr/>
          </p:nvSpPr>
          <p:spPr>
            <a:xfrm>
              <a:off x="2945892" y="2834640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2997327" y="2909411"/>
              <a:ext cx="131159" cy="196881"/>
            </a:xfrm>
            <a:prstGeom prst="rect">
              <a:avLst/>
            </a:prstGeom>
          </p:spPr>
        </p:pic>
      </p:grpSp>
      <p:grpSp>
        <p:nvGrpSpPr>
          <p:cNvPr id="190" name="object 190" descr=""/>
          <p:cNvGrpSpPr/>
          <p:nvPr/>
        </p:nvGrpSpPr>
        <p:grpSpPr>
          <a:xfrm>
            <a:off x="3244405" y="2904839"/>
            <a:ext cx="247650" cy="143510"/>
            <a:chOff x="3244405" y="2904839"/>
            <a:chExt cx="247650" cy="143510"/>
          </a:xfrm>
        </p:grpSpPr>
        <p:pic>
          <p:nvPicPr>
            <p:cNvPr id="191" name="object 191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3244405" y="2904839"/>
              <a:ext cx="114395" cy="143446"/>
            </a:xfrm>
            <a:prstGeom prst="rect">
              <a:avLst/>
            </a:prstGeom>
          </p:spPr>
        </p:pic>
        <p:pic>
          <p:nvPicPr>
            <p:cNvPr id="192" name="object 192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3383279" y="2904934"/>
              <a:ext cx="108299" cy="143351"/>
            </a:xfrm>
            <a:prstGeom prst="rect">
              <a:avLst/>
            </a:prstGeom>
          </p:spPr>
        </p:pic>
      </p:grpSp>
      <p:grpSp>
        <p:nvGrpSpPr>
          <p:cNvPr id="193" name="object 193" descr=""/>
          <p:cNvGrpSpPr/>
          <p:nvPr/>
        </p:nvGrpSpPr>
        <p:grpSpPr>
          <a:xfrm>
            <a:off x="3537203" y="2834639"/>
            <a:ext cx="313055" cy="213995"/>
            <a:chOff x="3537203" y="2834639"/>
            <a:chExt cx="313055" cy="213995"/>
          </a:xfrm>
        </p:grpSpPr>
        <p:sp>
          <p:nvSpPr>
            <p:cNvPr id="194" name="object 194" descr=""/>
            <p:cNvSpPr/>
            <p:nvPr/>
          </p:nvSpPr>
          <p:spPr>
            <a:xfrm>
              <a:off x="3537203" y="283463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60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3595306" y="2904934"/>
              <a:ext cx="114395" cy="143446"/>
            </a:xfrm>
            <a:prstGeom prst="rect">
              <a:avLst/>
            </a:prstGeom>
          </p:spPr>
        </p:pic>
        <p:pic>
          <p:nvPicPr>
            <p:cNvPr id="196" name="object 196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3743229" y="2909411"/>
              <a:ext cx="106775" cy="138874"/>
            </a:xfrm>
            <a:prstGeom prst="rect">
              <a:avLst/>
            </a:prstGeom>
          </p:spPr>
        </p:pic>
      </p:grpSp>
      <p:grpSp>
        <p:nvGrpSpPr>
          <p:cNvPr id="197" name="object 197" descr=""/>
          <p:cNvGrpSpPr/>
          <p:nvPr/>
        </p:nvGrpSpPr>
        <p:grpSpPr>
          <a:xfrm>
            <a:off x="3899915" y="2834639"/>
            <a:ext cx="545465" cy="213995"/>
            <a:chOff x="3899915" y="2834639"/>
            <a:chExt cx="545465" cy="213995"/>
          </a:xfrm>
        </p:grpSpPr>
        <p:sp>
          <p:nvSpPr>
            <p:cNvPr id="198" name="object 198" descr=""/>
            <p:cNvSpPr/>
            <p:nvPr/>
          </p:nvSpPr>
          <p:spPr>
            <a:xfrm>
              <a:off x="3899915" y="283463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3962876" y="2904839"/>
              <a:ext cx="108299" cy="143446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4098607" y="2871311"/>
              <a:ext cx="94583" cy="176974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4213002" y="2904839"/>
              <a:ext cx="231933" cy="143446"/>
            </a:xfrm>
            <a:prstGeom prst="rect">
              <a:avLst/>
            </a:prstGeom>
          </p:spPr>
        </p:pic>
      </p:grpSp>
      <p:grpSp>
        <p:nvGrpSpPr>
          <p:cNvPr id="202" name="object 202" descr=""/>
          <p:cNvGrpSpPr/>
          <p:nvPr/>
        </p:nvGrpSpPr>
        <p:grpSpPr>
          <a:xfrm>
            <a:off x="4576095" y="2846831"/>
            <a:ext cx="508000" cy="201930"/>
            <a:chOff x="4576095" y="2846831"/>
            <a:chExt cx="508000" cy="201930"/>
          </a:xfrm>
        </p:grpSpPr>
        <p:sp>
          <p:nvSpPr>
            <p:cNvPr id="203" name="object 203" descr=""/>
            <p:cNvSpPr/>
            <p:nvPr/>
          </p:nvSpPr>
          <p:spPr>
            <a:xfrm>
              <a:off x="4576089" y="284683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5">
                  <a:moveTo>
                    <a:pt x="24384" y="62585"/>
                  </a:moveTo>
                  <a:lnTo>
                    <a:pt x="1524" y="62585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2585"/>
                  </a:lnTo>
                  <a:close/>
                </a:path>
                <a:path w="26035" h="198755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4630959" y="2871311"/>
              <a:ext cx="94583" cy="176974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4745354" y="2904839"/>
              <a:ext cx="114395" cy="143446"/>
            </a:xfrm>
            <a:prstGeom prst="rect">
              <a:avLst/>
            </a:prstGeom>
          </p:spPr>
        </p:pic>
        <p:pic>
          <p:nvPicPr>
            <p:cNvPr id="206" name="object 206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4893373" y="2906363"/>
              <a:ext cx="190690" cy="138874"/>
            </a:xfrm>
            <a:prstGeom prst="rect">
              <a:avLst/>
            </a:prstGeom>
          </p:spPr>
        </p:pic>
      </p:grpSp>
      <p:grpSp>
        <p:nvGrpSpPr>
          <p:cNvPr id="207" name="object 207" descr=""/>
          <p:cNvGrpSpPr/>
          <p:nvPr/>
        </p:nvGrpSpPr>
        <p:grpSpPr>
          <a:xfrm>
            <a:off x="5215223" y="2871311"/>
            <a:ext cx="488315" cy="177165"/>
            <a:chOff x="5215223" y="2871311"/>
            <a:chExt cx="488315" cy="177165"/>
          </a:xfrm>
        </p:grpSpPr>
        <p:pic>
          <p:nvPicPr>
            <p:cNvPr id="208" name="object 208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5215223" y="2871311"/>
              <a:ext cx="355378" cy="176974"/>
            </a:xfrm>
            <a:prstGeom prst="rect">
              <a:avLst/>
            </a:prstGeom>
          </p:spPr>
        </p:pic>
        <p:pic>
          <p:nvPicPr>
            <p:cNvPr id="209" name="object 20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596509" y="2904839"/>
              <a:ext cx="106775" cy="143446"/>
            </a:xfrm>
            <a:prstGeom prst="rect">
              <a:avLst/>
            </a:prstGeom>
          </p:spPr>
        </p:pic>
      </p:grpSp>
      <p:grpSp>
        <p:nvGrpSpPr>
          <p:cNvPr id="210" name="object 210" descr=""/>
          <p:cNvGrpSpPr/>
          <p:nvPr/>
        </p:nvGrpSpPr>
        <p:grpSpPr>
          <a:xfrm>
            <a:off x="5748528" y="2834639"/>
            <a:ext cx="158115" cy="213995"/>
            <a:chOff x="5748528" y="2834639"/>
            <a:chExt cx="158115" cy="213995"/>
          </a:xfrm>
        </p:grpSpPr>
        <p:sp>
          <p:nvSpPr>
            <p:cNvPr id="211" name="object 211" descr=""/>
            <p:cNvSpPr/>
            <p:nvPr/>
          </p:nvSpPr>
          <p:spPr>
            <a:xfrm>
              <a:off x="5748528" y="283463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5805487" y="2904934"/>
              <a:ext cx="100679" cy="143446"/>
            </a:xfrm>
            <a:prstGeom prst="rect">
              <a:avLst/>
            </a:prstGeom>
          </p:spPr>
        </p:pic>
      </p:grpSp>
      <p:grpSp>
        <p:nvGrpSpPr>
          <p:cNvPr id="213" name="object 213" descr=""/>
          <p:cNvGrpSpPr/>
          <p:nvPr/>
        </p:nvGrpSpPr>
        <p:grpSpPr>
          <a:xfrm>
            <a:off x="6038849" y="2834639"/>
            <a:ext cx="659130" cy="213995"/>
            <a:chOff x="6038849" y="2834639"/>
            <a:chExt cx="659130" cy="213995"/>
          </a:xfrm>
        </p:grpSpPr>
        <p:pic>
          <p:nvPicPr>
            <p:cNvPr id="214" name="object 214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6038849" y="2834640"/>
              <a:ext cx="120586" cy="213645"/>
            </a:xfrm>
            <a:prstGeom prst="rect">
              <a:avLst/>
            </a:prstGeom>
          </p:spPr>
        </p:pic>
        <p:pic>
          <p:nvPicPr>
            <p:cNvPr id="215" name="object 215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6186868" y="2904839"/>
              <a:ext cx="106775" cy="143446"/>
            </a:xfrm>
            <a:prstGeom prst="rect">
              <a:avLst/>
            </a:prstGeom>
          </p:spPr>
        </p:pic>
        <p:pic>
          <p:nvPicPr>
            <p:cNvPr id="216" name="object 216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6324123" y="2904839"/>
              <a:ext cx="233362" cy="143446"/>
            </a:xfrm>
            <a:prstGeom prst="rect">
              <a:avLst/>
            </a:prstGeom>
          </p:spPr>
        </p:pic>
        <p:pic>
          <p:nvPicPr>
            <p:cNvPr id="217" name="object 217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6577298" y="2834639"/>
              <a:ext cx="120586" cy="213645"/>
            </a:xfrm>
            <a:prstGeom prst="rect">
              <a:avLst/>
            </a:prstGeom>
          </p:spPr>
        </p:pic>
      </p:grpSp>
      <p:grpSp>
        <p:nvGrpSpPr>
          <p:cNvPr id="218" name="object 218" descr=""/>
          <p:cNvGrpSpPr/>
          <p:nvPr/>
        </p:nvGrpSpPr>
        <p:grpSpPr>
          <a:xfrm>
            <a:off x="6832092" y="2904839"/>
            <a:ext cx="273050" cy="143510"/>
            <a:chOff x="6832092" y="2904839"/>
            <a:chExt cx="273050" cy="143510"/>
          </a:xfrm>
        </p:grpSpPr>
        <p:pic>
          <p:nvPicPr>
            <p:cNvPr id="219" name="object 219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6832092" y="2904839"/>
              <a:ext cx="132683" cy="143446"/>
            </a:xfrm>
            <a:prstGeom prst="rect">
              <a:avLst/>
            </a:prstGeom>
          </p:spPr>
        </p:pic>
        <p:pic>
          <p:nvPicPr>
            <p:cNvPr id="220" name="object 220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6998303" y="2906363"/>
              <a:ext cx="106775" cy="138874"/>
            </a:xfrm>
            <a:prstGeom prst="rect">
              <a:avLst/>
            </a:prstGeom>
          </p:spPr>
        </p:pic>
      </p:grpSp>
      <p:pic>
        <p:nvPicPr>
          <p:cNvPr id="221" name="object 221" descr="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7242429" y="2906363"/>
            <a:ext cx="120491" cy="196881"/>
          </a:xfrm>
          <a:prstGeom prst="rect">
            <a:avLst/>
          </a:prstGeom>
        </p:spPr>
      </p:pic>
      <p:pic>
        <p:nvPicPr>
          <p:cNvPr id="222" name="object 22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411687" y="2909411"/>
            <a:ext cx="108299" cy="138874"/>
          </a:xfrm>
          <a:prstGeom prst="rect">
            <a:avLst/>
          </a:prstGeom>
        </p:spPr>
      </p:pic>
      <p:pic>
        <p:nvPicPr>
          <p:cNvPr id="223" name="object 223" descr=""/>
          <p:cNvPicPr/>
          <p:nvPr/>
        </p:nvPicPr>
        <p:blipFill>
          <a:blip r:embed="rId143" cstate="print"/>
          <a:stretch>
            <a:fillRect/>
          </a:stretch>
        </p:blipFill>
        <p:spPr>
          <a:xfrm>
            <a:off x="7713726" y="2906363"/>
            <a:ext cx="106775" cy="138874"/>
          </a:xfrm>
          <a:prstGeom prst="rect">
            <a:avLst/>
          </a:prstGeom>
        </p:spPr>
      </p:pic>
      <p:pic>
        <p:nvPicPr>
          <p:cNvPr id="224" name="object 224" descr=""/>
          <p:cNvPicPr/>
          <p:nvPr/>
        </p:nvPicPr>
        <p:blipFill>
          <a:blip r:embed="rId144" cstate="print"/>
          <a:stretch>
            <a:fillRect/>
          </a:stretch>
        </p:blipFill>
        <p:spPr>
          <a:xfrm>
            <a:off x="7559706" y="2904839"/>
            <a:ext cx="108299" cy="143446"/>
          </a:xfrm>
          <a:prstGeom prst="rect">
            <a:avLst/>
          </a:prstGeom>
        </p:spPr>
      </p:pic>
      <p:grpSp>
        <p:nvGrpSpPr>
          <p:cNvPr id="225" name="object 225" descr=""/>
          <p:cNvGrpSpPr/>
          <p:nvPr/>
        </p:nvGrpSpPr>
        <p:grpSpPr>
          <a:xfrm>
            <a:off x="7850981" y="2846831"/>
            <a:ext cx="412115" cy="259715"/>
            <a:chOff x="7850981" y="2846831"/>
            <a:chExt cx="412115" cy="259715"/>
          </a:xfrm>
        </p:grpSpPr>
        <p:pic>
          <p:nvPicPr>
            <p:cNvPr id="226" name="object 226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7850981" y="2871311"/>
              <a:ext cx="94583" cy="176974"/>
            </a:xfrm>
            <a:prstGeom prst="rect">
              <a:avLst/>
            </a:prstGeom>
          </p:spPr>
        </p:pic>
        <p:sp>
          <p:nvSpPr>
            <p:cNvPr id="227" name="object 227" descr=""/>
            <p:cNvSpPr/>
            <p:nvPr/>
          </p:nvSpPr>
          <p:spPr>
            <a:xfrm>
              <a:off x="7977657" y="284683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5">
                  <a:moveTo>
                    <a:pt x="24384" y="62585"/>
                  </a:moveTo>
                  <a:lnTo>
                    <a:pt x="1524" y="62585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2585"/>
                  </a:lnTo>
                  <a:close/>
                </a:path>
                <a:path w="26034" h="198755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8" name="object 228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8032527" y="2871311"/>
              <a:ext cx="230314" cy="234981"/>
            </a:xfrm>
            <a:prstGeom prst="rect">
              <a:avLst/>
            </a:prstGeom>
          </p:spPr>
        </p:pic>
      </p:grpSp>
      <p:pic>
        <p:nvPicPr>
          <p:cNvPr id="229" name="object 229" descr="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8383333" y="2904839"/>
            <a:ext cx="108299" cy="143446"/>
          </a:xfrm>
          <a:prstGeom prst="rect">
            <a:avLst/>
          </a:prstGeom>
        </p:spPr>
      </p:pic>
      <p:grpSp>
        <p:nvGrpSpPr>
          <p:cNvPr id="230" name="object 230" descr=""/>
          <p:cNvGrpSpPr/>
          <p:nvPr/>
        </p:nvGrpSpPr>
        <p:grpSpPr>
          <a:xfrm>
            <a:off x="8537448" y="2834639"/>
            <a:ext cx="264160" cy="213995"/>
            <a:chOff x="8537448" y="2834639"/>
            <a:chExt cx="264160" cy="213995"/>
          </a:xfrm>
        </p:grpSpPr>
        <p:pic>
          <p:nvPicPr>
            <p:cNvPr id="231" name="object 231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8537448" y="2906363"/>
              <a:ext cx="106775" cy="138874"/>
            </a:xfrm>
            <a:prstGeom prst="rect">
              <a:avLst/>
            </a:prstGeom>
          </p:spPr>
        </p:pic>
        <p:pic>
          <p:nvPicPr>
            <p:cNvPr id="232" name="object 232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8680704" y="2834639"/>
              <a:ext cx="120586" cy="213645"/>
            </a:xfrm>
            <a:prstGeom prst="rect">
              <a:avLst/>
            </a:prstGeom>
          </p:spPr>
        </p:pic>
      </p:grpSp>
      <p:pic>
        <p:nvPicPr>
          <p:cNvPr id="233" name="object 233" descr=""/>
          <p:cNvPicPr/>
          <p:nvPr/>
        </p:nvPicPr>
        <p:blipFill>
          <a:blip r:embed="rId148" cstate="print"/>
          <a:stretch>
            <a:fillRect/>
          </a:stretch>
        </p:blipFill>
        <p:spPr>
          <a:xfrm>
            <a:off x="1403318" y="3248215"/>
            <a:ext cx="491204" cy="175450"/>
          </a:xfrm>
          <a:prstGeom prst="rect">
            <a:avLst/>
          </a:prstGeom>
        </p:spPr>
      </p:pic>
      <p:pic>
        <p:nvPicPr>
          <p:cNvPr id="234" name="object 23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9652" y="3599116"/>
            <a:ext cx="186023" cy="175450"/>
          </a:xfrm>
          <a:prstGeom prst="rect">
            <a:avLst/>
          </a:prstGeom>
        </p:spPr>
      </p:pic>
      <p:pic>
        <p:nvPicPr>
          <p:cNvPr id="235" name="object 235" descr=""/>
          <p:cNvPicPr/>
          <p:nvPr/>
        </p:nvPicPr>
        <p:blipFill>
          <a:blip r:embed="rId149" cstate="print"/>
          <a:stretch>
            <a:fillRect/>
          </a:stretch>
        </p:blipFill>
        <p:spPr>
          <a:xfrm>
            <a:off x="1420082" y="3586924"/>
            <a:ext cx="151066" cy="216693"/>
          </a:xfrm>
          <a:prstGeom prst="rect">
            <a:avLst/>
          </a:prstGeom>
        </p:spPr>
      </p:pic>
      <p:grpSp>
        <p:nvGrpSpPr>
          <p:cNvPr id="236" name="object 236" descr=""/>
          <p:cNvGrpSpPr/>
          <p:nvPr/>
        </p:nvGrpSpPr>
        <p:grpSpPr>
          <a:xfrm>
            <a:off x="1624488" y="3586924"/>
            <a:ext cx="793750" cy="268605"/>
            <a:chOff x="1624488" y="3586924"/>
            <a:chExt cx="793750" cy="268605"/>
          </a:xfrm>
        </p:grpSpPr>
        <p:pic>
          <p:nvPicPr>
            <p:cNvPr id="237" name="object 237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624488" y="3658647"/>
              <a:ext cx="120491" cy="196786"/>
            </a:xfrm>
            <a:prstGeom prst="rect">
              <a:avLst/>
            </a:prstGeom>
          </p:spPr>
        </p:pic>
        <p:pic>
          <p:nvPicPr>
            <p:cNvPr id="238" name="object 238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775555" y="3586924"/>
              <a:ext cx="120491" cy="213645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937194" y="3657123"/>
              <a:ext cx="106775" cy="143446"/>
            </a:xfrm>
            <a:prstGeom prst="rect">
              <a:avLst/>
            </a:prstGeom>
          </p:spPr>
        </p:pic>
        <p:pic>
          <p:nvPicPr>
            <p:cNvPr id="240" name="object 240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2071401" y="3623500"/>
              <a:ext cx="94583" cy="177069"/>
            </a:xfrm>
            <a:prstGeom prst="rect">
              <a:avLst/>
            </a:prstGeom>
          </p:spPr>
        </p:pic>
        <p:pic>
          <p:nvPicPr>
            <p:cNvPr id="241" name="object 241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2185892" y="3657123"/>
              <a:ext cx="231838" cy="143446"/>
            </a:xfrm>
            <a:prstGeom prst="rect">
              <a:avLst/>
            </a:prstGeom>
          </p:spPr>
        </p:pic>
      </p:grpSp>
      <p:pic>
        <p:nvPicPr>
          <p:cNvPr id="242" name="object 242" descr=""/>
          <p:cNvPicPr/>
          <p:nvPr/>
        </p:nvPicPr>
        <p:blipFill>
          <a:blip r:embed="rId155" cstate="print"/>
          <a:stretch>
            <a:fillRect/>
          </a:stretch>
        </p:blipFill>
        <p:spPr>
          <a:xfrm>
            <a:off x="2556509" y="3579304"/>
            <a:ext cx="71723" cy="86963"/>
          </a:xfrm>
          <a:prstGeom prst="rect">
            <a:avLst/>
          </a:prstGeom>
        </p:spPr>
      </p:pic>
      <p:grpSp>
        <p:nvGrpSpPr>
          <p:cNvPr id="243" name="object 243" descr=""/>
          <p:cNvGrpSpPr/>
          <p:nvPr/>
        </p:nvGrpSpPr>
        <p:grpSpPr>
          <a:xfrm>
            <a:off x="2686145" y="3586924"/>
            <a:ext cx="297815" cy="213995"/>
            <a:chOff x="2686145" y="3586924"/>
            <a:chExt cx="297815" cy="213995"/>
          </a:xfrm>
        </p:grpSpPr>
        <p:pic>
          <p:nvPicPr>
            <p:cNvPr id="244" name="object 244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2686145" y="3586924"/>
              <a:ext cx="155638" cy="209073"/>
            </a:xfrm>
            <a:prstGeom prst="rect">
              <a:avLst/>
            </a:prstGeom>
          </p:spPr>
        </p:pic>
        <p:pic>
          <p:nvPicPr>
            <p:cNvPr id="245" name="object 245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2875311" y="3657123"/>
              <a:ext cx="108299" cy="143446"/>
            </a:xfrm>
            <a:prstGeom prst="rect">
              <a:avLst/>
            </a:prstGeom>
          </p:spPr>
        </p:pic>
      </p:grpSp>
      <p:grpSp>
        <p:nvGrpSpPr>
          <p:cNvPr id="246" name="object 246" descr=""/>
          <p:cNvGrpSpPr/>
          <p:nvPr/>
        </p:nvGrpSpPr>
        <p:grpSpPr>
          <a:xfrm>
            <a:off x="3029711" y="3587496"/>
            <a:ext cx="170815" cy="213360"/>
            <a:chOff x="3029711" y="3587496"/>
            <a:chExt cx="170815" cy="213360"/>
          </a:xfrm>
        </p:grpSpPr>
        <p:sp>
          <p:nvSpPr>
            <p:cNvPr id="247" name="object 247" descr=""/>
            <p:cNvSpPr/>
            <p:nvPr/>
          </p:nvSpPr>
          <p:spPr>
            <a:xfrm>
              <a:off x="3029711" y="3587496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60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3093434" y="3657123"/>
              <a:ext cx="106775" cy="143446"/>
            </a:xfrm>
            <a:prstGeom prst="rect">
              <a:avLst/>
            </a:prstGeom>
          </p:spPr>
        </p:pic>
      </p:grpSp>
      <p:grpSp>
        <p:nvGrpSpPr>
          <p:cNvPr id="249" name="object 249" descr=""/>
          <p:cNvGrpSpPr/>
          <p:nvPr/>
        </p:nvGrpSpPr>
        <p:grpSpPr>
          <a:xfrm>
            <a:off x="3245929" y="3657123"/>
            <a:ext cx="392430" cy="143510"/>
            <a:chOff x="3245929" y="3657123"/>
            <a:chExt cx="392430" cy="143510"/>
          </a:xfrm>
        </p:grpSpPr>
        <p:pic>
          <p:nvPicPr>
            <p:cNvPr id="250" name="object 250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3245929" y="3658647"/>
              <a:ext cx="106775" cy="137350"/>
            </a:xfrm>
            <a:prstGeom prst="rect">
              <a:avLst/>
            </a:prstGeom>
          </p:spPr>
        </p:pic>
        <p:pic>
          <p:nvPicPr>
            <p:cNvPr id="251" name="object 251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3389376" y="3657123"/>
              <a:ext cx="114395" cy="143446"/>
            </a:xfrm>
            <a:prstGeom prst="rect">
              <a:avLst/>
            </a:prstGeom>
          </p:spPr>
        </p:pic>
        <p:pic>
          <p:nvPicPr>
            <p:cNvPr id="252" name="object 252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3523583" y="3657123"/>
              <a:ext cx="114395" cy="143446"/>
            </a:xfrm>
            <a:prstGeom prst="rect">
              <a:avLst/>
            </a:prstGeom>
          </p:spPr>
        </p:pic>
      </p:grpSp>
      <p:grpSp>
        <p:nvGrpSpPr>
          <p:cNvPr id="253" name="object 253" descr=""/>
          <p:cNvGrpSpPr/>
          <p:nvPr/>
        </p:nvGrpSpPr>
        <p:grpSpPr>
          <a:xfrm>
            <a:off x="3764565" y="3579304"/>
            <a:ext cx="462280" cy="224790"/>
            <a:chOff x="3764565" y="3579304"/>
            <a:chExt cx="462280" cy="224790"/>
          </a:xfrm>
        </p:grpSpPr>
        <p:pic>
          <p:nvPicPr>
            <p:cNvPr id="254" name="object 254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3764565" y="3579304"/>
              <a:ext cx="189166" cy="224313"/>
            </a:xfrm>
            <a:prstGeom prst="rect">
              <a:avLst/>
            </a:prstGeom>
          </p:spPr>
        </p:pic>
        <p:pic>
          <p:nvPicPr>
            <p:cNvPr id="255" name="object 255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3975068" y="3661695"/>
              <a:ext cx="196786" cy="134302"/>
            </a:xfrm>
            <a:prstGeom prst="rect">
              <a:avLst/>
            </a:prstGeom>
          </p:spPr>
        </p:pic>
        <p:sp>
          <p:nvSpPr>
            <p:cNvPr id="256" name="object 256" descr=""/>
            <p:cNvSpPr/>
            <p:nvPr/>
          </p:nvSpPr>
          <p:spPr>
            <a:xfrm>
              <a:off x="4199280" y="3597592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7" name="object 257" descr=""/>
          <p:cNvGrpSpPr/>
          <p:nvPr/>
        </p:nvGrpSpPr>
        <p:grpSpPr>
          <a:xfrm>
            <a:off x="4274058" y="3579304"/>
            <a:ext cx="382905" cy="279400"/>
            <a:chOff x="4274058" y="3579304"/>
            <a:chExt cx="382905" cy="279400"/>
          </a:xfrm>
        </p:grpSpPr>
        <p:pic>
          <p:nvPicPr>
            <p:cNvPr id="258" name="object 258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4274058" y="3658647"/>
              <a:ext cx="106775" cy="137350"/>
            </a:xfrm>
            <a:prstGeom prst="rect">
              <a:avLst/>
            </a:prstGeom>
          </p:spPr>
        </p:pic>
        <p:pic>
          <p:nvPicPr>
            <p:cNvPr id="259" name="object 259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4414361" y="3658647"/>
              <a:ext cx="137350" cy="199834"/>
            </a:xfrm>
            <a:prstGeom prst="rect">
              <a:avLst/>
            </a:prstGeom>
          </p:spPr>
        </p:pic>
        <p:pic>
          <p:nvPicPr>
            <p:cNvPr id="260" name="object 260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4586763" y="3579304"/>
              <a:ext cx="70199" cy="86963"/>
            </a:xfrm>
            <a:prstGeom prst="rect">
              <a:avLst/>
            </a:prstGeom>
          </p:spPr>
        </p:pic>
      </p:grpSp>
      <p:sp>
        <p:nvSpPr>
          <p:cNvPr id="261" name="object 261" descr=""/>
          <p:cNvSpPr/>
          <p:nvPr/>
        </p:nvSpPr>
        <p:spPr>
          <a:xfrm>
            <a:off x="4810976" y="3597592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7939" h="198754">
                <a:moveTo>
                  <a:pt x="27432" y="0"/>
                </a:moveTo>
                <a:lnTo>
                  <a:pt x="0" y="0"/>
                </a:lnTo>
                <a:lnTo>
                  <a:pt x="0" y="27533"/>
                </a:lnTo>
                <a:lnTo>
                  <a:pt x="27432" y="27533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2" name="object 262" descr=""/>
          <p:cNvPicPr/>
          <p:nvPr/>
        </p:nvPicPr>
        <p:blipFill>
          <a:blip r:embed="rId167" cstate="print"/>
          <a:stretch>
            <a:fillRect/>
          </a:stretch>
        </p:blipFill>
        <p:spPr>
          <a:xfrm>
            <a:off x="4885753" y="3658647"/>
            <a:ext cx="106775" cy="137350"/>
          </a:xfrm>
          <a:prstGeom prst="rect">
            <a:avLst/>
          </a:prstGeom>
        </p:spPr>
      </p:pic>
      <p:grpSp>
        <p:nvGrpSpPr>
          <p:cNvPr id="263" name="object 263" descr=""/>
          <p:cNvGrpSpPr/>
          <p:nvPr/>
        </p:nvGrpSpPr>
        <p:grpSpPr>
          <a:xfrm>
            <a:off x="5141976" y="3657123"/>
            <a:ext cx="337185" cy="143510"/>
            <a:chOff x="5141976" y="3657123"/>
            <a:chExt cx="337185" cy="143510"/>
          </a:xfrm>
        </p:grpSpPr>
        <p:pic>
          <p:nvPicPr>
            <p:cNvPr id="264" name="object 264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5141976" y="3657123"/>
              <a:ext cx="204406" cy="143446"/>
            </a:xfrm>
            <a:prstGeom prst="rect">
              <a:avLst/>
            </a:prstGeom>
          </p:spPr>
        </p:pic>
        <p:pic>
          <p:nvPicPr>
            <p:cNvPr id="265" name="object 265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5372290" y="3657123"/>
              <a:ext cx="106775" cy="143446"/>
            </a:xfrm>
            <a:prstGeom prst="rect">
              <a:avLst/>
            </a:prstGeom>
          </p:spPr>
        </p:pic>
      </p:grpSp>
      <p:grpSp>
        <p:nvGrpSpPr>
          <p:cNvPr id="266" name="object 266" descr=""/>
          <p:cNvGrpSpPr/>
          <p:nvPr/>
        </p:nvGrpSpPr>
        <p:grpSpPr>
          <a:xfrm>
            <a:off x="5524500" y="3587496"/>
            <a:ext cx="308610" cy="213360"/>
            <a:chOff x="5524500" y="3587496"/>
            <a:chExt cx="308610" cy="213360"/>
          </a:xfrm>
        </p:grpSpPr>
        <p:sp>
          <p:nvSpPr>
            <p:cNvPr id="267" name="object 267" descr=""/>
            <p:cNvSpPr/>
            <p:nvPr/>
          </p:nvSpPr>
          <p:spPr>
            <a:xfrm>
              <a:off x="5524500" y="3587508"/>
              <a:ext cx="131445" cy="210820"/>
            </a:xfrm>
            <a:custGeom>
              <a:avLst/>
              <a:gdLst/>
              <a:ahLst/>
              <a:cxnLst/>
              <a:rect l="l" t="t" r="r" b="b"/>
              <a:pathLst>
                <a:path w="131445" h="210820">
                  <a:moveTo>
                    <a:pt x="22860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22860" y="210312"/>
                  </a:lnTo>
                  <a:lnTo>
                    <a:pt x="22860" y="0"/>
                  </a:lnTo>
                  <a:close/>
                </a:path>
                <a:path w="131445" h="210820">
                  <a:moveTo>
                    <a:pt x="131064" y="132588"/>
                  </a:moveTo>
                  <a:lnTo>
                    <a:pt x="50292" y="132588"/>
                  </a:lnTo>
                  <a:lnTo>
                    <a:pt x="50292" y="150876"/>
                  </a:lnTo>
                  <a:lnTo>
                    <a:pt x="131064" y="150876"/>
                  </a:lnTo>
                  <a:lnTo>
                    <a:pt x="131064" y="132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5678900" y="3623595"/>
              <a:ext cx="94583" cy="176974"/>
            </a:xfrm>
            <a:prstGeom prst="rect">
              <a:avLst/>
            </a:prstGeom>
          </p:spPr>
        </p:pic>
        <p:sp>
          <p:nvSpPr>
            <p:cNvPr id="269" name="object 269" descr=""/>
            <p:cNvSpPr/>
            <p:nvPr/>
          </p:nvSpPr>
          <p:spPr>
            <a:xfrm>
              <a:off x="5805474" y="3597592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 descr=""/>
          <p:cNvGrpSpPr/>
          <p:nvPr/>
        </p:nvGrpSpPr>
        <p:grpSpPr>
          <a:xfrm>
            <a:off x="5878734" y="3657124"/>
            <a:ext cx="342265" cy="143510"/>
            <a:chOff x="5878734" y="3657124"/>
            <a:chExt cx="342265" cy="143510"/>
          </a:xfrm>
        </p:grpSpPr>
        <p:pic>
          <p:nvPicPr>
            <p:cNvPr id="271" name="object 271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5878734" y="3658647"/>
              <a:ext cx="192214" cy="137350"/>
            </a:xfrm>
            <a:prstGeom prst="rect">
              <a:avLst/>
            </a:prstGeom>
          </p:spPr>
        </p:pic>
        <p:pic>
          <p:nvPicPr>
            <p:cNvPr id="272" name="object 272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6106001" y="3657124"/>
              <a:ext cx="114395" cy="143446"/>
            </a:xfrm>
            <a:prstGeom prst="rect">
              <a:avLst/>
            </a:prstGeom>
          </p:spPr>
        </p:pic>
      </p:grpSp>
      <p:grpSp>
        <p:nvGrpSpPr>
          <p:cNvPr id="273" name="object 273" descr=""/>
          <p:cNvGrpSpPr/>
          <p:nvPr/>
        </p:nvGrpSpPr>
        <p:grpSpPr>
          <a:xfrm>
            <a:off x="799242" y="3976020"/>
            <a:ext cx="1714500" cy="273685"/>
            <a:chOff x="799242" y="3976020"/>
            <a:chExt cx="1714500" cy="273685"/>
          </a:xfrm>
        </p:grpSpPr>
        <p:pic>
          <p:nvPicPr>
            <p:cNvPr id="274" name="object 274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799242" y="3976020"/>
              <a:ext cx="338709" cy="213645"/>
            </a:xfrm>
            <a:prstGeom prst="rect">
              <a:avLst/>
            </a:prstGeom>
          </p:spPr>
        </p:pic>
        <p:sp>
          <p:nvSpPr>
            <p:cNvPr id="275" name="object 275" descr=""/>
            <p:cNvSpPr/>
            <p:nvPr/>
          </p:nvSpPr>
          <p:spPr>
            <a:xfrm>
              <a:off x="1157757" y="3982122"/>
              <a:ext cx="607060" cy="207645"/>
            </a:xfrm>
            <a:custGeom>
              <a:avLst/>
              <a:gdLst/>
              <a:ahLst/>
              <a:cxnLst/>
              <a:rect l="l" t="t" r="r" b="b"/>
              <a:pathLst>
                <a:path w="607060" h="207645">
                  <a:moveTo>
                    <a:pt x="128117" y="186118"/>
                  </a:moveTo>
                  <a:lnTo>
                    <a:pt x="127939" y="184594"/>
                  </a:lnTo>
                  <a:lnTo>
                    <a:pt x="126580" y="172377"/>
                  </a:lnTo>
                  <a:lnTo>
                    <a:pt x="125056" y="167830"/>
                  </a:lnTo>
                  <a:lnTo>
                    <a:pt x="125056" y="164782"/>
                  </a:lnTo>
                  <a:lnTo>
                    <a:pt x="120484" y="164782"/>
                  </a:lnTo>
                  <a:lnTo>
                    <a:pt x="117436" y="167830"/>
                  </a:lnTo>
                  <a:lnTo>
                    <a:pt x="112039" y="172377"/>
                  </a:lnTo>
                  <a:lnTo>
                    <a:pt x="102768" y="177927"/>
                  </a:lnTo>
                  <a:lnTo>
                    <a:pt x="89801" y="182613"/>
                  </a:lnTo>
                  <a:lnTo>
                    <a:pt x="73240" y="184594"/>
                  </a:lnTo>
                  <a:lnTo>
                    <a:pt x="54686" y="179527"/>
                  </a:lnTo>
                  <a:lnTo>
                    <a:pt x="45161" y="166878"/>
                  </a:lnTo>
                  <a:lnTo>
                    <a:pt x="41643" y="150520"/>
                  </a:lnTo>
                  <a:lnTo>
                    <a:pt x="41148" y="134302"/>
                  </a:lnTo>
                  <a:lnTo>
                    <a:pt x="41884" y="116103"/>
                  </a:lnTo>
                  <a:lnTo>
                    <a:pt x="45923" y="99923"/>
                  </a:lnTo>
                  <a:lnTo>
                    <a:pt x="55981" y="88341"/>
                  </a:lnTo>
                  <a:lnTo>
                    <a:pt x="74764" y="83908"/>
                  </a:lnTo>
                  <a:lnTo>
                    <a:pt x="86944" y="84772"/>
                  </a:lnTo>
                  <a:lnTo>
                    <a:pt x="96672" y="87337"/>
                  </a:lnTo>
                  <a:lnTo>
                    <a:pt x="104990" y="91630"/>
                  </a:lnTo>
                  <a:lnTo>
                    <a:pt x="112864" y="97624"/>
                  </a:lnTo>
                  <a:lnTo>
                    <a:pt x="115912" y="100672"/>
                  </a:lnTo>
                  <a:lnTo>
                    <a:pt x="120484" y="100672"/>
                  </a:lnTo>
                  <a:lnTo>
                    <a:pt x="122008" y="99148"/>
                  </a:lnTo>
                  <a:lnTo>
                    <a:pt x="122008" y="94576"/>
                  </a:lnTo>
                  <a:lnTo>
                    <a:pt x="123952" y="83908"/>
                  </a:lnTo>
                  <a:lnTo>
                    <a:pt x="124993" y="78206"/>
                  </a:lnTo>
                  <a:lnTo>
                    <a:pt x="125056" y="73240"/>
                  </a:lnTo>
                  <a:lnTo>
                    <a:pt x="123532" y="73240"/>
                  </a:lnTo>
                  <a:lnTo>
                    <a:pt x="118960" y="70192"/>
                  </a:lnTo>
                  <a:lnTo>
                    <a:pt x="108394" y="66192"/>
                  </a:lnTo>
                  <a:lnTo>
                    <a:pt x="98386" y="63334"/>
                  </a:lnTo>
                  <a:lnTo>
                    <a:pt x="87249" y="61620"/>
                  </a:lnTo>
                  <a:lnTo>
                    <a:pt x="73240" y="61048"/>
                  </a:lnTo>
                  <a:lnTo>
                    <a:pt x="43116" y="65201"/>
                  </a:lnTo>
                  <a:lnTo>
                    <a:pt x="20015" y="78206"/>
                  </a:lnTo>
                  <a:lnTo>
                    <a:pt x="5219" y="100952"/>
                  </a:lnTo>
                  <a:lnTo>
                    <a:pt x="0" y="134302"/>
                  </a:lnTo>
                  <a:lnTo>
                    <a:pt x="4749" y="166878"/>
                  </a:lnTo>
                  <a:lnTo>
                    <a:pt x="5295" y="167830"/>
                  </a:lnTo>
                  <a:lnTo>
                    <a:pt x="18669" y="189788"/>
                  </a:lnTo>
                  <a:lnTo>
                    <a:pt x="41148" y="203174"/>
                  </a:lnTo>
                  <a:lnTo>
                    <a:pt x="71628" y="207543"/>
                  </a:lnTo>
                  <a:lnTo>
                    <a:pt x="80137" y="207378"/>
                  </a:lnTo>
                  <a:lnTo>
                    <a:pt x="91338" y="206209"/>
                  </a:lnTo>
                  <a:lnTo>
                    <a:pt x="104508" y="203047"/>
                  </a:lnTo>
                  <a:lnTo>
                    <a:pt x="118960" y="196875"/>
                  </a:lnTo>
                  <a:lnTo>
                    <a:pt x="126580" y="192303"/>
                  </a:lnTo>
                  <a:lnTo>
                    <a:pt x="128117" y="192303"/>
                  </a:lnTo>
                  <a:lnTo>
                    <a:pt x="128117" y="186118"/>
                  </a:lnTo>
                  <a:close/>
                </a:path>
                <a:path w="607060" h="207645">
                  <a:moveTo>
                    <a:pt x="282130" y="125158"/>
                  </a:moveTo>
                  <a:lnTo>
                    <a:pt x="281927" y="123634"/>
                  </a:lnTo>
                  <a:lnTo>
                    <a:pt x="278561" y="99034"/>
                  </a:lnTo>
                  <a:lnTo>
                    <a:pt x="269278" y="82384"/>
                  </a:lnTo>
                  <a:lnTo>
                    <a:pt x="267271" y="78778"/>
                  </a:lnTo>
                  <a:lnTo>
                    <a:pt x="248602" y="66484"/>
                  </a:lnTo>
                  <a:lnTo>
                    <a:pt x="248602" y="123634"/>
                  </a:lnTo>
                  <a:lnTo>
                    <a:pt x="186118" y="123634"/>
                  </a:lnTo>
                  <a:lnTo>
                    <a:pt x="187477" y="109435"/>
                  </a:lnTo>
                  <a:lnTo>
                    <a:pt x="192405" y="96113"/>
                  </a:lnTo>
                  <a:lnTo>
                    <a:pt x="202196" y="86245"/>
                  </a:lnTo>
                  <a:lnTo>
                    <a:pt x="218122" y="82384"/>
                  </a:lnTo>
                  <a:lnTo>
                    <a:pt x="232956" y="85394"/>
                  </a:lnTo>
                  <a:lnTo>
                    <a:pt x="241935" y="93827"/>
                  </a:lnTo>
                  <a:lnTo>
                    <a:pt x="246621" y="106857"/>
                  </a:lnTo>
                  <a:lnTo>
                    <a:pt x="248602" y="123634"/>
                  </a:lnTo>
                  <a:lnTo>
                    <a:pt x="248602" y="66484"/>
                  </a:lnTo>
                  <a:lnTo>
                    <a:pt x="247408" y="65697"/>
                  </a:lnTo>
                  <a:lnTo>
                    <a:pt x="218122" y="61048"/>
                  </a:lnTo>
                  <a:lnTo>
                    <a:pt x="186944" y="66052"/>
                  </a:lnTo>
                  <a:lnTo>
                    <a:pt x="164503" y="80492"/>
                  </a:lnTo>
                  <a:lnTo>
                    <a:pt x="150952" y="103530"/>
                  </a:lnTo>
                  <a:lnTo>
                    <a:pt x="146392" y="134302"/>
                  </a:lnTo>
                  <a:lnTo>
                    <a:pt x="151663" y="166306"/>
                  </a:lnTo>
                  <a:lnTo>
                    <a:pt x="166789" y="189217"/>
                  </a:lnTo>
                  <a:lnTo>
                    <a:pt x="190804" y="202958"/>
                  </a:lnTo>
                  <a:lnTo>
                    <a:pt x="222694" y="207543"/>
                  </a:lnTo>
                  <a:lnTo>
                    <a:pt x="232676" y="207162"/>
                  </a:lnTo>
                  <a:lnTo>
                    <a:pt x="244221" y="205638"/>
                  </a:lnTo>
                  <a:lnTo>
                    <a:pt x="257200" y="202399"/>
                  </a:lnTo>
                  <a:lnTo>
                    <a:pt x="271462" y="196875"/>
                  </a:lnTo>
                  <a:lnTo>
                    <a:pt x="277558" y="192303"/>
                  </a:lnTo>
                  <a:lnTo>
                    <a:pt x="280606" y="192303"/>
                  </a:lnTo>
                  <a:lnTo>
                    <a:pt x="280606" y="186118"/>
                  </a:lnTo>
                  <a:lnTo>
                    <a:pt x="280492" y="185407"/>
                  </a:lnTo>
                  <a:lnTo>
                    <a:pt x="279107" y="177114"/>
                  </a:lnTo>
                  <a:lnTo>
                    <a:pt x="279082" y="175450"/>
                  </a:lnTo>
                  <a:lnTo>
                    <a:pt x="277558" y="166306"/>
                  </a:lnTo>
                  <a:lnTo>
                    <a:pt x="277558" y="164782"/>
                  </a:lnTo>
                  <a:lnTo>
                    <a:pt x="272986" y="164782"/>
                  </a:lnTo>
                  <a:lnTo>
                    <a:pt x="232651" y="185407"/>
                  </a:lnTo>
                  <a:lnTo>
                    <a:pt x="224218" y="186118"/>
                  </a:lnTo>
                  <a:lnTo>
                    <a:pt x="203454" y="181521"/>
                  </a:lnTo>
                  <a:lnTo>
                    <a:pt x="191833" y="169926"/>
                  </a:lnTo>
                  <a:lnTo>
                    <a:pt x="186499" y="154609"/>
                  </a:lnTo>
                  <a:lnTo>
                    <a:pt x="184594" y="138874"/>
                  </a:lnTo>
                  <a:lnTo>
                    <a:pt x="282130" y="138874"/>
                  </a:lnTo>
                  <a:lnTo>
                    <a:pt x="282130" y="125158"/>
                  </a:lnTo>
                  <a:close/>
                </a:path>
                <a:path w="607060" h="207645">
                  <a:moveTo>
                    <a:pt x="411861" y="161734"/>
                  </a:moveTo>
                  <a:lnTo>
                    <a:pt x="387654" y="123063"/>
                  </a:lnTo>
                  <a:lnTo>
                    <a:pt x="361467" y="114490"/>
                  </a:lnTo>
                  <a:lnTo>
                    <a:pt x="349872" y="112026"/>
                  </a:lnTo>
                  <a:lnTo>
                    <a:pt x="340702" y="108877"/>
                  </a:lnTo>
                  <a:lnTo>
                    <a:pt x="334683" y="104317"/>
                  </a:lnTo>
                  <a:lnTo>
                    <a:pt x="332511" y="97624"/>
                  </a:lnTo>
                  <a:lnTo>
                    <a:pt x="334352" y="89458"/>
                  </a:lnTo>
                  <a:lnTo>
                    <a:pt x="339178" y="84861"/>
                  </a:lnTo>
                  <a:lnTo>
                    <a:pt x="346024" y="82842"/>
                  </a:lnTo>
                  <a:lnTo>
                    <a:pt x="353847" y="82384"/>
                  </a:lnTo>
                  <a:lnTo>
                    <a:pt x="367969" y="83680"/>
                  </a:lnTo>
                  <a:lnTo>
                    <a:pt x="378815" y="86956"/>
                  </a:lnTo>
                  <a:lnTo>
                    <a:pt x="387108" y="91389"/>
                  </a:lnTo>
                  <a:lnTo>
                    <a:pt x="393573" y="96100"/>
                  </a:lnTo>
                  <a:lnTo>
                    <a:pt x="396621" y="99148"/>
                  </a:lnTo>
                  <a:lnTo>
                    <a:pt x="401193" y="99148"/>
                  </a:lnTo>
                  <a:lnTo>
                    <a:pt x="402717" y="96100"/>
                  </a:lnTo>
                  <a:lnTo>
                    <a:pt x="402717" y="93052"/>
                  </a:lnTo>
                  <a:lnTo>
                    <a:pt x="404660" y="82384"/>
                  </a:lnTo>
                  <a:lnTo>
                    <a:pt x="405765" y="76288"/>
                  </a:lnTo>
                  <a:lnTo>
                    <a:pt x="405765" y="70192"/>
                  </a:lnTo>
                  <a:lnTo>
                    <a:pt x="390423" y="65620"/>
                  </a:lnTo>
                  <a:lnTo>
                    <a:pt x="387375" y="64096"/>
                  </a:lnTo>
                  <a:lnTo>
                    <a:pt x="378548" y="62344"/>
                  </a:lnTo>
                  <a:lnTo>
                    <a:pt x="370420" y="61429"/>
                  </a:lnTo>
                  <a:lnTo>
                    <a:pt x="362127" y="61048"/>
                  </a:lnTo>
                  <a:lnTo>
                    <a:pt x="356895" y="61048"/>
                  </a:lnTo>
                  <a:lnTo>
                    <a:pt x="342785" y="61722"/>
                  </a:lnTo>
                  <a:lnTo>
                    <a:pt x="325081" y="66382"/>
                  </a:lnTo>
                  <a:lnTo>
                    <a:pt x="309968" y="79057"/>
                  </a:lnTo>
                  <a:lnTo>
                    <a:pt x="303555" y="103720"/>
                  </a:lnTo>
                  <a:lnTo>
                    <a:pt x="303618" y="104317"/>
                  </a:lnTo>
                  <a:lnTo>
                    <a:pt x="304634" y="114134"/>
                  </a:lnTo>
                  <a:lnTo>
                    <a:pt x="334797" y="144970"/>
                  </a:lnTo>
                  <a:lnTo>
                    <a:pt x="356895" y="149542"/>
                  </a:lnTo>
                  <a:lnTo>
                    <a:pt x="364566" y="151117"/>
                  </a:lnTo>
                  <a:lnTo>
                    <a:pt x="372516" y="154114"/>
                  </a:lnTo>
                  <a:lnTo>
                    <a:pt x="378764" y="159397"/>
                  </a:lnTo>
                  <a:lnTo>
                    <a:pt x="381279" y="167830"/>
                  </a:lnTo>
                  <a:lnTo>
                    <a:pt x="379209" y="176237"/>
                  </a:lnTo>
                  <a:lnTo>
                    <a:pt x="373849" y="181356"/>
                  </a:lnTo>
                  <a:lnTo>
                    <a:pt x="366496" y="183908"/>
                  </a:lnTo>
                  <a:lnTo>
                    <a:pt x="358419" y="184594"/>
                  </a:lnTo>
                  <a:lnTo>
                    <a:pt x="347637" y="183616"/>
                  </a:lnTo>
                  <a:lnTo>
                    <a:pt x="336130" y="180213"/>
                  </a:lnTo>
                  <a:lnTo>
                    <a:pt x="324345" y="173659"/>
                  </a:lnTo>
                  <a:lnTo>
                    <a:pt x="312699" y="163258"/>
                  </a:lnTo>
                  <a:lnTo>
                    <a:pt x="311175" y="161734"/>
                  </a:lnTo>
                  <a:lnTo>
                    <a:pt x="311175" y="160210"/>
                  </a:lnTo>
                  <a:lnTo>
                    <a:pt x="306603" y="160210"/>
                  </a:lnTo>
                  <a:lnTo>
                    <a:pt x="305079" y="163258"/>
                  </a:lnTo>
                  <a:lnTo>
                    <a:pt x="305079" y="169354"/>
                  </a:lnTo>
                  <a:lnTo>
                    <a:pt x="300507" y="186118"/>
                  </a:lnTo>
                  <a:lnTo>
                    <a:pt x="300507" y="189166"/>
                  </a:lnTo>
                  <a:lnTo>
                    <a:pt x="304088" y="193941"/>
                  </a:lnTo>
                  <a:lnTo>
                    <a:pt x="344893" y="206971"/>
                  </a:lnTo>
                  <a:lnTo>
                    <a:pt x="352729" y="207479"/>
                  </a:lnTo>
                  <a:lnTo>
                    <a:pt x="359562" y="207479"/>
                  </a:lnTo>
                  <a:lnTo>
                    <a:pt x="373202" y="206616"/>
                  </a:lnTo>
                  <a:lnTo>
                    <a:pt x="390855" y="201256"/>
                  </a:lnTo>
                  <a:lnTo>
                    <a:pt x="405650" y="187579"/>
                  </a:lnTo>
                  <a:lnTo>
                    <a:pt x="406374" y="184594"/>
                  </a:lnTo>
                  <a:lnTo>
                    <a:pt x="411861" y="161734"/>
                  </a:lnTo>
                  <a:close/>
                </a:path>
                <a:path w="607060" h="207645">
                  <a:moveTo>
                    <a:pt x="538454" y="161734"/>
                  </a:moveTo>
                  <a:lnTo>
                    <a:pt x="515823" y="123063"/>
                  </a:lnTo>
                  <a:lnTo>
                    <a:pt x="489585" y="114490"/>
                  </a:lnTo>
                  <a:lnTo>
                    <a:pt x="477989" y="112026"/>
                  </a:lnTo>
                  <a:lnTo>
                    <a:pt x="468820" y="108877"/>
                  </a:lnTo>
                  <a:lnTo>
                    <a:pt x="462800" y="104317"/>
                  </a:lnTo>
                  <a:lnTo>
                    <a:pt x="460629" y="97624"/>
                  </a:lnTo>
                  <a:lnTo>
                    <a:pt x="462254" y="89458"/>
                  </a:lnTo>
                  <a:lnTo>
                    <a:pt x="466725" y="84861"/>
                  </a:lnTo>
                  <a:lnTo>
                    <a:pt x="473494" y="82842"/>
                  </a:lnTo>
                  <a:lnTo>
                    <a:pt x="481965" y="82384"/>
                  </a:lnTo>
                  <a:lnTo>
                    <a:pt x="495287" y="83680"/>
                  </a:lnTo>
                  <a:lnTo>
                    <a:pt x="505866" y="86956"/>
                  </a:lnTo>
                  <a:lnTo>
                    <a:pt x="514426" y="91389"/>
                  </a:lnTo>
                  <a:lnTo>
                    <a:pt x="521690" y="96100"/>
                  </a:lnTo>
                  <a:lnTo>
                    <a:pt x="524738" y="99148"/>
                  </a:lnTo>
                  <a:lnTo>
                    <a:pt x="529310" y="99148"/>
                  </a:lnTo>
                  <a:lnTo>
                    <a:pt x="529310" y="94576"/>
                  </a:lnTo>
                  <a:lnTo>
                    <a:pt x="530834" y="93052"/>
                  </a:lnTo>
                  <a:lnTo>
                    <a:pt x="532765" y="82384"/>
                  </a:lnTo>
                  <a:lnTo>
                    <a:pt x="533882" y="76288"/>
                  </a:lnTo>
                  <a:lnTo>
                    <a:pt x="533882" y="70192"/>
                  </a:lnTo>
                  <a:lnTo>
                    <a:pt x="517118" y="65620"/>
                  </a:lnTo>
                  <a:lnTo>
                    <a:pt x="514070" y="64096"/>
                  </a:lnTo>
                  <a:lnTo>
                    <a:pt x="505447" y="62344"/>
                  </a:lnTo>
                  <a:lnTo>
                    <a:pt x="497827" y="61429"/>
                  </a:lnTo>
                  <a:lnTo>
                    <a:pt x="490080" y="61048"/>
                  </a:lnTo>
                  <a:lnTo>
                    <a:pt x="485013" y="61048"/>
                  </a:lnTo>
                  <a:lnTo>
                    <a:pt x="470649" y="61722"/>
                  </a:lnTo>
                  <a:lnTo>
                    <a:pt x="452437" y="66382"/>
                  </a:lnTo>
                  <a:lnTo>
                    <a:pt x="436791" y="79057"/>
                  </a:lnTo>
                  <a:lnTo>
                    <a:pt x="430149" y="103720"/>
                  </a:lnTo>
                  <a:lnTo>
                    <a:pt x="430212" y="104317"/>
                  </a:lnTo>
                  <a:lnTo>
                    <a:pt x="431241" y="114134"/>
                  </a:lnTo>
                  <a:lnTo>
                    <a:pt x="462343" y="144970"/>
                  </a:lnTo>
                  <a:lnTo>
                    <a:pt x="485013" y="149542"/>
                  </a:lnTo>
                  <a:lnTo>
                    <a:pt x="492696" y="151117"/>
                  </a:lnTo>
                  <a:lnTo>
                    <a:pt x="500684" y="154114"/>
                  </a:lnTo>
                  <a:lnTo>
                    <a:pt x="506958" y="159397"/>
                  </a:lnTo>
                  <a:lnTo>
                    <a:pt x="509498" y="167830"/>
                  </a:lnTo>
                  <a:lnTo>
                    <a:pt x="507377" y="176237"/>
                  </a:lnTo>
                  <a:lnTo>
                    <a:pt x="501827" y="181356"/>
                  </a:lnTo>
                  <a:lnTo>
                    <a:pt x="493979" y="183908"/>
                  </a:lnTo>
                  <a:lnTo>
                    <a:pt x="485013" y="184594"/>
                  </a:lnTo>
                  <a:lnTo>
                    <a:pt x="474256" y="183616"/>
                  </a:lnTo>
                  <a:lnTo>
                    <a:pt x="462915" y="180213"/>
                  </a:lnTo>
                  <a:lnTo>
                    <a:pt x="451586" y="173659"/>
                  </a:lnTo>
                  <a:lnTo>
                    <a:pt x="440817" y="163258"/>
                  </a:lnTo>
                  <a:lnTo>
                    <a:pt x="437769" y="160210"/>
                  </a:lnTo>
                  <a:lnTo>
                    <a:pt x="433197" y="160210"/>
                  </a:lnTo>
                  <a:lnTo>
                    <a:pt x="433197" y="164782"/>
                  </a:lnTo>
                  <a:lnTo>
                    <a:pt x="431673" y="169354"/>
                  </a:lnTo>
                  <a:lnTo>
                    <a:pt x="428625" y="186118"/>
                  </a:lnTo>
                  <a:lnTo>
                    <a:pt x="428625" y="189166"/>
                  </a:lnTo>
                  <a:lnTo>
                    <a:pt x="432193" y="193941"/>
                  </a:lnTo>
                  <a:lnTo>
                    <a:pt x="472821" y="206971"/>
                  </a:lnTo>
                  <a:lnTo>
                    <a:pt x="480199" y="207479"/>
                  </a:lnTo>
                  <a:lnTo>
                    <a:pt x="486143" y="207479"/>
                  </a:lnTo>
                  <a:lnTo>
                    <a:pt x="499795" y="206616"/>
                  </a:lnTo>
                  <a:lnTo>
                    <a:pt x="517448" y="201256"/>
                  </a:lnTo>
                  <a:lnTo>
                    <a:pt x="532244" y="187579"/>
                  </a:lnTo>
                  <a:lnTo>
                    <a:pt x="532955" y="184594"/>
                  </a:lnTo>
                  <a:lnTo>
                    <a:pt x="538454" y="161734"/>
                  </a:lnTo>
                  <a:close/>
                </a:path>
                <a:path w="607060" h="207645">
                  <a:moveTo>
                    <a:pt x="605497" y="70192"/>
                  </a:moveTo>
                  <a:lnTo>
                    <a:pt x="602449" y="65620"/>
                  </a:lnTo>
                  <a:lnTo>
                    <a:pt x="568921" y="65620"/>
                  </a:lnTo>
                  <a:lnTo>
                    <a:pt x="564349" y="68668"/>
                  </a:lnTo>
                  <a:lnTo>
                    <a:pt x="564349" y="201447"/>
                  </a:lnTo>
                  <a:lnTo>
                    <a:pt x="568921" y="204495"/>
                  </a:lnTo>
                  <a:lnTo>
                    <a:pt x="602449" y="204495"/>
                  </a:lnTo>
                  <a:lnTo>
                    <a:pt x="605497" y="199923"/>
                  </a:lnTo>
                  <a:lnTo>
                    <a:pt x="605497" y="70192"/>
                  </a:lnTo>
                  <a:close/>
                </a:path>
                <a:path w="607060" h="207645">
                  <a:moveTo>
                    <a:pt x="607021" y="6096"/>
                  </a:moveTo>
                  <a:lnTo>
                    <a:pt x="605497" y="0"/>
                  </a:lnTo>
                  <a:lnTo>
                    <a:pt x="565873" y="0"/>
                  </a:lnTo>
                  <a:lnTo>
                    <a:pt x="562825" y="4572"/>
                  </a:lnTo>
                  <a:lnTo>
                    <a:pt x="562825" y="28956"/>
                  </a:lnTo>
                  <a:lnTo>
                    <a:pt x="564349" y="35052"/>
                  </a:lnTo>
                  <a:lnTo>
                    <a:pt x="605497" y="35052"/>
                  </a:lnTo>
                  <a:lnTo>
                    <a:pt x="607021" y="30480"/>
                  </a:lnTo>
                  <a:lnTo>
                    <a:pt x="607021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6" name="object 276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799939" y="3976020"/>
              <a:ext cx="140303" cy="213645"/>
            </a:xfrm>
            <a:prstGeom prst="rect">
              <a:avLst/>
            </a:prstGeom>
          </p:spPr>
        </p:pic>
        <p:sp>
          <p:nvSpPr>
            <p:cNvPr id="277" name="object 277" descr=""/>
            <p:cNvSpPr/>
            <p:nvPr/>
          </p:nvSpPr>
          <p:spPr>
            <a:xfrm>
              <a:off x="1967674" y="3976026"/>
              <a:ext cx="198755" cy="210820"/>
            </a:xfrm>
            <a:custGeom>
              <a:avLst/>
              <a:gdLst/>
              <a:ahLst/>
              <a:cxnLst/>
              <a:rect l="l" t="t" r="r" b="b"/>
              <a:pathLst>
                <a:path w="198755" h="210820">
                  <a:moveTo>
                    <a:pt x="42760" y="76288"/>
                  </a:moveTo>
                  <a:lnTo>
                    <a:pt x="39712" y="71716"/>
                  </a:lnTo>
                  <a:lnTo>
                    <a:pt x="6096" y="71716"/>
                  </a:lnTo>
                  <a:lnTo>
                    <a:pt x="1524" y="74764"/>
                  </a:lnTo>
                  <a:lnTo>
                    <a:pt x="1524" y="207543"/>
                  </a:lnTo>
                  <a:lnTo>
                    <a:pt x="6096" y="210591"/>
                  </a:lnTo>
                  <a:lnTo>
                    <a:pt x="39712" y="210591"/>
                  </a:lnTo>
                  <a:lnTo>
                    <a:pt x="42760" y="206019"/>
                  </a:lnTo>
                  <a:lnTo>
                    <a:pt x="42760" y="76288"/>
                  </a:lnTo>
                  <a:close/>
                </a:path>
                <a:path w="198755" h="210820">
                  <a:moveTo>
                    <a:pt x="44284" y="12192"/>
                  </a:moveTo>
                  <a:lnTo>
                    <a:pt x="42760" y="6096"/>
                  </a:lnTo>
                  <a:lnTo>
                    <a:pt x="3048" y="6096"/>
                  </a:lnTo>
                  <a:lnTo>
                    <a:pt x="0" y="10668"/>
                  </a:lnTo>
                  <a:lnTo>
                    <a:pt x="0" y="35052"/>
                  </a:lnTo>
                  <a:lnTo>
                    <a:pt x="1524" y="41148"/>
                  </a:lnTo>
                  <a:lnTo>
                    <a:pt x="42760" y="41148"/>
                  </a:lnTo>
                  <a:lnTo>
                    <a:pt x="44284" y="36576"/>
                  </a:lnTo>
                  <a:lnTo>
                    <a:pt x="44284" y="12192"/>
                  </a:lnTo>
                  <a:close/>
                </a:path>
                <a:path w="198755" h="210820">
                  <a:moveTo>
                    <a:pt x="119062" y="4572"/>
                  </a:moveTo>
                  <a:lnTo>
                    <a:pt x="117538" y="0"/>
                  </a:lnTo>
                  <a:lnTo>
                    <a:pt x="82486" y="0"/>
                  </a:lnTo>
                  <a:lnTo>
                    <a:pt x="79438" y="3048"/>
                  </a:lnTo>
                  <a:lnTo>
                    <a:pt x="79438" y="207454"/>
                  </a:lnTo>
                  <a:lnTo>
                    <a:pt x="82486" y="210502"/>
                  </a:lnTo>
                  <a:lnTo>
                    <a:pt x="116014" y="210502"/>
                  </a:lnTo>
                  <a:lnTo>
                    <a:pt x="119062" y="205930"/>
                  </a:lnTo>
                  <a:lnTo>
                    <a:pt x="119062" y="195262"/>
                  </a:lnTo>
                  <a:lnTo>
                    <a:pt x="119062" y="4572"/>
                  </a:lnTo>
                  <a:close/>
                </a:path>
                <a:path w="198755" h="210820">
                  <a:moveTo>
                    <a:pt x="196786" y="76288"/>
                  </a:moveTo>
                  <a:lnTo>
                    <a:pt x="195262" y="71716"/>
                  </a:lnTo>
                  <a:lnTo>
                    <a:pt x="160210" y="71716"/>
                  </a:lnTo>
                  <a:lnTo>
                    <a:pt x="157162" y="74764"/>
                  </a:lnTo>
                  <a:lnTo>
                    <a:pt x="157162" y="207543"/>
                  </a:lnTo>
                  <a:lnTo>
                    <a:pt x="160210" y="210591"/>
                  </a:lnTo>
                  <a:lnTo>
                    <a:pt x="193738" y="210591"/>
                  </a:lnTo>
                  <a:lnTo>
                    <a:pt x="196786" y="206019"/>
                  </a:lnTo>
                  <a:lnTo>
                    <a:pt x="196786" y="76288"/>
                  </a:lnTo>
                  <a:close/>
                </a:path>
                <a:path w="198755" h="210820">
                  <a:moveTo>
                    <a:pt x="198310" y="12192"/>
                  </a:moveTo>
                  <a:lnTo>
                    <a:pt x="196786" y="6096"/>
                  </a:lnTo>
                  <a:lnTo>
                    <a:pt x="157162" y="6096"/>
                  </a:lnTo>
                  <a:lnTo>
                    <a:pt x="154114" y="10668"/>
                  </a:lnTo>
                  <a:lnTo>
                    <a:pt x="154114" y="35052"/>
                  </a:lnTo>
                  <a:lnTo>
                    <a:pt x="155638" y="41148"/>
                  </a:lnTo>
                  <a:lnTo>
                    <a:pt x="196786" y="41148"/>
                  </a:lnTo>
                  <a:lnTo>
                    <a:pt x="198310" y="36576"/>
                  </a:lnTo>
                  <a:lnTo>
                    <a:pt x="198310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2188844" y="4008024"/>
              <a:ext cx="250221" cy="241077"/>
            </a:xfrm>
            <a:prstGeom prst="rect">
              <a:avLst/>
            </a:prstGeom>
          </p:spPr>
        </p:pic>
        <p:sp>
          <p:nvSpPr>
            <p:cNvPr id="279" name="object 279" descr=""/>
            <p:cNvSpPr/>
            <p:nvPr/>
          </p:nvSpPr>
          <p:spPr>
            <a:xfrm>
              <a:off x="2474112" y="4047654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5" h="139064">
                  <a:moveTo>
                    <a:pt x="39624" y="99250"/>
                  </a:moveTo>
                  <a:lnTo>
                    <a:pt x="0" y="99250"/>
                  </a:lnTo>
                  <a:lnTo>
                    <a:pt x="0" y="138874"/>
                  </a:lnTo>
                  <a:lnTo>
                    <a:pt x="39624" y="138874"/>
                  </a:lnTo>
                  <a:lnTo>
                    <a:pt x="39624" y="99250"/>
                  </a:lnTo>
                  <a:close/>
                </a:path>
                <a:path w="40005" h="139064">
                  <a:moveTo>
                    <a:pt x="39624" y="0"/>
                  </a:moveTo>
                  <a:lnTo>
                    <a:pt x="0" y="0"/>
                  </a:lnTo>
                  <a:lnTo>
                    <a:pt x="0" y="39725"/>
                  </a:lnTo>
                  <a:lnTo>
                    <a:pt x="39624" y="39725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0" name="object 28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9652" y="4378833"/>
            <a:ext cx="186023" cy="175450"/>
          </a:xfrm>
          <a:prstGeom prst="rect">
            <a:avLst/>
          </a:prstGeom>
        </p:spPr>
      </p:pic>
      <p:grpSp>
        <p:nvGrpSpPr>
          <p:cNvPr id="281" name="object 281" descr=""/>
          <p:cNvGrpSpPr/>
          <p:nvPr/>
        </p:nvGrpSpPr>
        <p:grpSpPr>
          <a:xfrm>
            <a:off x="1421606" y="4366640"/>
            <a:ext cx="1141095" cy="271780"/>
            <a:chOff x="1421606" y="4366640"/>
            <a:chExt cx="1141095" cy="271780"/>
          </a:xfrm>
        </p:grpSpPr>
        <p:pic>
          <p:nvPicPr>
            <p:cNvPr id="282" name="object 282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1421606" y="4366641"/>
              <a:ext cx="167830" cy="209073"/>
            </a:xfrm>
            <a:prstGeom prst="rect">
              <a:avLst/>
            </a:prstGeom>
          </p:spPr>
        </p:pic>
        <p:pic>
          <p:nvPicPr>
            <p:cNvPr id="283" name="object 283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1612296" y="4436840"/>
              <a:ext cx="259270" cy="201358"/>
            </a:xfrm>
            <a:prstGeom prst="rect">
              <a:avLst/>
            </a:prstGeom>
          </p:spPr>
        </p:pic>
        <p:pic>
          <p:nvPicPr>
            <p:cNvPr id="284" name="object 284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900618" y="4366640"/>
              <a:ext cx="120491" cy="213645"/>
            </a:xfrm>
            <a:prstGeom prst="rect">
              <a:avLst/>
            </a:prstGeom>
          </p:spPr>
        </p:pic>
        <p:pic>
          <p:nvPicPr>
            <p:cNvPr id="285" name="object 285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2050065" y="4436840"/>
              <a:ext cx="132683" cy="143446"/>
            </a:xfrm>
            <a:prstGeom prst="rect">
              <a:avLst/>
            </a:prstGeom>
          </p:spPr>
        </p:pic>
        <p:pic>
          <p:nvPicPr>
            <p:cNvPr id="286" name="object 286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2208752" y="4436840"/>
              <a:ext cx="106775" cy="143446"/>
            </a:xfrm>
            <a:prstGeom prst="rect">
              <a:avLst/>
            </a:prstGeom>
          </p:spPr>
        </p:pic>
        <p:pic>
          <p:nvPicPr>
            <p:cNvPr id="287" name="object 287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2353627" y="4366640"/>
              <a:ext cx="208978" cy="213645"/>
            </a:xfrm>
            <a:prstGeom prst="rect">
              <a:avLst/>
            </a:prstGeom>
          </p:spPr>
        </p:pic>
      </p:grpSp>
      <p:grpSp>
        <p:nvGrpSpPr>
          <p:cNvPr id="288" name="object 288" descr=""/>
          <p:cNvGrpSpPr/>
          <p:nvPr/>
        </p:nvGrpSpPr>
        <p:grpSpPr>
          <a:xfrm>
            <a:off x="2696813" y="4366641"/>
            <a:ext cx="1189990" cy="213995"/>
            <a:chOff x="2696813" y="4366641"/>
            <a:chExt cx="1189990" cy="213995"/>
          </a:xfrm>
        </p:grpSpPr>
        <p:pic>
          <p:nvPicPr>
            <p:cNvPr id="289" name="object 289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2696813" y="4436840"/>
              <a:ext cx="100679" cy="143446"/>
            </a:xfrm>
            <a:prstGeom prst="rect">
              <a:avLst/>
            </a:prstGeom>
          </p:spPr>
        </p:pic>
        <p:pic>
          <p:nvPicPr>
            <p:cNvPr id="290" name="object 290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2829496" y="4366641"/>
              <a:ext cx="106775" cy="209073"/>
            </a:xfrm>
            <a:prstGeom prst="rect">
              <a:avLst/>
            </a:prstGeom>
          </p:spPr>
        </p:pic>
        <p:pic>
          <p:nvPicPr>
            <p:cNvPr id="291" name="object 291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2969895" y="4436840"/>
              <a:ext cx="132683" cy="143446"/>
            </a:xfrm>
            <a:prstGeom prst="rect">
              <a:avLst/>
            </a:prstGeom>
          </p:spPr>
        </p:pic>
        <p:pic>
          <p:nvPicPr>
            <p:cNvPr id="292" name="object 292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3128486" y="4403312"/>
              <a:ext cx="180022" cy="176974"/>
            </a:xfrm>
            <a:prstGeom prst="rect">
              <a:avLst/>
            </a:prstGeom>
          </p:spPr>
        </p:pic>
        <p:pic>
          <p:nvPicPr>
            <p:cNvPr id="293" name="object 293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3328320" y="4436935"/>
              <a:ext cx="114395" cy="143351"/>
            </a:xfrm>
            <a:prstGeom prst="rect">
              <a:avLst/>
            </a:prstGeom>
          </p:spPr>
        </p:pic>
        <p:pic>
          <p:nvPicPr>
            <p:cNvPr id="294" name="object 294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3476244" y="4441412"/>
              <a:ext cx="106775" cy="138874"/>
            </a:xfrm>
            <a:prstGeom prst="rect">
              <a:avLst/>
            </a:prstGeom>
          </p:spPr>
        </p:pic>
        <p:pic>
          <p:nvPicPr>
            <p:cNvPr id="295" name="object 295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3613594" y="4403312"/>
              <a:ext cx="212026" cy="176974"/>
            </a:xfrm>
            <a:prstGeom prst="rect">
              <a:avLst/>
            </a:prstGeom>
          </p:spPr>
        </p:pic>
        <p:sp>
          <p:nvSpPr>
            <p:cNvPr id="296" name="object 296" descr=""/>
            <p:cNvSpPr/>
            <p:nvPr/>
          </p:nvSpPr>
          <p:spPr>
            <a:xfrm>
              <a:off x="3862197" y="4441418"/>
              <a:ext cx="24765" cy="134620"/>
            </a:xfrm>
            <a:custGeom>
              <a:avLst/>
              <a:gdLst/>
              <a:ahLst/>
              <a:cxnLst/>
              <a:rect l="l" t="t" r="r" b="b"/>
              <a:pathLst>
                <a:path w="24764" h="134620">
                  <a:moveTo>
                    <a:pt x="24384" y="109829"/>
                  </a:moveTo>
                  <a:lnTo>
                    <a:pt x="0" y="109829"/>
                  </a:lnTo>
                  <a:lnTo>
                    <a:pt x="0" y="134302"/>
                  </a:lnTo>
                  <a:lnTo>
                    <a:pt x="24384" y="134302"/>
                  </a:lnTo>
                  <a:lnTo>
                    <a:pt x="24384" y="109829"/>
                  </a:lnTo>
                  <a:close/>
                </a:path>
                <a:path w="24764" h="134620">
                  <a:moveTo>
                    <a:pt x="24384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4384" y="25908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7" name="object 297" descr=""/>
          <p:cNvGrpSpPr/>
          <p:nvPr/>
        </p:nvGrpSpPr>
        <p:grpSpPr>
          <a:xfrm>
            <a:off x="4078795" y="4366132"/>
            <a:ext cx="279400" cy="217804"/>
            <a:chOff x="4078795" y="4366132"/>
            <a:chExt cx="279400" cy="217804"/>
          </a:xfrm>
        </p:grpSpPr>
        <p:sp>
          <p:nvSpPr>
            <p:cNvPr id="298" name="object 298" descr=""/>
            <p:cNvSpPr/>
            <p:nvPr/>
          </p:nvSpPr>
          <p:spPr>
            <a:xfrm>
              <a:off x="4078782" y="4366132"/>
              <a:ext cx="131445" cy="209550"/>
            </a:xfrm>
            <a:custGeom>
              <a:avLst/>
              <a:gdLst/>
              <a:ahLst/>
              <a:cxnLst/>
              <a:rect l="l" t="t" r="r" b="b"/>
              <a:pathLst>
                <a:path w="131445" h="209550">
                  <a:moveTo>
                    <a:pt x="131165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96520"/>
                  </a:lnTo>
                  <a:lnTo>
                    <a:pt x="0" y="114300"/>
                  </a:lnTo>
                  <a:lnTo>
                    <a:pt x="0" y="209550"/>
                  </a:lnTo>
                  <a:lnTo>
                    <a:pt x="27432" y="209550"/>
                  </a:lnTo>
                  <a:lnTo>
                    <a:pt x="27432" y="114300"/>
                  </a:lnTo>
                  <a:lnTo>
                    <a:pt x="118973" y="114300"/>
                  </a:lnTo>
                  <a:lnTo>
                    <a:pt x="118973" y="96520"/>
                  </a:lnTo>
                  <a:lnTo>
                    <a:pt x="27432" y="96520"/>
                  </a:lnTo>
                  <a:lnTo>
                    <a:pt x="27432" y="20320"/>
                  </a:lnTo>
                  <a:lnTo>
                    <a:pt x="131165" y="20320"/>
                  </a:lnTo>
                  <a:lnTo>
                    <a:pt x="1311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9" name="object 299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4234433" y="4377308"/>
              <a:ext cx="123539" cy="206025"/>
            </a:xfrm>
            <a:prstGeom prst="rect">
              <a:avLst/>
            </a:prstGeom>
          </p:spPr>
        </p:pic>
      </p:grpSp>
      <p:grpSp>
        <p:nvGrpSpPr>
          <p:cNvPr id="300" name="object 300" descr=""/>
          <p:cNvGrpSpPr/>
          <p:nvPr/>
        </p:nvGrpSpPr>
        <p:grpSpPr>
          <a:xfrm>
            <a:off x="4483036" y="4363592"/>
            <a:ext cx="327025" cy="217170"/>
            <a:chOff x="4483036" y="4363592"/>
            <a:chExt cx="327025" cy="217170"/>
          </a:xfrm>
        </p:grpSpPr>
        <p:pic>
          <p:nvPicPr>
            <p:cNvPr id="301" name="object 301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4483036" y="4363592"/>
              <a:ext cx="225742" cy="216693"/>
            </a:xfrm>
            <a:prstGeom prst="rect">
              <a:avLst/>
            </a:prstGeom>
          </p:spPr>
        </p:pic>
        <p:pic>
          <p:nvPicPr>
            <p:cNvPr id="302" name="object 302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4734686" y="4438364"/>
              <a:ext cx="74771" cy="137350"/>
            </a:xfrm>
            <a:prstGeom prst="rect">
              <a:avLst/>
            </a:prstGeom>
          </p:spPr>
        </p:pic>
      </p:grpSp>
      <p:grpSp>
        <p:nvGrpSpPr>
          <p:cNvPr id="303" name="object 303" descr=""/>
          <p:cNvGrpSpPr/>
          <p:nvPr/>
        </p:nvGrpSpPr>
        <p:grpSpPr>
          <a:xfrm>
            <a:off x="4939093" y="4403312"/>
            <a:ext cx="506730" cy="177165"/>
            <a:chOff x="4939093" y="4403312"/>
            <a:chExt cx="506730" cy="177165"/>
          </a:xfrm>
        </p:grpSpPr>
        <p:pic>
          <p:nvPicPr>
            <p:cNvPr id="304" name="object 304" descr="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4939093" y="4438364"/>
              <a:ext cx="106775" cy="137350"/>
            </a:xfrm>
            <a:prstGeom prst="rect">
              <a:avLst/>
            </a:prstGeom>
          </p:spPr>
        </p:pic>
        <p:pic>
          <p:nvPicPr>
            <p:cNvPr id="305" name="object 305" descr="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5080920" y="4403312"/>
              <a:ext cx="364617" cy="176974"/>
            </a:xfrm>
            <a:prstGeom prst="rect">
              <a:avLst/>
            </a:prstGeom>
          </p:spPr>
        </p:pic>
      </p:grpSp>
      <p:grpSp>
        <p:nvGrpSpPr>
          <p:cNvPr id="306" name="object 306" descr=""/>
          <p:cNvGrpSpPr/>
          <p:nvPr/>
        </p:nvGrpSpPr>
        <p:grpSpPr>
          <a:xfrm>
            <a:off x="5578221" y="4377309"/>
            <a:ext cx="508000" cy="203200"/>
            <a:chOff x="5578221" y="4377309"/>
            <a:chExt cx="508000" cy="203200"/>
          </a:xfrm>
        </p:grpSpPr>
        <p:sp>
          <p:nvSpPr>
            <p:cNvPr id="307" name="object 307" descr=""/>
            <p:cNvSpPr/>
            <p:nvPr/>
          </p:nvSpPr>
          <p:spPr>
            <a:xfrm>
              <a:off x="5578221" y="437732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8" name="object 308" descr="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5633180" y="4403312"/>
              <a:ext cx="228790" cy="176974"/>
            </a:xfrm>
            <a:prstGeom prst="rect">
              <a:avLst/>
            </a:prstGeom>
          </p:spPr>
        </p:pic>
        <p:pic>
          <p:nvPicPr>
            <p:cNvPr id="309" name="object 309" descr="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5895498" y="4438364"/>
              <a:ext cx="190690" cy="137350"/>
            </a:xfrm>
            <a:prstGeom prst="rect">
              <a:avLst/>
            </a:prstGeom>
          </p:spPr>
        </p:pic>
      </p:grpSp>
      <p:sp>
        <p:nvSpPr>
          <p:cNvPr id="310" name="object 310" descr=""/>
          <p:cNvSpPr/>
          <p:nvPr/>
        </p:nvSpPr>
        <p:spPr>
          <a:xfrm>
            <a:off x="6139624" y="4551330"/>
            <a:ext cx="26034" cy="62865"/>
          </a:xfrm>
          <a:custGeom>
            <a:avLst/>
            <a:gdLst/>
            <a:ahLst/>
            <a:cxnLst/>
            <a:rect l="l" t="t" r="r" b="b"/>
            <a:pathLst>
              <a:path w="26035" h="62864">
                <a:moveTo>
                  <a:pt x="13716" y="62484"/>
                </a:moveTo>
                <a:lnTo>
                  <a:pt x="0" y="62484"/>
                </a:lnTo>
                <a:lnTo>
                  <a:pt x="7620" y="24384"/>
                </a:lnTo>
                <a:lnTo>
                  <a:pt x="0" y="24384"/>
                </a:lnTo>
                <a:lnTo>
                  <a:pt x="0" y="0"/>
                </a:lnTo>
                <a:lnTo>
                  <a:pt x="25908" y="0"/>
                </a:lnTo>
                <a:lnTo>
                  <a:pt x="25908" y="24384"/>
                </a:lnTo>
                <a:lnTo>
                  <a:pt x="13716" y="62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1" name="object 311" descr=""/>
          <p:cNvGrpSpPr/>
          <p:nvPr/>
        </p:nvGrpSpPr>
        <p:grpSpPr>
          <a:xfrm>
            <a:off x="6324123" y="4366132"/>
            <a:ext cx="282575" cy="217804"/>
            <a:chOff x="6324123" y="4366132"/>
            <a:chExt cx="282575" cy="217804"/>
          </a:xfrm>
        </p:grpSpPr>
        <p:sp>
          <p:nvSpPr>
            <p:cNvPr id="312" name="object 312" descr=""/>
            <p:cNvSpPr/>
            <p:nvPr/>
          </p:nvSpPr>
          <p:spPr>
            <a:xfrm>
              <a:off x="6324117" y="4366132"/>
              <a:ext cx="131445" cy="209550"/>
            </a:xfrm>
            <a:custGeom>
              <a:avLst/>
              <a:gdLst/>
              <a:ahLst/>
              <a:cxnLst/>
              <a:rect l="l" t="t" r="r" b="b"/>
              <a:pathLst>
                <a:path w="131445" h="209550">
                  <a:moveTo>
                    <a:pt x="131152" y="0"/>
                  </a:moveTo>
                  <a:lnTo>
                    <a:pt x="0" y="0"/>
                  </a:lnTo>
                  <a:lnTo>
                    <a:pt x="0" y="20320"/>
                  </a:lnTo>
                  <a:lnTo>
                    <a:pt x="0" y="96520"/>
                  </a:lnTo>
                  <a:lnTo>
                    <a:pt x="0" y="114300"/>
                  </a:lnTo>
                  <a:lnTo>
                    <a:pt x="0" y="209550"/>
                  </a:lnTo>
                  <a:lnTo>
                    <a:pt x="27432" y="209550"/>
                  </a:lnTo>
                  <a:lnTo>
                    <a:pt x="27432" y="114300"/>
                  </a:lnTo>
                  <a:lnTo>
                    <a:pt x="118960" y="114300"/>
                  </a:lnTo>
                  <a:lnTo>
                    <a:pt x="118960" y="96520"/>
                  </a:lnTo>
                  <a:lnTo>
                    <a:pt x="27432" y="96520"/>
                  </a:lnTo>
                  <a:lnTo>
                    <a:pt x="27432" y="20320"/>
                  </a:lnTo>
                  <a:lnTo>
                    <a:pt x="131152" y="20320"/>
                  </a:lnTo>
                  <a:lnTo>
                    <a:pt x="1311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3" name="object 313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6479762" y="4371212"/>
              <a:ext cx="126587" cy="212121"/>
            </a:xfrm>
            <a:prstGeom prst="rect">
              <a:avLst/>
            </a:prstGeom>
          </p:spPr>
        </p:pic>
      </p:grpSp>
      <p:grpSp>
        <p:nvGrpSpPr>
          <p:cNvPr id="314" name="object 314" descr=""/>
          <p:cNvGrpSpPr/>
          <p:nvPr/>
        </p:nvGrpSpPr>
        <p:grpSpPr>
          <a:xfrm>
            <a:off x="6728364" y="4363592"/>
            <a:ext cx="327025" cy="217170"/>
            <a:chOff x="6728364" y="4363592"/>
            <a:chExt cx="327025" cy="217170"/>
          </a:xfrm>
        </p:grpSpPr>
        <p:pic>
          <p:nvPicPr>
            <p:cNvPr id="315" name="object 315" descr="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6728364" y="4363592"/>
              <a:ext cx="225742" cy="216693"/>
            </a:xfrm>
            <a:prstGeom prst="rect">
              <a:avLst/>
            </a:prstGeom>
          </p:spPr>
        </p:pic>
        <p:pic>
          <p:nvPicPr>
            <p:cNvPr id="316" name="object 316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6980014" y="4438268"/>
              <a:ext cx="74771" cy="138874"/>
            </a:xfrm>
            <a:prstGeom prst="rect">
              <a:avLst/>
            </a:prstGeom>
          </p:spPr>
        </p:pic>
      </p:grpSp>
      <p:sp>
        <p:nvSpPr>
          <p:cNvPr id="317" name="object 317" descr=""/>
          <p:cNvSpPr/>
          <p:nvPr/>
        </p:nvSpPr>
        <p:spPr>
          <a:xfrm>
            <a:off x="7181367" y="4377410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40" h="198754">
                <a:moveTo>
                  <a:pt x="25908" y="64008"/>
                </a:moveTo>
                <a:lnTo>
                  <a:pt x="3048" y="64008"/>
                </a:lnTo>
                <a:lnTo>
                  <a:pt x="3048" y="198310"/>
                </a:lnTo>
                <a:lnTo>
                  <a:pt x="25908" y="198310"/>
                </a:lnTo>
                <a:lnTo>
                  <a:pt x="25908" y="64008"/>
                </a:lnTo>
                <a:close/>
              </a:path>
              <a:path w="27940" h="198754">
                <a:moveTo>
                  <a:pt x="27432" y="0"/>
                </a:moveTo>
                <a:lnTo>
                  <a:pt x="0" y="0"/>
                </a:lnTo>
                <a:lnTo>
                  <a:pt x="0" y="27432"/>
                </a:lnTo>
                <a:lnTo>
                  <a:pt x="27432" y="27432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8" name="object 318" descr=""/>
          <p:cNvGrpSpPr/>
          <p:nvPr/>
        </p:nvGrpSpPr>
        <p:grpSpPr>
          <a:xfrm>
            <a:off x="7256145" y="4377309"/>
            <a:ext cx="753745" cy="203200"/>
            <a:chOff x="7256145" y="4377309"/>
            <a:chExt cx="753745" cy="203200"/>
          </a:xfrm>
        </p:grpSpPr>
        <p:pic>
          <p:nvPicPr>
            <p:cNvPr id="319" name="object 319" descr="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7256145" y="4438364"/>
              <a:ext cx="106775" cy="137350"/>
            </a:xfrm>
            <a:prstGeom prst="rect">
              <a:avLst/>
            </a:prstGeom>
          </p:spPr>
        </p:pic>
        <p:pic>
          <p:nvPicPr>
            <p:cNvPr id="320" name="object 320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7391876" y="4436840"/>
              <a:ext cx="277653" cy="143351"/>
            </a:xfrm>
            <a:prstGeom prst="rect">
              <a:avLst/>
            </a:prstGeom>
          </p:spPr>
        </p:pic>
        <p:sp>
          <p:nvSpPr>
            <p:cNvPr id="321" name="object 321" descr=""/>
            <p:cNvSpPr/>
            <p:nvPr/>
          </p:nvSpPr>
          <p:spPr>
            <a:xfrm>
              <a:off x="7701522" y="437732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4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2" name="object 322" descr="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7761065" y="4436840"/>
              <a:ext cx="248602" cy="143446"/>
            </a:xfrm>
            <a:prstGeom prst="rect">
              <a:avLst/>
            </a:prstGeom>
          </p:spPr>
        </p:pic>
      </p:grpSp>
      <p:pic>
        <p:nvPicPr>
          <p:cNvPr id="323" name="object 323" descr=""/>
          <p:cNvPicPr/>
          <p:nvPr/>
        </p:nvPicPr>
        <p:blipFill>
          <a:blip r:embed="rId202" cstate="print"/>
          <a:stretch>
            <a:fillRect/>
          </a:stretch>
        </p:blipFill>
        <p:spPr>
          <a:xfrm>
            <a:off x="1029652" y="4754117"/>
            <a:ext cx="186023" cy="175545"/>
          </a:xfrm>
          <a:prstGeom prst="rect">
            <a:avLst/>
          </a:prstGeom>
        </p:spPr>
      </p:pic>
      <p:pic>
        <p:nvPicPr>
          <p:cNvPr id="324" name="object 324" descr=""/>
          <p:cNvPicPr/>
          <p:nvPr/>
        </p:nvPicPr>
        <p:blipFill>
          <a:blip r:embed="rId203" cstate="print"/>
          <a:stretch>
            <a:fillRect/>
          </a:stretch>
        </p:blipFill>
        <p:spPr>
          <a:xfrm>
            <a:off x="1421606" y="4742021"/>
            <a:ext cx="204406" cy="210502"/>
          </a:xfrm>
          <a:prstGeom prst="rect">
            <a:avLst/>
          </a:prstGeom>
        </p:spPr>
      </p:pic>
      <p:pic>
        <p:nvPicPr>
          <p:cNvPr id="325" name="object 325" descr=""/>
          <p:cNvPicPr/>
          <p:nvPr/>
        </p:nvPicPr>
        <p:blipFill>
          <a:blip r:embed="rId204" cstate="print"/>
          <a:stretch>
            <a:fillRect/>
          </a:stretch>
        </p:blipFill>
        <p:spPr>
          <a:xfrm>
            <a:off x="1680972" y="4815173"/>
            <a:ext cx="106775" cy="137350"/>
          </a:xfrm>
          <a:prstGeom prst="rect">
            <a:avLst/>
          </a:prstGeom>
        </p:spPr>
      </p:pic>
      <p:grpSp>
        <p:nvGrpSpPr>
          <p:cNvPr id="326" name="object 326" descr=""/>
          <p:cNvGrpSpPr/>
          <p:nvPr/>
        </p:nvGrpSpPr>
        <p:grpSpPr>
          <a:xfrm>
            <a:off x="1822799" y="4812220"/>
            <a:ext cx="648335" cy="143510"/>
            <a:chOff x="1822799" y="4812220"/>
            <a:chExt cx="648335" cy="143510"/>
          </a:xfrm>
        </p:grpSpPr>
        <p:pic>
          <p:nvPicPr>
            <p:cNvPr id="327" name="object 327" descr="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1972246" y="4815173"/>
              <a:ext cx="190690" cy="137350"/>
            </a:xfrm>
            <a:prstGeom prst="rect">
              <a:avLst/>
            </a:prstGeom>
          </p:spPr>
        </p:pic>
        <p:pic>
          <p:nvPicPr>
            <p:cNvPr id="328" name="object 328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1822799" y="4812220"/>
              <a:ext cx="115919" cy="143446"/>
            </a:xfrm>
            <a:prstGeom prst="rect">
              <a:avLst/>
            </a:prstGeom>
          </p:spPr>
        </p:pic>
        <p:pic>
          <p:nvPicPr>
            <p:cNvPr id="329" name="object 329" descr="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2196560" y="4812220"/>
              <a:ext cx="132683" cy="143446"/>
            </a:xfrm>
            <a:prstGeom prst="rect">
              <a:avLst/>
            </a:prstGeom>
          </p:spPr>
        </p:pic>
        <p:pic>
          <p:nvPicPr>
            <p:cNvPr id="330" name="object 330" descr="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2364295" y="4815173"/>
              <a:ext cx="106775" cy="137350"/>
            </a:xfrm>
            <a:prstGeom prst="rect">
              <a:avLst/>
            </a:prstGeom>
          </p:spPr>
        </p:pic>
      </p:grpSp>
      <p:grpSp>
        <p:nvGrpSpPr>
          <p:cNvPr id="331" name="object 331" descr=""/>
          <p:cNvGrpSpPr/>
          <p:nvPr/>
        </p:nvGrpSpPr>
        <p:grpSpPr>
          <a:xfrm>
            <a:off x="2518409" y="4754117"/>
            <a:ext cx="354330" cy="201930"/>
            <a:chOff x="2518409" y="4754117"/>
            <a:chExt cx="354330" cy="201930"/>
          </a:xfrm>
        </p:grpSpPr>
        <p:sp>
          <p:nvSpPr>
            <p:cNvPr id="332" name="object 332" descr=""/>
            <p:cNvSpPr/>
            <p:nvPr/>
          </p:nvSpPr>
          <p:spPr>
            <a:xfrm>
              <a:off x="2518397" y="4754130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3" name="object 333" descr="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2577845" y="4812220"/>
              <a:ext cx="233362" cy="143446"/>
            </a:xfrm>
            <a:prstGeom prst="rect">
              <a:avLst/>
            </a:prstGeom>
          </p:spPr>
        </p:pic>
        <p:sp>
          <p:nvSpPr>
            <p:cNvPr id="334" name="object 334" descr=""/>
            <p:cNvSpPr/>
            <p:nvPr/>
          </p:nvSpPr>
          <p:spPr>
            <a:xfrm>
              <a:off x="2846349" y="4818328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20">
                  <a:moveTo>
                    <a:pt x="25908" y="108292"/>
                  </a:moveTo>
                  <a:lnTo>
                    <a:pt x="0" y="108292"/>
                  </a:lnTo>
                  <a:lnTo>
                    <a:pt x="0" y="134200"/>
                  </a:lnTo>
                  <a:lnTo>
                    <a:pt x="25908" y="134200"/>
                  </a:lnTo>
                  <a:lnTo>
                    <a:pt x="25908" y="108292"/>
                  </a:lnTo>
                  <a:close/>
                </a:path>
                <a:path w="26035" h="134620">
                  <a:moveTo>
                    <a:pt x="25908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25908" y="24384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5" name="object 335" descr=""/>
          <p:cNvGrpSpPr/>
          <p:nvPr/>
        </p:nvGrpSpPr>
        <p:grpSpPr>
          <a:xfrm>
            <a:off x="3044570" y="4742021"/>
            <a:ext cx="366395" cy="213995"/>
            <a:chOff x="3044570" y="4742021"/>
            <a:chExt cx="366395" cy="213995"/>
          </a:xfrm>
        </p:grpSpPr>
        <p:pic>
          <p:nvPicPr>
            <p:cNvPr id="336" name="object 336" descr="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3044570" y="4742021"/>
              <a:ext cx="184594" cy="210502"/>
            </a:xfrm>
            <a:prstGeom prst="rect">
              <a:avLst/>
            </a:prstGeom>
          </p:spPr>
        </p:pic>
        <p:sp>
          <p:nvSpPr>
            <p:cNvPr id="337" name="object 337" descr=""/>
            <p:cNvSpPr/>
            <p:nvPr/>
          </p:nvSpPr>
          <p:spPr>
            <a:xfrm>
              <a:off x="3261359" y="4742688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8" name="object 338" descr="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3314604" y="4780121"/>
              <a:ext cx="96107" cy="175545"/>
            </a:xfrm>
            <a:prstGeom prst="rect">
              <a:avLst/>
            </a:prstGeom>
          </p:spPr>
        </p:pic>
      </p:grpSp>
      <p:sp>
        <p:nvSpPr>
          <p:cNvPr id="339" name="object 339" descr=""/>
          <p:cNvSpPr/>
          <p:nvPr/>
        </p:nvSpPr>
        <p:spPr>
          <a:xfrm>
            <a:off x="3435096" y="4775911"/>
            <a:ext cx="201930" cy="200660"/>
          </a:xfrm>
          <a:custGeom>
            <a:avLst/>
            <a:gdLst/>
            <a:ahLst/>
            <a:cxnLst/>
            <a:rect l="l" t="t" r="r" b="b"/>
            <a:pathLst>
              <a:path w="201929" h="200660">
                <a:moveTo>
                  <a:pt x="201345" y="93980"/>
                </a:moveTo>
                <a:lnTo>
                  <a:pt x="106768" y="93980"/>
                </a:lnTo>
                <a:lnTo>
                  <a:pt x="106768" y="0"/>
                </a:lnTo>
                <a:lnTo>
                  <a:pt x="94576" y="0"/>
                </a:lnTo>
                <a:lnTo>
                  <a:pt x="94576" y="93980"/>
                </a:lnTo>
                <a:lnTo>
                  <a:pt x="0" y="93980"/>
                </a:lnTo>
                <a:lnTo>
                  <a:pt x="0" y="100330"/>
                </a:lnTo>
                <a:lnTo>
                  <a:pt x="0" y="106680"/>
                </a:lnTo>
                <a:lnTo>
                  <a:pt x="94576" y="106680"/>
                </a:lnTo>
                <a:lnTo>
                  <a:pt x="94576" y="200660"/>
                </a:lnTo>
                <a:lnTo>
                  <a:pt x="106768" y="200660"/>
                </a:lnTo>
                <a:lnTo>
                  <a:pt x="106768" y="106680"/>
                </a:lnTo>
                <a:lnTo>
                  <a:pt x="201345" y="106680"/>
                </a:lnTo>
                <a:lnTo>
                  <a:pt x="201345" y="100330"/>
                </a:lnTo>
                <a:lnTo>
                  <a:pt x="201345" y="939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0" name="object 340" descr=""/>
          <p:cNvPicPr/>
          <p:nvPr/>
        </p:nvPicPr>
        <p:blipFill>
          <a:blip r:embed="rId212" cstate="print"/>
          <a:stretch>
            <a:fillRect/>
          </a:stretch>
        </p:blipFill>
        <p:spPr>
          <a:xfrm>
            <a:off x="3683698" y="4742021"/>
            <a:ext cx="155638" cy="210502"/>
          </a:xfrm>
          <a:prstGeom prst="rect">
            <a:avLst/>
          </a:prstGeom>
        </p:spPr>
      </p:pic>
      <p:sp>
        <p:nvSpPr>
          <p:cNvPr id="341" name="object 341" descr=""/>
          <p:cNvSpPr/>
          <p:nvPr/>
        </p:nvSpPr>
        <p:spPr>
          <a:xfrm>
            <a:off x="3993356" y="4725257"/>
            <a:ext cx="76835" cy="304165"/>
          </a:xfrm>
          <a:custGeom>
            <a:avLst/>
            <a:gdLst/>
            <a:ahLst/>
            <a:cxnLst/>
            <a:rect l="l" t="t" r="r" b="b"/>
            <a:pathLst>
              <a:path w="76835" h="304164">
                <a:moveTo>
                  <a:pt x="76295" y="303561"/>
                </a:moveTo>
                <a:lnTo>
                  <a:pt x="58007" y="303561"/>
                </a:lnTo>
                <a:lnTo>
                  <a:pt x="42514" y="287675"/>
                </a:lnTo>
                <a:lnTo>
                  <a:pt x="23288" y="258770"/>
                </a:lnTo>
                <a:lnTo>
                  <a:pt x="6920" y="214113"/>
                </a:lnTo>
                <a:lnTo>
                  <a:pt x="0" y="150971"/>
                </a:lnTo>
                <a:lnTo>
                  <a:pt x="428" y="133134"/>
                </a:lnTo>
                <a:lnTo>
                  <a:pt x="6429" y="89423"/>
                </a:lnTo>
                <a:lnTo>
                  <a:pt x="24962" y="40505"/>
                </a:lnTo>
                <a:lnTo>
                  <a:pt x="48528" y="8739"/>
                </a:lnTo>
                <a:lnTo>
                  <a:pt x="58007" y="0"/>
                </a:lnTo>
                <a:lnTo>
                  <a:pt x="76295" y="0"/>
                </a:lnTo>
                <a:lnTo>
                  <a:pt x="67317" y="9572"/>
                </a:lnTo>
                <a:lnTo>
                  <a:pt x="57054" y="22860"/>
                </a:lnTo>
                <a:lnTo>
                  <a:pt x="36671" y="64008"/>
                </a:lnTo>
                <a:lnTo>
                  <a:pt x="25241" y="114383"/>
                </a:lnTo>
                <a:lnTo>
                  <a:pt x="22955" y="150971"/>
                </a:lnTo>
                <a:lnTo>
                  <a:pt x="29146" y="213898"/>
                </a:lnTo>
                <a:lnTo>
                  <a:pt x="43910" y="258198"/>
                </a:lnTo>
                <a:lnTo>
                  <a:pt x="61531" y="287032"/>
                </a:lnTo>
                <a:lnTo>
                  <a:pt x="76295" y="303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2" name="object 342" descr=""/>
          <p:cNvGrpSpPr/>
          <p:nvPr/>
        </p:nvGrpSpPr>
        <p:grpSpPr>
          <a:xfrm>
            <a:off x="4115371" y="4725257"/>
            <a:ext cx="662305" cy="304165"/>
            <a:chOff x="4115371" y="4725257"/>
            <a:chExt cx="662305" cy="304165"/>
          </a:xfrm>
        </p:grpSpPr>
        <p:pic>
          <p:nvPicPr>
            <p:cNvPr id="343" name="object 343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4115371" y="4742021"/>
              <a:ext cx="155638" cy="210502"/>
            </a:xfrm>
            <a:prstGeom prst="rect">
              <a:avLst/>
            </a:prstGeom>
          </p:spPr>
        </p:pic>
        <p:pic>
          <p:nvPicPr>
            <p:cNvPr id="344" name="object 344" descr="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4310633" y="4780121"/>
              <a:ext cx="364616" cy="175545"/>
            </a:xfrm>
            <a:prstGeom prst="rect">
              <a:avLst/>
            </a:prstGeom>
          </p:spPr>
        </p:pic>
        <p:sp>
          <p:nvSpPr>
            <p:cNvPr id="345" name="object 345" descr=""/>
            <p:cNvSpPr/>
            <p:nvPr/>
          </p:nvSpPr>
          <p:spPr>
            <a:xfrm>
              <a:off x="4701158" y="4725257"/>
              <a:ext cx="76835" cy="304165"/>
            </a:xfrm>
            <a:custGeom>
              <a:avLst/>
              <a:gdLst/>
              <a:ahLst/>
              <a:cxnLst/>
              <a:rect l="l" t="t" r="r" b="b"/>
              <a:pathLst>
                <a:path w="76835" h="304164">
                  <a:moveTo>
                    <a:pt x="18287" y="303561"/>
                  </a:moveTo>
                  <a:lnTo>
                    <a:pt x="0" y="303561"/>
                  </a:lnTo>
                  <a:lnTo>
                    <a:pt x="8334" y="293989"/>
                  </a:lnTo>
                  <a:lnTo>
                    <a:pt x="18668" y="280701"/>
                  </a:lnTo>
                  <a:lnTo>
                    <a:pt x="39623" y="239553"/>
                  </a:lnTo>
                  <a:lnTo>
                    <a:pt x="51053" y="188404"/>
                  </a:lnTo>
                  <a:lnTo>
                    <a:pt x="53339" y="150971"/>
                  </a:lnTo>
                  <a:lnTo>
                    <a:pt x="46934" y="88336"/>
                  </a:lnTo>
                  <a:lnTo>
                    <a:pt x="31813" y="44588"/>
                  </a:lnTo>
                  <a:lnTo>
                    <a:pt x="14120" y="16289"/>
                  </a:lnTo>
                  <a:lnTo>
                    <a:pt x="0" y="0"/>
                  </a:lnTo>
                  <a:lnTo>
                    <a:pt x="18287" y="0"/>
                  </a:lnTo>
                  <a:lnTo>
                    <a:pt x="33781" y="15646"/>
                  </a:lnTo>
                  <a:lnTo>
                    <a:pt x="53006" y="44017"/>
                  </a:lnTo>
                  <a:lnTo>
                    <a:pt x="69374" y="88122"/>
                  </a:lnTo>
                  <a:lnTo>
                    <a:pt x="76295" y="150971"/>
                  </a:lnTo>
                  <a:lnTo>
                    <a:pt x="75866" y="169744"/>
                  </a:lnTo>
                  <a:lnTo>
                    <a:pt x="69865" y="214113"/>
                  </a:lnTo>
                  <a:lnTo>
                    <a:pt x="51117" y="262413"/>
                  </a:lnTo>
                  <a:lnTo>
                    <a:pt x="27123" y="294608"/>
                  </a:lnTo>
                  <a:lnTo>
                    <a:pt x="18287" y="303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6" name="object 346" descr=""/>
          <p:cNvSpPr/>
          <p:nvPr/>
        </p:nvSpPr>
        <p:spPr>
          <a:xfrm>
            <a:off x="4830794" y="4926615"/>
            <a:ext cx="24765" cy="64135"/>
          </a:xfrm>
          <a:custGeom>
            <a:avLst/>
            <a:gdLst/>
            <a:ahLst/>
            <a:cxnLst/>
            <a:rect l="l" t="t" r="r" b="b"/>
            <a:pathLst>
              <a:path w="24764" h="64135">
                <a:moveTo>
                  <a:pt x="12192" y="64103"/>
                </a:moveTo>
                <a:lnTo>
                  <a:pt x="0" y="64103"/>
                </a:lnTo>
                <a:lnTo>
                  <a:pt x="7620" y="25908"/>
                </a:lnTo>
                <a:lnTo>
                  <a:pt x="0" y="25908"/>
                </a:lnTo>
                <a:lnTo>
                  <a:pt x="0" y="0"/>
                </a:lnTo>
                <a:lnTo>
                  <a:pt x="24384" y="0"/>
                </a:lnTo>
                <a:lnTo>
                  <a:pt x="24384" y="25908"/>
                </a:lnTo>
                <a:lnTo>
                  <a:pt x="12192" y="64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7" name="object 347" descr=""/>
          <p:cNvGrpSpPr/>
          <p:nvPr/>
        </p:nvGrpSpPr>
        <p:grpSpPr>
          <a:xfrm>
            <a:off x="4995576" y="4742021"/>
            <a:ext cx="365125" cy="213995"/>
            <a:chOff x="4995576" y="4742021"/>
            <a:chExt cx="365125" cy="213995"/>
          </a:xfrm>
        </p:grpSpPr>
        <p:pic>
          <p:nvPicPr>
            <p:cNvPr id="348" name="object 348" descr="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4995576" y="4742021"/>
              <a:ext cx="184499" cy="210502"/>
            </a:xfrm>
            <a:prstGeom prst="rect">
              <a:avLst/>
            </a:prstGeom>
          </p:spPr>
        </p:pic>
        <p:sp>
          <p:nvSpPr>
            <p:cNvPr id="349" name="object 349" descr=""/>
            <p:cNvSpPr/>
            <p:nvPr/>
          </p:nvSpPr>
          <p:spPr>
            <a:xfrm>
              <a:off x="5212079" y="4742688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0" name="object 350" descr="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5265515" y="4780121"/>
              <a:ext cx="94583" cy="175545"/>
            </a:xfrm>
            <a:prstGeom prst="rect">
              <a:avLst/>
            </a:prstGeom>
          </p:spPr>
        </p:pic>
      </p:grpSp>
      <p:sp>
        <p:nvSpPr>
          <p:cNvPr id="351" name="object 351" descr=""/>
          <p:cNvSpPr/>
          <p:nvPr/>
        </p:nvSpPr>
        <p:spPr>
          <a:xfrm>
            <a:off x="5385994" y="4743043"/>
            <a:ext cx="413384" cy="233679"/>
          </a:xfrm>
          <a:custGeom>
            <a:avLst/>
            <a:gdLst/>
            <a:ahLst/>
            <a:cxnLst/>
            <a:rect l="l" t="t" r="r" b="b"/>
            <a:pathLst>
              <a:path w="413385" h="233679">
                <a:moveTo>
                  <a:pt x="201358" y="126847"/>
                </a:moveTo>
                <a:lnTo>
                  <a:pt x="106781" y="126847"/>
                </a:lnTo>
                <a:lnTo>
                  <a:pt x="106781" y="32867"/>
                </a:lnTo>
                <a:lnTo>
                  <a:pt x="94589" y="32867"/>
                </a:lnTo>
                <a:lnTo>
                  <a:pt x="94589" y="126847"/>
                </a:lnTo>
                <a:lnTo>
                  <a:pt x="0" y="126847"/>
                </a:lnTo>
                <a:lnTo>
                  <a:pt x="0" y="133197"/>
                </a:lnTo>
                <a:lnTo>
                  <a:pt x="0" y="139547"/>
                </a:lnTo>
                <a:lnTo>
                  <a:pt x="94589" y="139547"/>
                </a:lnTo>
                <a:lnTo>
                  <a:pt x="94589" y="233527"/>
                </a:lnTo>
                <a:lnTo>
                  <a:pt x="106781" y="233527"/>
                </a:lnTo>
                <a:lnTo>
                  <a:pt x="106781" y="139547"/>
                </a:lnTo>
                <a:lnTo>
                  <a:pt x="201358" y="139547"/>
                </a:lnTo>
                <a:lnTo>
                  <a:pt x="201358" y="133197"/>
                </a:lnTo>
                <a:lnTo>
                  <a:pt x="201358" y="126847"/>
                </a:lnTo>
                <a:close/>
              </a:path>
              <a:path w="413385" h="233679">
                <a:moveTo>
                  <a:pt x="413385" y="0"/>
                </a:moveTo>
                <a:lnTo>
                  <a:pt x="228790" y="0"/>
                </a:lnTo>
                <a:lnTo>
                  <a:pt x="228790" y="20320"/>
                </a:lnTo>
                <a:lnTo>
                  <a:pt x="308140" y="20320"/>
                </a:lnTo>
                <a:lnTo>
                  <a:pt x="308140" y="209550"/>
                </a:lnTo>
                <a:lnTo>
                  <a:pt x="335572" y="209550"/>
                </a:lnTo>
                <a:lnTo>
                  <a:pt x="335572" y="20320"/>
                </a:lnTo>
                <a:lnTo>
                  <a:pt x="413385" y="20320"/>
                </a:lnTo>
                <a:lnTo>
                  <a:pt x="413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2" name="object 352" descr=""/>
          <p:cNvGrpSpPr/>
          <p:nvPr/>
        </p:nvGrpSpPr>
        <p:grpSpPr>
          <a:xfrm>
            <a:off x="5935122" y="4725257"/>
            <a:ext cx="1083310" cy="304165"/>
            <a:chOff x="5935122" y="4725257"/>
            <a:chExt cx="1083310" cy="304165"/>
          </a:xfrm>
        </p:grpSpPr>
        <p:sp>
          <p:nvSpPr>
            <p:cNvPr id="353" name="object 353" descr=""/>
            <p:cNvSpPr/>
            <p:nvPr/>
          </p:nvSpPr>
          <p:spPr>
            <a:xfrm>
              <a:off x="5935122" y="4725257"/>
              <a:ext cx="76835" cy="304165"/>
            </a:xfrm>
            <a:custGeom>
              <a:avLst/>
              <a:gdLst/>
              <a:ahLst/>
              <a:cxnLst/>
              <a:rect l="l" t="t" r="r" b="b"/>
              <a:pathLst>
                <a:path w="76835" h="304164">
                  <a:moveTo>
                    <a:pt x="76295" y="303561"/>
                  </a:moveTo>
                  <a:lnTo>
                    <a:pt x="58007" y="303561"/>
                  </a:lnTo>
                  <a:lnTo>
                    <a:pt x="42514" y="287675"/>
                  </a:lnTo>
                  <a:lnTo>
                    <a:pt x="23288" y="258770"/>
                  </a:lnTo>
                  <a:lnTo>
                    <a:pt x="6920" y="214113"/>
                  </a:lnTo>
                  <a:lnTo>
                    <a:pt x="0" y="150971"/>
                  </a:lnTo>
                  <a:lnTo>
                    <a:pt x="430" y="133134"/>
                  </a:lnTo>
                  <a:lnTo>
                    <a:pt x="6469" y="89423"/>
                  </a:lnTo>
                  <a:lnTo>
                    <a:pt x="25217" y="40505"/>
                  </a:lnTo>
                  <a:lnTo>
                    <a:pt x="49172" y="8739"/>
                  </a:lnTo>
                  <a:lnTo>
                    <a:pt x="58007" y="0"/>
                  </a:lnTo>
                  <a:lnTo>
                    <a:pt x="76295" y="0"/>
                  </a:lnTo>
                  <a:lnTo>
                    <a:pt x="67960" y="9572"/>
                  </a:lnTo>
                  <a:lnTo>
                    <a:pt x="57626" y="22860"/>
                  </a:lnTo>
                  <a:lnTo>
                    <a:pt x="36671" y="64008"/>
                  </a:lnTo>
                  <a:lnTo>
                    <a:pt x="25241" y="114383"/>
                  </a:lnTo>
                  <a:lnTo>
                    <a:pt x="22955" y="150971"/>
                  </a:lnTo>
                  <a:lnTo>
                    <a:pt x="29360" y="213898"/>
                  </a:lnTo>
                  <a:lnTo>
                    <a:pt x="44481" y="258198"/>
                  </a:lnTo>
                  <a:lnTo>
                    <a:pt x="62174" y="287032"/>
                  </a:lnTo>
                  <a:lnTo>
                    <a:pt x="76295" y="303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4" name="object 354" descr="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6038849" y="4743037"/>
              <a:ext cx="270033" cy="209550"/>
            </a:xfrm>
            <a:prstGeom prst="rect">
              <a:avLst/>
            </a:prstGeom>
          </p:spPr>
        </p:pic>
        <p:sp>
          <p:nvSpPr>
            <p:cNvPr id="355" name="object 355" descr=""/>
            <p:cNvSpPr/>
            <p:nvPr/>
          </p:nvSpPr>
          <p:spPr>
            <a:xfrm>
              <a:off x="6334785" y="4754219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6" name="object 356" descr="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6392798" y="4812315"/>
              <a:ext cx="419481" cy="202787"/>
            </a:xfrm>
            <a:prstGeom prst="rect">
              <a:avLst/>
            </a:prstGeom>
          </p:spPr>
        </p:pic>
        <p:pic>
          <p:nvPicPr>
            <p:cNvPr id="357" name="object 357" descr="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6847331" y="4815268"/>
              <a:ext cx="73247" cy="137255"/>
            </a:xfrm>
            <a:prstGeom prst="rect">
              <a:avLst/>
            </a:prstGeom>
          </p:spPr>
        </p:pic>
        <p:sp>
          <p:nvSpPr>
            <p:cNvPr id="358" name="object 358" descr=""/>
            <p:cNvSpPr/>
            <p:nvPr/>
          </p:nvSpPr>
          <p:spPr>
            <a:xfrm>
              <a:off x="6941915" y="4725257"/>
              <a:ext cx="76835" cy="304165"/>
            </a:xfrm>
            <a:custGeom>
              <a:avLst/>
              <a:gdLst/>
              <a:ahLst/>
              <a:cxnLst/>
              <a:rect l="l" t="t" r="r" b="b"/>
              <a:pathLst>
                <a:path w="76834" h="304164">
                  <a:moveTo>
                    <a:pt x="18288" y="303561"/>
                  </a:moveTo>
                  <a:lnTo>
                    <a:pt x="0" y="303561"/>
                  </a:lnTo>
                  <a:lnTo>
                    <a:pt x="8977" y="293989"/>
                  </a:lnTo>
                  <a:lnTo>
                    <a:pt x="19240" y="280701"/>
                  </a:lnTo>
                  <a:lnTo>
                    <a:pt x="39624" y="239553"/>
                  </a:lnTo>
                  <a:lnTo>
                    <a:pt x="51054" y="188404"/>
                  </a:lnTo>
                  <a:lnTo>
                    <a:pt x="53340" y="150971"/>
                  </a:lnTo>
                  <a:lnTo>
                    <a:pt x="47148" y="88336"/>
                  </a:lnTo>
                  <a:lnTo>
                    <a:pt x="32385" y="44588"/>
                  </a:lnTo>
                  <a:lnTo>
                    <a:pt x="14763" y="16289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33781" y="15646"/>
                  </a:lnTo>
                  <a:lnTo>
                    <a:pt x="53006" y="44017"/>
                  </a:lnTo>
                  <a:lnTo>
                    <a:pt x="69374" y="88122"/>
                  </a:lnTo>
                  <a:lnTo>
                    <a:pt x="76295" y="150971"/>
                  </a:lnTo>
                  <a:lnTo>
                    <a:pt x="75865" y="169744"/>
                  </a:lnTo>
                  <a:lnTo>
                    <a:pt x="69825" y="214113"/>
                  </a:lnTo>
                  <a:lnTo>
                    <a:pt x="51292" y="262413"/>
                  </a:lnTo>
                  <a:lnTo>
                    <a:pt x="27765" y="294608"/>
                  </a:lnTo>
                  <a:lnTo>
                    <a:pt x="18288" y="303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9" name="object 359" descr=""/>
          <p:cNvGrpSpPr/>
          <p:nvPr/>
        </p:nvGrpSpPr>
        <p:grpSpPr>
          <a:xfrm>
            <a:off x="814577" y="5132641"/>
            <a:ext cx="655955" cy="213995"/>
            <a:chOff x="814577" y="5132641"/>
            <a:chExt cx="655955" cy="213995"/>
          </a:xfrm>
        </p:grpSpPr>
        <p:pic>
          <p:nvPicPr>
            <p:cNvPr id="360" name="object 360" descr="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999077" y="5199792"/>
              <a:ext cx="88487" cy="141827"/>
            </a:xfrm>
            <a:prstGeom prst="rect">
              <a:avLst/>
            </a:prstGeom>
          </p:spPr>
        </p:pic>
        <p:pic>
          <p:nvPicPr>
            <p:cNvPr id="361" name="object 361" descr="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814577" y="5132641"/>
              <a:ext cx="152495" cy="208978"/>
            </a:xfrm>
            <a:prstGeom prst="rect">
              <a:avLst/>
            </a:prstGeom>
          </p:spPr>
        </p:pic>
        <p:pic>
          <p:nvPicPr>
            <p:cNvPr id="362" name="object 362" descr="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1111948" y="5198268"/>
              <a:ext cx="250221" cy="148018"/>
            </a:xfrm>
            <a:prstGeom prst="rect">
              <a:avLst/>
            </a:prstGeom>
          </p:spPr>
        </p:pic>
        <p:pic>
          <p:nvPicPr>
            <p:cNvPr id="363" name="object 363" descr="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1381982" y="5199792"/>
              <a:ext cx="88487" cy="141827"/>
            </a:xfrm>
            <a:prstGeom prst="rect">
              <a:avLst/>
            </a:prstGeom>
          </p:spPr>
        </p:pic>
      </p:grpSp>
      <p:grpSp>
        <p:nvGrpSpPr>
          <p:cNvPr id="364" name="object 364" descr=""/>
          <p:cNvGrpSpPr/>
          <p:nvPr/>
        </p:nvGrpSpPr>
        <p:grpSpPr>
          <a:xfrm>
            <a:off x="1613820" y="5132641"/>
            <a:ext cx="1268095" cy="271780"/>
            <a:chOff x="1613820" y="5132641"/>
            <a:chExt cx="1268095" cy="271780"/>
          </a:xfrm>
        </p:grpSpPr>
        <p:pic>
          <p:nvPicPr>
            <p:cNvPr id="365" name="object 365" descr="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1613820" y="5132641"/>
              <a:ext cx="184594" cy="208978"/>
            </a:xfrm>
            <a:prstGeom prst="rect">
              <a:avLst/>
            </a:prstGeom>
          </p:spPr>
        </p:pic>
        <p:pic>
          <p:nvPicPr>
            <p:cNvPr id="366" name="object 366" descr="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1839563" y="5198268"/>
              <a:ext cx="131159" cy="148018"/>
            </a:xfrm>
            <a:prstGeom prst="rect">
              <a:avLst/>
            </a:prstGeom>
          </p:spPr>
        </p:pic>
        <p:pic>
          <p:nvPicPr>
            <p:cNvPr id="367" name="object 367" descr="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2004345" y="5199792"/>
              <a:ext cx="132683" cy="141827"/>
            </a:xfrm>
            <a:prstGeom prst="rect">
              <a:avLst/>
            </a:prstGeom>
          </p:spPr>
        </p:pic>
        <p:pic>
          <p:nvPicPr>
            <p:cNvPr id="368" name="object 368" descr="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2167509" y="5132641"/>
              <a:ext cx="138874" cy="213645"/>
            </a:xfrm>
            <a:prstGeom prst="rect">
              <a:avLst/>
            </a:prstGeom>
          </p:spPr>
        </p:pic>
        <p:sp>
          <p:nvSpPr>
            <p:cNvPr id="369" name="object 369" descr=""/>
            <p:cNvSpPr/>
            <p:nvPr/>
          </p:nvSpPr>
          <p:spPr>
            <a:xfrm>
              <a:off x="2344483" y="5132641"/>
              <a:ext cx="119380" cy="209550"/>
            </a:xfrm>
            <a:custGeom>
              <a:avLst/>
              <a:gdLst/>
              <a:ahLst/>
              <a:cxnLst/>
              <a:rect l="l" t="t" r="r" b="b"/>
              <a:pathLst>
                <a:path w="119380" h="209550">
                  <a:moveTo>
                    <a:pt x="39624" y="4572"/>
                  </a:moveTo>
                  <a:lnTo>
                    <a:pt x="3810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205930"/>
                  </a:lnTo>
                  <a:lnTo>
                    <a:pt x="3048" y="208978"/>
                  </a:lnTo>
                  <a:lnTo>
                    <a:pt x="36576" y="208978"/>
                  </a:lnTo>
                  <a:lnTo>
                    <a:pt x="39624" y="205930"/>
                  </a:lnTo>
                  <a:lnTo>
                    <a:pt x="39624" y="195262"/>
                  </a:lnTo>
                  <a:lnTo>
                    <a:pt x="39624" y="4572"/>
                  </a:lnTo>
                  <a:close/>
                </a:path>
                <a:path w="119380" h="209550">
                  <a:moveTo>
                    <a:pt x="117436" y="76301"/>
                  </a:moveTo>
                  <a:lnTo>
                    <a:pt x="114388" y="71729"/>
                  </a:lnTo>
                  <a:lnTo>
                    <a:pt x="80860" y="71729"/>
                  </a:lnTo>
                  <a:lnTo>
                    <a:pt x="76288" y="74777"/>
                  </a:lnTo>
                  <a:lnTo>
                    <a:pt x="76288" y="205930"/>
                  </a:lnTo>
                  <a:lnTo>
                    <a:pt x="79336" y="208978"/>
                  </a:lnTo>
                  <a:lnTo>
                    <a:pt x="114388" y="208978"/>
                  </a:lnTo>
                  <a:lnTo>
                    <a:pt x="117436" y="205930"/>
                  </a:lnTo>
                  <a:lnTo>
                    <a:pt x="117436" y="76301"/>
                  </a:lnTo>
                  <a:close/>
                </a:path>
                <a:path w="119380" h="209550">
                  <a:moveTo>
                    <a:pt x="118960" y="10668"/>
                  </a:moveTo>
                  <a:lnTo>
                    <a:pt x="117436" y="6096"/>
                  </a:lnTo>
                  <a:lnTo>
                    <a:pt x="77812" y="6096"/>
                  </a:lnTo>
                  <a:lnTo>
                    <a:pt x="74764" y="10668"/>
                  </a:lnTo>
                  <a:lnTo>
                    <a:pt x="74764" y="35052"/>
                  </a:lnTo>
                  <a:lnTo>
                    <a:pt x="76288" y="41148"/>
                  </a:lnTo>
                  <a:lnTo>
                    <a:pt x="117436" y="41148"/>
                  </a:lnTo>
                  <a:lnTo>
                    <a:pt x="118960" y="35052"/>
                  </a:lnTo>
                  <a:lnTo>
                    <a:pt x="118960" y="106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0" name="object 370" descr="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2498502" y="5199792"/>
              <a:ext cx="132778" cy="141827"/>
            </a:xfrm>
            <a:prstGeom prst="rect">
              <a:avLst/>
            </a:prstGeom>
          </p:spPr>
        </p:pic>
        <p:pic>
          <p:nvPicPr>
            <p:cNvPr id="371" name="object 371" descr="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2657189" y="5199792"/>
              <a:ext cx="154019" cy="204287"/>
            </a:xfrm>
            <a:prstGeom prst="rect">
              <a:avLst/>
            </a:prstGeom>
          </p:spPr>
        </p:pic>
        <p:sp>
          <p:nvSpPr>
            <p:cNvPr id="372" name="object 372" descr=""/>
            <p:cNvSpPr/>
            <p:nvPr/>
          </p:nvSpPr>
          <p:spPr>
            <a:xfrm>
              <a:off x="2841783" y="5204269"/>
              <a:ext cx="40005" cy="137795"/>
            </a:xfrm>
            <a:custGeom>
              <a:avLst/>
              <a:gdLst/>
              <a:ahLst/>
              <a:cxnLst/>
              <a:rect l="l" t="t" r="r" b="b"/>
              <a:pathLst>
                <a:path w="40005" h="137795">
                  <a:moveTo>
                    <a:pt x="39624" y="39719"/>
                  </a:moveTo>
                  <a:lnTo>
                    <a:pt x="1524" y="39719"/>
                  </a:lnTo>
                  <a:lnTo>
                    <a:pt x="0" y="38195"/>
                  </a:lnTo>
                  <a:lnTo>
                    <a:pt x="0" y="0"/>
                  </a:lnTo>
                  <a:lnTo>
                    <a:pt x="39624" y="0"/>
                  </a:lnTo>
                  <a:lnTo>
                    <a:pt x="39624" y="39719"/>
                  </a:lnTo>
                  <a:close/>
                </a:path>
                <a:path w="40005" h="137795">
                  <a:moveTo>
                    <a:pt x="39624" y="137350"/>
                  </a:moveTo>
                  <a:lnTo>
                    <a:pt x="0" y="137350"/>
                  </a:lnTo>
                  <a:lnTo>
                    <a:pt x="0" y="99250"/>
                  </a:lnTo>
                  <a:lnTo>
                    <a:pt x="1524" y="97726"/>
                  </a:lnTo>
                  <a:lnTo>
                    <a:pt x="39624" y="97726"/>
                  </a:lnTo>
                  <a:lnTo>
                    <a:pt x="39624" y="137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73" name="object 373" descr=""/>
          <p:cNvPicPr/>
          <p:nvPr/>
        </p:nvPicPr>
        <p:blipFill>
          <a:blip r:embed="rId230" cstate="print"/>
          <a:stretch>
            <a:fillRect/>
          </a:stretch>
        </p:blipFill>
        <p:spPr>
          <a:xfrm>
            <a:off x="1029652" y="5533929"/>
            <a:ext cx="186023" cy="175450"/>
          </a:xfrm>
          <a:prstGeom prst="rect">
            <a:avLst/>
          </a:prstGeom>
        </p:spPr>
      </p:pic>
      <p:grpSp>
        <p:nvGrpSpPr>
          <p:cNvPr id="374" name="object 374" descr=""/>
          <p:cNvGrpSpPr/>
          <p:nvPr/>
        </p:nvGrpSpPr>
        <p:grpSpPr>
          <a:xfrm>
            <a:off x="1421606" y="5521452"/>
            <a:ext cx="990600" cy="273685"/>
            <a:chOff x="1421606" y="5521452"/>
            <a:chExt cx="990600" cy="273685"/>
          </a:xfrm>
        </p:grpSpPr>
        <p:pic>
          <p:nvPicPr>
            <p:cNvPr id="375" name="object 375" descr="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1421606" y="5521737"/>
              <a:ext cx="170878" cy="210502"/>
            </a:xfrm>
            <a:prstGeom prst="rect">
              <a:avLst/>
            </a:prstGeom>
          </p:spPr>
        </p:pic>
        <p:sp>
          <p:nvSpPr>
            <p:cNvPr id="376" name="object 376" descr=""/>
            <p:cNvSpPr/>
            <p:nvPr/>
          </p:nvSpPr>
          <p:spPr>
            <a:xfrm>
              <a:off x="1633626" y="553383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7" name="object 377" descr="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1691639" y="5593461"/>
              <a:ext cx="99155" cy="141922"/>
            </a:xfrm>
            <a:prstGeom prst="rect">
              <a:avLst/>
            </a:prstGeom>
          </p:spPr>
        </p:pic>
        <p:pic>
          <p:nvPicPr>
            <p:cNvPr id="378" name="object 378" descr="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1822799" y="5594985"/>
              <a:ext cx="120491" cy="196786"/>
            </a:xfrm>
            <a:prstGeom prst="rect">
              <a:avLst/>
            </a:prstGeom>
          </p:spPr>
        </p:pic>
        <p:sp>
          <p:nvSpPr>
            <p:cNvPr id="379" name="object 379" descr=""/>
            <p:cNvSpPr/>
            <p:nvPr/>
          </p:nvSpPr>
          <p:spPr>
            <a:xfrm>
              <a:off x="1978151" y="552145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0" name="object 380" descr="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2042445" y="5593461"/>
              <a:ext cx="369188" cy="201358"/>
            </a:xfrm>
            <a:prstGeom prst="rect">
              <a:avLst/>
            </a:prstGeom>
          </p:spPr>
        </p:pic>
      </p:grpSp>
      <p:grpSp>
        <p:nvGrpSpPr>
          <p:cNvPr id="381" name="object 381" descr=""/>
          <p:cNvGrpSpPr/>
          <p:nvPr/>
        </p:nvGrpSpPr>
        <p:grpSpPr>
          <a:xfrm>
            <a:off x="2526029" y="5559837"/>
            <a:ext cx="453390" cy="175895"/>
            <a:chOff x="2526029" y="5559837"/>
            <a:chExt cx="453390" cy="175895"/>
          </a:xfrm>
        </p:grpSpPr>
        <p:pic>
          <p:nvPicPr>
            <p:cNvPr id="382" name="object 382" descr="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2526029" y="5559837"/>
              <a:ext cx="228790" cy="175545"/>
            </a:xfrm>
            <a:prstGeom prst="rect">
              <a:avLst/>
            </a:prstGeom>
          </p:spPr>
        </p:pic>
        <p:pic>
          <p:nvPicPr>
            <p:cNvPr id="383" name="object 383" descr="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2788348" y="5594889"/>
              <a:ext cx="190690" cy="137350"/>
            </a:xfrm>
            <a:prstGeom prst="rect">
              <a:avLst/>
            </a:prstGeom>
          </p:spPr>
        </p:pic>
      </p:grpSp>
      <p:grpSp>
        <p:nvGrpSpPr>
          <p:cNvPr id="384" name="object 384" descr=""/>
          <p:cNvGrpSpPr/>
          <p:nvPr/>
        </p:nvGrpSpPr>
        <p:grpSpPr>
          <a:xfrm>
            <a:off x="3027807" y="5593460"/>
            <a:ext cx="763270" cy="201930"/>
            <a:chOff x="3027807" y="5593460"/>
            <a:chExt cx="763270" cy="201930"/>
          </a:xfrm>
        </p:grpSpPr>
        <p:pic>
          <p:nvPicPr>
            <p:cNvPr id="385" name="object 385" descr="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3027807" y="5594985"/>
              <a:ext cx="120491" cy="196786"/>
            </a:xfrm>
            <a:prstGeom prst="rect">
              <a:avLst/>
            </a:prstGeom>
          </p:spPr>
        </p:pic>
        <p:pic>
          <p:nvPicPr>
            <p:cNvPr id="386" name="object 386" descr="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3177349" y="5593461"/>
              <a:ext cx="132683" cy="141922"/>
            </a:xfrm>
            <a:prstGeom prst="rect">
              <a:avLst/>
            </a:prstGeom>
          </p:spPr>
        </p:pic>
        <p:pic>
          <p:nvPicPr>
            <p:cNvPr id="387" name="object 387" descr="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3336035" y="5594889"/>
              <a:ext cx="74675" cy="137350"/>
            </a:xfrm>
            <a:prstGeom prst="rect">
              <a:avLst/>
            </a:prstGeom>
          </p:spPr>
        </p:pic>
        <p:pic>
          <p:nvPicPr>
            <p:cNvPr id="388" name="object 388" descr="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3430524" y="5593460"/>
              <a:ext cx="108299" cy="141922"/>
            </a:xfrm>
            <a:prstGeom prst="rect">
              <a:avLst/>
            </a:prstGeom>
          </p:spPr>
        </p:pic>
        <p:pic>
          <p:nvPicPr>
            <p:cNvPr id="389" name="object 389" descr="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3576923" y="5594889"/>
              <a:ext cx="213550" cy="199929"/>
            </a:xfrm>
            <a:prstGeom prst="rect">
              <a:avLst/>
            </a:prstGeom>
          </p:spPr>
        </p:pic>
      </p:grpSp>
      <p:pic>
        <p:nvPicPr>
          <p:cNvPr id="390" name="object 390" descr=""/>
          <p:cNvPicPr/>
          <p:nvPr/>
        </p:nvPicPr>
        <p:blipFill>
          <a:blip r:embed="rId241" cstate="print"/>
          <a:stretch>
            <a:fillRect/>
          </a:stretch>
        </p:blipFill>
        <p:spPr>
          <a:xfrm>
            <a:off x="3906488" y="5521737"/>
            <a:ext cx="120491" cy="213645"/>
          </a:xfrm>
          <a:prstGeom prst="rect">
            <a:avLst/>
          </a:prstGeom>
        </p:spPr>
      </p:pic>
      <p:grpSp>
        <p:nvGrpSpPr>
          <p:cNvPr id="391" name="object 391" descr=""/>
          <p:cNvGrpSpPr/>
          <p:nvPr/>
        </p:nvGrpSpPr>
        <p:grpSpPr>
          <a:xfrm>
            <a:off x="4074223" y="5533834"/>
            <a:ext cx="172720" cy="201930"/>
            <a:chOff x="4074223" y="5533834"/>
            <a:chExt cx="172720" cy="201930"/>
          </a:xfrm>
        </p:grpSpPr>
        <p:sp>
          <p:nvSpPr>
            <p:cNvPr id="392" name="object 392" descr=""/>
            <p:cNvSpPr/>
            <p:nvPr/>
          </p:nvSpPr>
          <p:spPr>
            <a:xfrm>
              <a:off x="4074211" y="553383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3" name="object 393" descr="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4139850" y="5593365"/>
              <a:ext cx="106775" cy="141922"/>
            </a:xfrm>
            <a:prstGeom prst="rect">
              <a:avLst/>
            </a:prstGeom>
          </p:spPr>
        </p:pic>
      </p:grpSp>
      <p:grpSp>
        <p:nvGrpSpPr>
          <p:cNvPr id="394" name="object 394" descr=""/>
          <p:cNvGrpSpPr/>
          <p:nvPr/>
        </p:nvGrpSpPr>
        <p:grpSpPr>
          <a:xfrm>
            <a:off x="4294632" y="5521452"/>
            <a:ext cx="458470" cy="273685"/>
            <a:chOff x="4294632" y="5521452"/>
            <a:chExt cx="458470" cy="273685"/>
          </a:xfrm>
        </p:grpSpPr>
        <p:sp>
          <p:nvSpPr>
            <p:cNvPr id="395" name="object 395" descr=""/>
            <p:cNvSpPr/>
            <p:nvPr/>
          </p:nvSpPr>
          <p:spPr>
            <a:xfrm>
              <a:off x="4294632" y="552145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6" name="object 396" descr="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4350353" y="5593461"/>
              <a:ext cx="402621" cy="201358"/>
            </a:xfrm>
            <a:prstGeom prst="rect">
              <a:avLst/>
            </a:prstGeom>
          </p:spPr>
        </p:pic>
      </p:grpSp>
      <p:grpSp>
        <p:nvGrpSpPr>
          <p:cNvPr id="397" name="object 397" descr=""/>
          <p:cNvGrpSpPr/>
          <p:nvPr/>
        </p:nvGrpSpPr>
        <p:grpSpPr>
          <a:xfrm>
            <a:off x="4868989" y="5518689"/>
            <a:ext cx="327025" cy="217170"/>
            <a:chOff x="4868989" y="5518689"/>
            <a:chExt cx="327025" cy="217170"/>
          </a:xfrm>
        </p:grpSpPr>
        <p:pic>
          <p:nvPicPr>
            <p:cNvPr id="398" name="object 398" descr="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4868989" y="5518689"/>
              <a:ext cx="225742" cy="216693"/>
            </a:xfrm>
            <a:prstGeom prst="rect">
              <a:avLst/>
            </a:prstGeom>
          </p:spPr>
        </p:pic>
        <p:pic>
          <p:nvPicPr>
            <p:cNvPr id="399" name="object 399" descr="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5120735" y="5594889"/>
              <a:ext cx="74675" cy="137350"/>
            </a:xfrm>
            <a:prstGeom prst="rect">
              <a:avLst/>
            </a:prstGeom>
          </p:spPr>
        </p:pic>
      </p:grpSp>
      <p:sp>
        <p:nvSpPr>
          <p:cNvPr id="400" name="object 400" descr=""/>
          <p:cNvSpPr/>
          <p:nvPr/>
        </p:nvSpPr>
        <p:spPr>
          <a:xfrm>
            <a:off x="5321986" y="5533834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7939" h="198754">
                <a:moveTo>
                  <a:pt x="27432" y="0"/>
                </a:moveTo>
                <a:lnTo>
                  <a:pt x="0" y="0"/>
                </a:lnTo>
                <a:lnTo>
                  <a:pt x="0" y="27533"/>
                </a:lnTo>
                <a:lnTo>
                  <a:pt x="27432" y="27533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1" name="object 401" descr=""/>
          <p:cNvGrpSpPr/>
          <p:nvPr/>
        </p:nvGrpSpPr>
        <p:grpSpPr>
          <a:xfrm>
            <a:off x="5395150" y="5593460"/>
            <a:ext cx="395605" cy="142240"/>
            <a:chOff x="5395150" y="5593460"/>
            <a:chExt cx="395605" cy="142240"/>
          </a:xfrm>
        </p:grpSpPr>
        <p:pic>
          <p:nvPicPr>
            <p:cNvPr id="402" name="object 402" descr="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5395150" y="5594984"/>
              <a:ext cx="108299" cy="137255"/>
            </a:xfrm>
            <a:prstGeom prst="rect">
              <a:avLst/>
            </a:prstGeom>
          </p:spPr>
        </p:pic>
        <p:pic>
          <p:nvPicPr>
            <p:cNvPr id="403" name="object 403" descr="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5532500" y="5598032"/>
              <a:ext cx="129635" cy="134207"/>
            </a:xfrm>
            <a:prstGeom prst="rect">
              <a:avLst/>
            </a:prstGeom>
          </p:spPr>
        </p:pic>
        <p:pic>
          <p:nvPicPr>
            <p:cNvPr id="404" name="object 404" descr="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5683472" y="5593460"/>
              <a:ext cx="106775" cy="141922"/>
            </a:xfrm>
            <a:prstGeom prst="rect">
              <a:avLst/>
            </a:prstGeom>
          </p:spPr>
        </p:pic>
      </p:grpSp>
      <p:sp>
        <p:nvSpPr>
          <p:cNvPr id="405" name="object 405" descr=""/>
          <p:cNvSpPr/>
          <p:nvPr/>
        </p:nvSpPr>
        <p:spPr>
          <a:xfrm>
            <a:off x="5836920" y="5521452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60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60" y="0"/>
                </a:lnTo>
                <a:lnTo>
                  <a:pt x="22860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6" name="object 406" descr=""/>
          <p:cNvGrpSpPr/>
          <p:nvPr/>
        </p:nvGrpSpPr>
        <p:grpSpPr>
          <a:xfrm>
            <a:off x="5907690" y="5521737"/>
            <a:ext cx="180340" cy="213995"/>
            <a:chOff x="5907690" y="5521737"/>
            <a:chExt cx="180340" cy="213995"/>
          </a:xfrm>
        </p:grpSpPr>
        <p:sp>
          <p:nvSpPr>
            <p:cNvPr id="407" name="object 407" descr=""/>
            <p:cNvSpPr/>
            <p:nvPr/>
          </p:nvSpPr>
          <p:spPr>
            <a:xfrm>
              <a:off x="5907684" y="5533834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8" name="object 408" descr="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5967222" y="5521737"/>
              <a:ext cx="120491" cy="213645"/>
            </a:xfrm>
            <a:prstGeom prst="rect">
              <a:avLst/>
            </a:prstGeom>
          </p:spPr>
        </p:pic>
      </p:grpSp>
      <p:sp>
        <p:nvSpPr>
          <p:cNvPr id="409" name="object 409" descr=""/>
          <p:cNvSpPr/>
          <p:nvPr/>
        </p:nvSpPr>
        <p:spPr>
          <a:xfrm>
            <a:off x="6237249" y="5533834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5" h="198754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6035" h="198754">
                <a:moveTo>
                  <a:pt x="25908" y="0"/>
                </a:moveTo>
                <a:lnTo>
                  <a:pt x="0" y="0"/>
                </a:lnTo>
                <a:lnTo>
                  <a:pt x="0" y="27533"/>
                </a:lnTo>
                <a:lnTo>
                  <a:pt x="25908" y="27533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0" name="object 410" descr=""/>
          <p:cNvPicPr/>
          <p:nvPr/>
        </p:nvPicPr>
        <p:blipFill>
          <a:blip r:embed="rId249" cstate="print"/>
          <a:stretch>
            <a:fillRect/>
          </a:stretch>
        </p:blipFill>
        <p:spPr>
          <a:xfrm>
            <a:off x="6467474" y="5594985"/>
            <a:ext cx="120586" cy="196786"/>
          </a:xfrm>
          <a:prstGeom prst="rect">
            <a:avLst/>
          </a:prstGeom>
        </p:spPr>
      </p:pic>
      <p:pic>
        <p:nvPicPr>
          <p:cNvPr id="411" name="object 411" descr=""/>
          <p:cNvPicPr/>
          <p:nvPr/>
        </p:nvPicPr>
        <p:blipFill>
          <a:blip r:embed="rId250" cstate="print"/>
          <a:stretch>
            <a:fillRect/>
          </a:stretch>
        </p:blipFill>
        <p:spPr>
          <a:xfrm>
            <a:off x="6310407" y="5594984"/>
            <a:ext cx="106775" cy="137255"/>
          </a:xfrm>
          <a:prstGeom prst="rect">
            <a:avLst/>
          </a:prstGeom>
        </p:spPr>
      </p:pic>
      <p:grpSp>
        <p:nvGrpSpPr>
          <p:cNvPr id="412" name="object 412" descr=""/>
          <p:cNvGrpSpPr/>
          <p:nvPr/>
        </p:nvGrpSpPr>
        <p:grpSpPr>
          <a:xfrm>
            <a:off x="6623113" y="5559837"/>
            <a:ext cx="349885" cy="175895"/>
            <a:chOff x="6623113" y="5559837"/>
            <a:chExt cx="349885" cy="175895"/>
          </a:xfrm>
        </p:grpSpPr>
        <p:pic>
          <p:nvPicPr>
            <p:cNvPr id="413" name="object 413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623113" y="5597937"/>
              <a:ext cx="106775" cy="137350"/>
            </a:xfrm>
            <a:prstGeom prst="rect">
              <a:avLst/>
            </a:prstGeom>
          </p:spPr>
        </p:pic>
        <p:pic>
          <p:nvPicPr>
            <p:cNvPr id="414" name="object 414" descr="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6760368" y="5559837"/>
              <a:ext cx="212026" cy="175545"/>
            </a:xfrm>
            <a:prstGeom prst="rect">
              <a:avLst/>
            </a:prstGeom>
          </p:spPr>
        </p:pic>
      </p:grpSp>
      <p:pic>
        <p:nvPicPr>
          <p:cNvPr id="415" name="object 41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9652" y="5910833"/>
            <a:ext cx="186023" cy="175450"/>
          </a:xfrm>
          <a:prstGeom prst="rect">
            <a:avLst/>
          </a:prstGeom>
        </p:spPr>
      </p:pic>
      <p:grpSp>
        <p:nvGrpSpPr>
          <p:cNvPr id="416" name="object 416" descr=""/>
          <p:cNvGrpSpPr/>
          <p:nvPr/>
        </p:nvGrpSpPr>
        <p:grpSpPr>
          <a:xfrm>
            <a:off x="1421606" y="5898546"/>
            <a:ext cx="1029969" cy="213995"/>
            <a:chOff x="1421606" y="5898546"/>
            <a:chExt cx="1029969" cy="213995"/>
          </a:xfrm>
        </p:grpSpPr>
        <p:pic>
          <p:nvPicPr>
            <p:cNvPr id="417" name="object 417" descr="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1421606" y="5898546"/>
              <a:ext cx="146494" cy="209073"/>
            </a:xfrm>
            <a:prstGeom prst="rect">
              <a:avLst/>
            </a:prstGeom>
          </p:spPr>
        </p:pic>
        <p:pic>
          <p:nvPicPr>
            <p:cNvPr id="418" name="object 418" descr="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1609248" y="5968746"/>
              <a:ext cx="366045" cy="143351"/>
            </a:xfrm>
            <a:prstGeom prst="rect">
              <a:avLst/>
            </a:prstGeom>
          </p:spPr>
        </p:pic>
        <p:sp>
          <p:nvSpPr>
            <p:cNvPr id="419" name="object 419" descr=""/>
            <p:cNvSpPr/>
            <p:nvPr/>
          </p:nvSpPr>
          <p:spPr>
            <a:xfrm>
              <a:off x="2001291" y="5909220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0" name="object 420" descr="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2062257" y="5898641"/>
              <a:ext cx="120491" cy="213550"/>
            </a:xfrm>
            <a:prstGeom prst="rect">
              <a:avLst/>
            </a:prstGeom>
          </p:spPr>
        </p:pic>
        <p:pic>
          <p:nvPicPr>
            <p:cNvPr id="421" name="object 421" descr="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2217800" y="5968745"/>
              <a:ext cx="233457" cy="143446"/>
            </a:xfrm>
            <a:prstGeom prst="rect">
              <a:avLst/>
            </a:prstGeom>
          </p:spPr>
        </p:pic>
      </p:grpSp>
      <p:grpSp>
        <p:nvGrpSpPr>
          <p:cNvPr id="422" name="object 422" descr=""/>
          <p:cNvGrpSpPr/>
          <p:nvPr/>
        </p:nvGrpSpPr>
        <p:grpSpPr>
          <a:xfrm>
            <a:off x="2568701" y="5898546"/>
            <a:ext cx="514350" cy="213995"/>
            <a:chOff x="2568701" y="5898546"/>
            <a:chExt cx="514350" cy="213995"/>
          </a:xfrm>
        </p:grpSpPr>
        <p:pic>
          <p:nvPicPr>
            <p:cNvPr id="423" name="object 423" descr="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2568701" y="5898546"/>
              <a:ext cx="120491" cy="213645"/>
            </a:xfrm>
            <a:prstGeom prst="rect">
              <a:avLst/>
            </a:prstGeom>
          </p:spPr>
        </p:pic>
        <p:pic>
          <p:nvPicPr>
            <p:cNvPr id="424" name="object 424" descr="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2725864" y="5935217"/>
              <a:ext cx="224218" cy="176974"/>
            </a:xfrm>
            <a:prstGeom prst="rect">
              <a:avLst/>
            </a:prstGeom>
          </p:spPr>
        </p:pic>
        <p:pic>
          <p:nvPicPr>
            <p:cNvPr id="425" name="object 425" descr="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2974466" y="5968745"/>
              <a:ext cx="108299" cy="143446"/>
            </a:xfrm>
            <a:prstGeom prst="rect">
              <a:avLst/>
            </a:prstGeom>
          </p:spPr>
        </p:pic>
      </p:grpSp>
      <p:sp>
        <p:nvSpPr>
          <p:cNvPr id="426" name="object 426" descr=""/>
          <p:cNvSpPr/>
          <p:nvPr/>
        </p:nvSpPr>
        <p:spPr>
          <a:xfrm>
            <a:off x="3126956" y="5909221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5" h="198754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6035" h="198754">
                <a:moveTo>
                  <a:pt x="25908" y="0"/>
                </a:moveTo>
                <a:lnTo>
                  <a:pt x="0" y="0"/>
                </a:lnTo>
                <a:lnTo>
                  <a:pt x="0" y="27520"/>
                </a:lnTo>
                <a:lnTo>
                  <a:pt x="25908" y="27520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7" name="object 427" descr=""/>
          <p:cNvGrpSpPr/>
          <p:nvPr/>
        </p:nvGrpSpPr>
        <p:grpSpPr>
          <a:xfrm>
            <a:off x="3200400" y="5898641"/>
            <a:ext cx="313055" cy="213995"/>
            <a:chOff x="3200400" y="5898641"/>
            <a:chExt cx="313055" cy="213995"/>
          </a:xfrm>
        </p:grpSpPr>
        <p:sp>
          <p:nvSpPr>
            <p:cNvPr id="428" name="object 428" descr=""/>
            <p:cNvSpPr/>
            <p:nvPr/>
          </p:nvSpPr>
          <p:spPr>
            <a:xfrm>
              <a:off x="3200400" y="5899404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9" name="object 429" descr="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3258121" y="5968746"/>
              <a:ext cx="114490" cy="143446"/>
            </a:xfrm>
            <a:prstGeom prst="rect">
              <a:avLst/>
            </a:prstGeom>
          </p:spPr>
        </p:pic>
        <p:pic>
          <p:nvPicPr>
            <p:cNvPr id="430" name="object 430" descr="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3392423" y="5898641"/>
              <a:ext cx="120491" cy="213550"/>
            </a:xfrm>
            <a:prstGeom prst="rect">
              <a:avLst/>
            </a:prstGeom>
          </p:spPr>
        </p:pic>
      </p:grpSp>
      <p:grpSp>
        <p:nvGrpSpPr>
          <p:cNvPr id="431" name="object 431" descr=""/>
          <p:cNvGrpSpPr/>
          <p:nvPr/>
        </p:nvGrpSpPr>
        <p:grpSpPr>
          <a:xfrm>
            <a:off x="3642550" y="5968745"/>
            <a:ext cx="259715" cy="143510"/>
            <a:chOff x="3642550" y="5968745"/>
            <a:chExt cx="259715" cy="143510"/>
          </a:xfrm>
        </p:grpSpPr>
        <p:pic>
          <p:nvPicPr>
            <p:cNvPr id="432" name="object 432" descr="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3642550" y="5973413"/>
              <a:ext cx="131159" cy="134207"/>
            </a:xfrm>
            <a:prstGeom prst="rect">
              <a:avLst/>
            </a:prstGeom>
          </p:spPr>
        </p:pic>
        <p:pic>
          <p:nvPicPr>
            <p:cNvPr id="433" name="object 433" descr="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3795045" y="5968745"/>
              <a:ext cx="106775" cy="143446"/>
            </a:xfrm>
            <a:prstGeom prst="rect">
              <a:avLst/>
            </a:prstGeom>
          </p:spPr>
        </p:pic>
      </p:grpSp>
      <p:sp>
        <p:nvSpPr>
          <p:cNvPr id="434" name="object 434" descr=""/>
          <p:cNvSpPr/>
          <p:nvPr/>
        </p:nvSpPr>
        <p:spPr>
          <a:xfrm>
            <a:off x="3947159" y="5899403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59" y="0"/>
                </a:lnTo>
                <a:lnTo>
                  <a:pt x="22859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5" name="object 435" descr=""/>
          <p:cNvSpPr/>
          <p:nvPr/>
        </p:nvSpPr>
        <p:spPr>
          <a:xfrm>
            <a:off x="4019359" y="5909221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5" h="198754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6035" h="198754">
                <a:moveTo>
                  <a:pt x="25908" y="0"/>
                </a:moveTo>
                <a:lnTo>
                  <a:pt x="0" y="0"/>
                </a:lnTo>
                <a:lnTo>
                  <a:pt x="0" y="27520"/>
                </a:lnTo>
                <a:lnTo>
                  <a:pt x="25908" y="27520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6" name="object 436" descr=""/>
          <p:cNvGrpSpPr/>
          <p:nvPr/>
        </p:nvGrpSpPr>
        <p:grpSpPr>
          <a:xfrm>
            <a:off x="4078795" y="5898641"/>
            <a:ext cx="755650" cy="213995"/>
            <a:chOff x="4078795" y="5898641"/>
            <a:chExt cx="755650" cy="213995"/>
          </a:xfrm>
        </p:grpSpPr>
        <p:pic>
          <p:nvPicPr>
            <p:cNvPr id="437" name="object 437" descr="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4240530" y="5968745"/>
              <a:ext cx="106775" cy="143446"/>
            </a:xfrm>
            <a:prstGeom prst="rect">
              <a:avLst/>
            </a:prstGeom>
          </p:spPr>
        </p:pic>
        <p:pic>
          <p:nvPicPr>
            <p:cNvPr id="438" name="object 438" descr="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4078795" y="5898641"/>
              <a:ext cx="120491" cy="213550"/>
            </a:xfrm>
            <a:prstGeom prst="rect">
              <a:avLst/>
            </a:prstGeom>
          </p:spPr>
        </p:pic>
        <p:pic>
          <p:nvPicPr>
            <p:cNvPr id="439" name="object 439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4374737" y="5935218"/>
              <a:ext cx="94583" cy="176974"/>
            </a:xfrm>
            <a:prstGeom prst="rect">
              <a:avLst/>
            </a:prstGeom>
          </p:spPr>
        </p:pic>
        <p:sp>
          <p:nvSpPr>
            <p:cNvPr id="440" name="object 440" descr=""/>
            <p:cNvSpPr/>
            <p:nvPr/>
          </p:nvSpPr>
          <p:spPr>
            <a:xfrm>
              <a:off x="4501324" y="590922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1" name="object 441" descr="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4559332" y="5968746"/>
              <a:ext cx="134207" cy="143446"/>
            </a:xfrm>
            <a:prstGeom prst="rect">
              <a:avLst/>
            </a:prstGeom>
          </p:spPr>
        </p:pic>
        <p:pic>
          <p:nvPicPr>
            <p:cNvPr id="442" name="object 442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727067" y="5970269"/>
              <a:ext cx="106775" cy="137350"/>
            </a:xfrm>
            <a:prstGeom prst="rect">
              <a:avLst/>
            </a:prstGeom>
          </p:spPr>
        </p:pic>
      </p:grpSp>
      <p:grpSp>
        <p:nvGrpSpPr>
          <p:cNvPr id="443" name="object 443" descr=""/>
          <p:cNvGrpSpPr/>
          <p:nvPr/>
        </p:nvGrpSpPr>
        <p:grpSpPr>
          <a:xfrm>
            <a:off x="4969573" y="5968746"/>
            <a:ext cx="687070" cy="143510"/>
            <a:chOff x="4969573" y="5968746"/>
            <a:chExt cx="687070" cy="143510"/>
          </a:xfrm>
        </p:grpSpPr>
        <p:pic>
          <p:nvPicPr>
            <p:cNvPr id="444" name="object 444" descr="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4969573" y="5968746"/>
              <a:ext cx="114490" cy="143446"/>
            </a:xfrm>
            <a:prstGeom prst="rect">
              <a:avLst/>
            </a:prstGeom>
          </p:spPr>
        </p:pic>
        <p:pic>
          <p:nvPicPr>
            <p:cNvPr id="445" name="object 445" descr="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5117687" y="5970365"/>
              <a:ext cx="74675" cy="137350"/>
            </a:xfrm>
            <a:prstGeom prst="rect">
              <a:avLst/>
            </a:prstGeom>
          </p:spPr>
        </p:pic>
        <p:pic>
          <p:nvPicPr>
            <p:cNvPr id="446" name="object 446" descr="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5221319" y="5968746"/>
              <a:ext cx="221170" cy="143351"/>
            </a:xfrm>
            <a:prstGeom prst="rect">
              <a:avLst/>
            </a:prstGeom>
          </p:spPr>
        </p:pic>
        <p:pic>
          <p:nvPicPr>
            <p:cNvPr id="447" name="object 447" descr="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5468397" y="5968840"/>
              <a:ext cx="187642" cy="143351"/>
            </a:xfrm>
            <a:prstGeom prst="rect">
              <a:avLst/>
            </a:prstGeom>
          </p:spPr>
        </p:pic>
      </p:grpSp>
      <p:grpSp>
        <p:nvGrpSpPr>
          <p:cNvPr id="448" name="object 448" descr=""/>
          <p:cNvGrpSpPr/>
          <p:nvPr/>
        </p:nvGrpSpPr>
        <p:grpSpPr>
          <a:xfrm>
            <a:off x="5767387" y="5909214"/>
            <a:ext cx="331470" cy="203200"/>
            <a:chOff x="5767387" y="5909214"/>
            <a:chExt cx="331470" cy="203200"/>
          </a:xfrm>
        </p:grpSpPr>
        <p:pic>
          <p:nvPicPr>
            <p:cNvPr id="449" name="object 449" descr="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5767387" y="5973413"/>
              <a:ext cx="131159" cy="134207"/>
            </a:xfrm>
            <a:prstGeom prst="rect">
              <a:avLst/>
            </a:prstGeom>
          </p:spPr>
        </p:pic>
        <p:sp>
          <p:nvSpPr>
            <p:cNvPr id="450" name="object 450" descr=""/>
            <p:cNvSpPr/>
            <p:nvPr/>
          </p:nvSpPr>
          <p:spPr>
            <a:xfrm>
              <a:off x="5926061" y="590922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1" name="object 451" descr="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5991605" y="5968745"/>
              <a:ext cx="106775" cy="143446"/>
            </a:xfrm>
            <a:prstGeom prst="rect">
              <a:avLst/>
            </a:prstGeom>
          </p:spPr>
        </p:pic>
      </p:grpSp>
      <p:grpSp>
        <p:nvGrpSpPr>
          <p:cNvPr id="452" name="object 452" descr=""/>
          <p:cNvGrpSpPr/>
          <p:nvPr/>
        </p:nvGrpSpPr>
        <p:grpSpPr>
          <a:xfrm>
            <a:off x="6234112" y="5891022"/>
            <a:ext cx="973455" cy="276225"/>
            <a:chOff x="6234112" y="5891022"/>
            <a:chExt cx="973455" cy="276225"/>
          </a:xfrm>
        </p:grpSpPr>
        <p:pic>
          <p:nvPicPr>
            <p:cNvPr id="453" name="object 453" descr=""/>
            <p:cNvPicPr/>
            <p:nvPr/>
          </p:nvPicPr>
          <p:blipFill>
            <a:blip r:embed="rId272" cstate="print"/>
            <a:stretch>
              <a:fillRect/>
            </a:stretch>
          </p:blipFill>
          <p:spPr>
            <a:xfrm>
              <a:off x="6234112" y="5898642"/>
              <a:ext cx="103727" cy="216598"/>
            </a:xfrm>
            <a:prstGeom prst="rect">
              <a:avLst/>
            </a:prstGeom>
          </p:spPr>
        </p:pic>
        <p:pic>
          <p:nvPicPr>
            <p:cNvPr id="454" name="object 454" descr="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6380606" y="5891022"/>
              <a:ext cx="189071" cy="224218"/>
            </a:xfrm>
            <a:prstGeom prst="rect">
              <a:avLst/>
            </a:prstGeom>
          </p:spPr>
        </p:pic>
        <p:pic>
          <p:nvPicPr>
            <p:cNvPr id="455" name="object 455" descr="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6610921" y="5935217"/>
              <a:ext cx="231838" cy="231933"/>
            </a:xfrm>
            <a:prstGeom prst="rect">
              <a:avLst/>
            </a:prstGeom>
          </p:spPr>
        </p:pic>
        <p:sp>
          <p:nvSpPr>
            <p:cNvPr id="456" name="object 456" descr=""/>
            <p:cNvSpPr/>
            <p:nvPr/>
          </p:nvSpPr>
          <p:spPr>
            <a:xfrm>
              <a:off x="6874764" y="590922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7" name="object 457" descr="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6932771" y="5968746"/>
              <a:ext cx="132683" cy="143446"/>
            </a:xfrm>
            <a:prstGeom prst="rect">
              <a:avLst/>
            </a:prstGeom>
          </p:spPr>
        </p:pic>
        <p:pic>
          <p:nvPicPr>
            <p:cNvPr id="458" name="object 458" descr="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7100506" y="5970269"/>
              <a:ext cx="106775" cy="137350"/>
            </a:xfrm>
            <a:prstGeom prst="rect">
              <a:avLst/>
            </a:prstGeom>
          </p:spPr>
        </p:pic>
      </p:grpSp>
      <p:grpSp>
        <p:nvGrpSpPr>
          <p:cNvPr id="459" name="object 459" descr=""/>
          <p:cNvGrpSpPr/>
          <p:nvPr/>
        </p:nvGrpSpPr>
        <p:grpSpPr>
          <a:xfrm>
            <a:off x="7260717" y="5898641"/>
            <a:ext cx="279400" cy="213995"/>
            <a:chOff x="7260717" y="5898641"/>
            <a:chExt cx="279400" cy="213995"/>
          </a:xfrm>
        </p:grpSpPr>
        <p:pic>
          <p:nvPicPr>
            <p:cNvPr id="460" name="object 460" descr=""/>
            <p:cNvPicPr/>
            <p:nvPr/>
          </p:nvPicPr>
          <p:blipFill>
            <a:blip r:embed="rId277" cstate="print"/>
            <a:stretch>
              <a:fillRect/>
            </a:stretch>
          </p:blipFill>
          <p:spPr>
            <a:xfrm>
              <a:off x="7260717" y="5898641"/>
              <a:ext cx="146399" cy="208978"/>
            </a:xfrm>
            <a:prstGeom prst="rect">
              <a:avLst/>
            </a:prstGeom>
          </p:spPr>
        </p:pic>
        <p:pic>
          <p:nvPicPr>
            <p:cNvPr id="461" name="object 461" descr="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7433024" y="5968745"/>
              <a:ext cx="106775" cy="143446"/>
            </a:xfrm>
            <a:prstGeom prst="rect">
              <a:avLst/>
            </a:prstGeom>
          </p:spPr>
        </p:pic>
      </p:grpSp>
      <p:grpSp>
        <p:nvGrpSpPr>
          <p:cNvPr id="462" name="object 462" descr=""/>
          <p:cNvGrpSpPr/>
          <p:nvPr/>
        </p:nvGrpSpPr>
        <p:grpSpPr>
          <a:xfrm>
            <a:off x="7587139" y="5968746"/>
            <a:ext cx="256540" cy="143510"/>
            <a:chOff x="7587139" y="5968746"/>
            <a:chExt cx="256540" cy="143510"/>
          </a:xfrm>
        </p:grpSpPr>
        <p:pic>
          <p:nvPicPr>
            <p:cNvPr id="463" name="object 463" descr="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7587139" y="5970269"/>
              <a:ext cx="106775" cy="137350"/>
            </a:xfrm>
            <a:prstGeom prst="rect">
              <a:avLst/>
            </a:prstGeom>
          </p:spPr>
        </p:pic>
        <p:pic>
          <p:nvPicPr>
            <p:cNvPr id="464" name="object 464" descr="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7728966" y="5968746"/>
              <a:ext cx="114395" cy="143446"/>
            </a:xfrm>
            <a:prstGeom prst="rect">
              <a:avLst/>
            </a:prstGeom>
          </p:spPr>
        </p:pic>
      </p:grpSp>
      <p:grpSp>
        <p:nvGrpSpPr>
          <p:cNvPr id="465" name="object 465" descr=""/>
          <p:cNvGrpSpPr/>
          <p:nvPr/>
        </p:nvGrpSpPr>
        <p:grpSpPr>
          <a:xfrm>
            <a:off x="800766" y="6281642"/>
            <a:ext cx="718820" cy="222885"/>
            <a:chOff x="800766" y="6281642"/>
            <a:chExt cx="718820" cy="222885"/>
          </a:xfrm>
        </p:grpSpPr>
        <p:pic>
          <p:nvPicPr>
            <p:cNvPr id="466" name="object 466" descr=""/>
            <p:cNvPicPr/>
            <p:nvPr/>
          </p:nvPicPr>
          <p:blipFill>
            <a:blip r:embed="rId281" cstate="print"/>
            <a:stretch>
              <a:fillRect/>
            </a:stretch>
          </p:blipFill>
          <p:spPr>
            <a:xfrm>
              <a:off x="800766" y="6281642"/>
              <a:ext cx="152590" cy="222599"/>
            </a:xfrm>
            <a:prstGeom prst="rect">
              <a:avLst/>
            </a:prstGeom>
          </p:spPr>
        </p:pic>
        <p:pic>
          <p:nvPicPr>
            <p:cNvPr id="467" name="object 467" descr="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977741" y="6319742"/>
              <a:ext cx="106775" cy="181546"/>
            </a:xfrm>
            <a:prstGeom prst="rect">
              <a:avLst/>
            </a:prstGeom>
          </p:spPr>
        </p:pic>
        <p:pic>
          <p:nvPicPr>
            <p:cNvPr id="468" name="object 468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105947" y="6354794"/>
              <a:ext cx="131159" cy="146494"/>
            </a:xfrm>
            <a:prstGeom prst="rect">
              <a:avLst/>
            </a:prstGeom>
          </p:spPr>
        </p:pic>
        <p:pic>
          <p:nvPicPr>
            <p:cNvPr id="469" name="object 469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258443" y="6319742"/>
              <a:ext cx="106775" cy="181546"/>
            </a:xfrm>
            <a:prstGeom prst="rect">
              <a:avLst/>
            </a:prstGeom>
          </p:spPr>
        </p:pic>
        <p:pic>
          <p:nvPicPr>
            <p:cNvPr id="470" name="object 470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385030" y="6354794"/>
              <a:ext cx="134207" cy="146494"/>
            </a:xfrm>
            <a:prstGeom prst="rect">
              <a:avLst/>
            </a:prstGeom>
          </p:spPr>
        </p:pic>
      </p:grpSp>
      <p:grpSp>
        <p:nvGrpSpPr>
          <p:cNvPr id="471" name="object 471" descr=""/>
          <p:cNvGrpSpPr/>
          <p:nvPr/>
        </p:nvGrpSpPr>
        <p:grpSpPr>
          <a:xfrm>
            <a:off x="1667255" y="6287738"/>
            <a:ext cx="1853564" cy="273685"/>
            <a:chOff x="1667255" y="6287738"/>
            <a:chExt cx="1853564" cy="273685"/>
          </a:xfrm>
        </p:grpSpPr>
        <p:pic>
          <p:nvPicPr>
            <p:cNvPr id="472" name="object 472" descr="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1667255" y="6287738"/>
              <a:ext cx="1776984" cy="273081"/>
            </a:xfrm>
            <a:prstGeom prst="rect">
              <a:avLst/>
            </a:prstGeom>
          </p:spPr>
        </p:pic>
        <p:sp>
          <p:nvSpPr>
            <p:cNvPr id="473" name="object 473" descr=""/>
            <p:cNvSpPr/>
            <p:nvPr/>
          </p:nvSpPr>
          <p:spPr>
            <a:xfrm>
              <a:off x="3480905" y="6359372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4" h="139064">
                  <a:moveTo>
                    <a:pt x="39624" y="99250"/>
                  </a:moveTo>
                  <a:lnTo>
                    <a:pt x="0" y="99250"/>
                  </a:lnTo>
                  <a:lnTo>
                    <a:pt x="0" y="138874"/>
                  </a:lnTo>
                  <a:lnTo>
                    <a:pt x="39624" y="138874"/>
                  </a:lnTo>
                  <a:lnTo>
                    <a:pt x="39624" y="99250"/>
                  </a:lnTo>
                  <a:close/>
                </a:path>
                <a:path w="40004" h="139064">
                  <a:moveTo>
                    <a:pt x="39624" y="0"/>
                  </a:moveTo>
                  <a:lnTo>
                    <a:pt x="0" y="0"/>
                  </a:lnTo>
                  <a:lnTo>
                    <a:pt x="0" y="39725"/>
                  </a:lnTo>
                  <a:lnTo>
                    <a:pt x="39624" y="39725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74" name="object 47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9652" y="6690550"/>
            <a:ext cx="186023" cy="175450"/>
          </a:xfrm>
          <a:prstGeom prst="rect">
            <a:avLst/>
          </a:prstGeom>
        </p:spPr>
      </p:pic>
      <p:grpSp>
        <p:nvGrpSpPr>
          <p:cNvPr id="475" name="object 475" descr=""/>
          <p:cNvGrpSpPr/>
          <p:nvPr/>
        </p:nvGrpSpPr>
        <p:grpSpPr>
          <a:xfrm>
            <a:off x="1403318" y="6678358"/>
            <a:ext cx="808990" cy="213995"/>
            <a:chOff x="1403318" y="6678358"/>
            <a:chExt cx="808990" cy="213995"/>
          </a:xfrm>
        </p:grpSpPr>
        <p:pic>
          <p:nvPicPr>
            <p:cNvPr id="476" name="object 476" descr="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1403318" y="6679374"/>
              <a:ext cx="268509" cy="209550"/>
            </a:xfrm>
            <a:prstGeom prst="rect">
              <a:avLst/>
            </a:prstGeom>
          </p:spPr>
        </p:pic>
        <p:pic>
          <p:nvPicPr>
            <p:cNvPr id="477" name="object 477" descr="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1691640" y="6748462"/>
              <a:ext cx="108299" cy="143446"/>
            </a:xfrm>
            <a:prstGeom prst="rect">
              <a:avLst/>
            </a:prstGeom>
          </p:spPr>
        </p:pic>
        <p:pic>
          <p:nvPicPr>
            <p:cNvPr id="478" name="object 478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831943" y="6748557"/>
              <a:ext cx="114395" cy="143446"/>
            </a:xfrm>
            <a:prstGeom prst="rect">
              <a:avLst/>
            </a:prstGeom>
          </p:spPr>
        </p:pic>
        <p:pic>
          <p:nvPicPr>
            <p:cNvPr id="479" name="object 479" descr=""/>
            <p:cNvPicPr/>
            <p:nvPr/>
          </p:nvPicPr>
          <p:blipFill>
            <a:blip r:embed="rId286" cstate="print"/>
            <a:stretch>
              <a:fillRect/>
            </a:stretch>
          </p:blipFill>
          <p:spPr>
            <a:xfrm>
              <a:off x="1981485" y="6678358"/>
              <a:ext cx="230314" cy="213550"/>
            </a:xfrm>
            <a:prstGeom prst="rect">
              <a:avLst/>
            </a:prstGeom>
          </p:spPr>
        </p:pic>
      </p:grpSp>
      <p:grpSp>
        <p:nvGrpSpPr>
          <p:cNvPr id="480" name="object 480" descr=""/>
          <p:cNvGrpSpPr/>
          <p:nvPr/>
        </p:nvGrpSpPr>
        <p:grpSpPr>
          <a:xfrm>
            <a:off x="2344483" y="6750081"/>
            <a:ext cx="262890" cy="196850"/>
            <a:chOff x="2344483" y="6750081"/>
            <a:chExt cx="262890" cy="196850"/>
          </a:xfrm>
        </p:grpSpPr>
        <p:pic>
          <p:nvPicPr>
            <p:cNvPr id="481" name="object 481" descr=""/>
            <p:cNvPicPr/>
            <p:nvPr/>
          </p:nvPicPr>
          <p:blipFill>
            <a:blip r:embed="rId287" cstate="print"/>
            <a:stretch>
              <a:fillRect/>
            </a:stretch>
          </p:blipFill>
          <p:spPr>
            <a:xfrm>
              <a:off x="2344483" y="6750081"/>
              <a:ext cx="120491" cy="196786"/>
            </a:xfrm>
            <a:prstGeom prst="rect">
              <a:avLst/>
            </a:prstGeom>
          </p:spPr>
        </p:pic>
        <p:pic>
          <p:nvPicPr>
            <p:cNvPr id="482" name="object 482" descr="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2500026" y="6753129"/>
              <a:ext cx="106775" cy="138779"/>
            </a:xfrm>
            <a:prstGeom prst="rect">
              <a:avLst/>
            </a:prstGeom>
          </p:spPr>
        </p:pic>
      </p:grpSp>
      <p:grpSp>
        <p:nvGrpSpPr>
          <p:cNvPr id="483" name="object 483" descr=""/>
          <p:cNvGrpSpPr/>
          <p:nvPr/>
        </p:nvGrpSpPr>
        <p:grpSpPr>
          <a:xfrm>
            <a:off x="2657189" y="6678358"/>
            <a:ext cx="863600" cy="213995"/>
            <a:chOff x="2657189" y="6678358"/>
            <a:chExt cx="863600" cy="213995"/>
          </a:xfrm>
        </p:grpSpPr>
        <p:pic>
          <p:nvPicPr>
            <p:cNvPr id="484" name="object 484" descr="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2657189" y="6748462"/>
              <a:ext cx="204406" cy="143446"/>
            </a:xfrm>
            <a:prstGeom prst="rect">
              <a:avLst/>
            </a:prstGeom>
          </p:spPr>
        </p:pic>
        <p:pic>
          <p:nvPicPr>
            <p:cNvPr id="485" name="object 485" descr="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2893599" y="6678358"/>
              <a:ext cx="108299" cy="210502"/>
            </a:xfrm>
            <a:prstGeom prst="rect">
              <a:avLst/>
            </a:prstGeom>
          </p:spPr>
        </p:pic>
        <p:pic>
          <p:nvPicPr>
            <p:cNvPr id="486" name="object 486" descr=""/>
            <p:cNvPicPr/>
            <p:nvPr/>
          </p:nvPicPr>
          <p:blipFill>
            <a:blip r:embed="rId291" cstate="print"/>
            <a:stretch>
              <a:fillRect/>
            </a:stretch>
          </p:blipFill>
          <p:spPr>
            <a:xfrm>
              <a:off x="3041523" y="6748462"/>
              <a:ext cx="108299" cy="143446"/>
            </a:xfrm>
            <a:prstGeom prst="rect">
              <a:avLst/>
            </a:prstGeom>
          </p:spPr>
        </p:pic>
        <p:pic>
          <p:nvPicPr>
            <p:cNvPr id="487" name="object 487" descr=""/>
            <p:cNvPicPr/>
            <p:nvPr/>
          </p:nvPicPr>
          <p:blipFill>
            <a:blip r:embed="rId292" cstate="print"/>
            <a:stretch>
              <a:fillRect/>
            </a:stretch>
          </p:blipFill>
          <p:spPr>
            <a:xfrm>
              <a:off x="3180397" y="6748462"/>
              <a:ext cx="231838" cy="143446"/>
            </a:xfrm>
            <a:prstGeom prst="rect">
              <a:avLst/>
            </a:prstGeom>
          </p:spPr>
        </p:pic>
        <p:pic>
          <p:nvPicPr>
            <p:cNvPr id="488" name="object 488" descr=""/>
            <p:cNvPicPr/>
            <p:nvPr/>
          </p:nvPicPr>
          <p:blipFill>
            <a:blip r:embed="rId293" cstate="print"/>
            <a:stretch>
              <a:fillRect/>
            </a:stretch>
          </p:blipFill>
          <p:spPr>
            <a:xfrm>
              <a:off x="3445763" y="6750081"/>
              <a:ext cx="74771" cy="137350"/>
            </a:xfrm>
            <a:prstGeom prst="rect">
              <a:avLst/>
            </a:prstGeom>
          </p:spPr>
        </p:pic>
      </p:grpSp>
      <p:sp>
        <p:nvSpPr>
          <p:cNvPr id="489" name="object 489" descr=""/>
          <p:cNvSpPr/>
          <p:nvPr/>
        </p:nvSpPr>
        <p:spPr>
          <a:xfrm>
            <a:off x="3648545" y="6690461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4472" y="64096"/>
                </a:moveTo>
                <a:lnTo>
                  <a:pt x="3048" y="64096"/>
                </a:lnTo>
                <a:lnTo>
                  <a:pt x="3048" y="198399"/>
                </a:lnTo>
                <a:lnTo>
                  <a:pt x="24472" y="198399"/>
                </a:lnTo>
                <a:lnTo>
                  <a:pt x="24472" y="64096"/>
                </a:lnTo>
                <a:close/>
              </a:path>
              <a:path w="27939" h="198754">
                <a:moveTo>
                  <a:pt x="27520" y="0"/>
                </a:moveTo>
                <a:lnTo>
                  <a:pt x="0" y="0"/>
                </a:lnTo>
                <a:lnTo>
                  <a:pt x="0" y="25996"/>
                </a:lnTo>
                <a:lnTo>
                  <a:pt x="27520" y="25996"/>
                </a:lnTo>
                <a:lnTo>
                  <a:pt x="275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0" name="object 490" descr=""/>
          <p:cNvGrpSpPr/>
          <p:nvPr/>
        </p:nvGrpSpPr>
        <p:grpSpPr>
          <a:xfrm>
            <a:off x="3721893" y="6675310"/>
            <a:ext cx="1321435" cy="217170"/>
            <a:chOff x="3721893" y="6675310"/>
            <a:chExt cx="1321435" cy="217170"/>
          </a:xfrm>
        </p:grpSpPr>
        <p:pic>
          <p:nvPicPr>
            <p:cNvPr id="491" name="object 491" descr=""/>
            <p:cNvPicPr/>
            <p:nvPr/>
          </p:nvPicPr>
          <p:blipFill>
            <a:blip r:embed="rId294" cstate="print"/>
            <a:stretch>
              <a:fillRect/>
            </a:stretch>
          </p:blipFill>
          <p:spPr>
            <a:xfrm>
              <a:off x="3721893" y="6749986"/>
              <a:ext cx="108299" cy="138874"/>
            </a:xfrm>
            <a:prstGeom prst="rect">
              <a:avLst/>
            </a:prstGeom>
          </p:spPr>
        </p:pic>
        <p:pic>
          <p:nvPicPr>
            <p:cNvPr id="492" name="object 492" descr="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3862197" y="6675310"/>
              <a:ext cx="225742" cy="216598"/>
            </a:xfrm>
            <a:prstGeom prst="rect">
              <a:avLst/>
            </a:prstGeom>
          </p:spPr>
        </p:pic>
        <p:pic>
          <p:nvPicPr>
            <p:cNvPr id="493" name="object 493" descr=""/>
            <p:cNvPicPr/>
            <p:nvPr/>
          </p:nvPicPr>
          <p:blipFill>
            <a:blip r:embed="rId296" cstate="print"/>
            <a:stretch>
              <a:fillRect/>
            </a:stretch>
          </p:blipFill>
          <p:spPr>
            <a:xfrm>
              <a:off x="4113847" y="6749986"/>
              <a:ext cx="74771" cy="138874"/>
            </a:xfrm>
            <a:prstGeom prst="rect">
              <a:avLst/>
            </a:prstGeom>
          </p:spPr>
        </p:pic>
        <p:pic>
          <p:nvPicPr>
            <p:cNvPr id="494" name="object 494" descr=""/>
            <p:cNvPicPr/>
            <p:nvPr/>
          </p:nvPicPr>
          <p:blipFill>
            <a:blip r:embed="rId297" cstate="print"/>
            <a:stretch>
              <a:fillRect/>
            </a:stretch>
          </p:blipFill>
          <p:spPr>
            <a:xfrm>
              <a:off x="4217574" y="6750081"/>
              <a:ext cx="190690" cy="138779"/>
            </a:xfrm>
            <a:prstGeom prst="rect">
              <a:avLst/>
            </a:prstGeom>
          </p:spPr>
        </p:pic>
        <p:pic>
          <p:nvPicPr>
            <p:cNvPr id="495" name="object 49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49508" y="6748462"/>
              <a:ext cx="106775" cy="143446"/>
            </a:xfrm>
            <a:prstGeom prst="rect">
              <a:avLst/>
            </a:prstGeom>
          </p:spPr>
        </p:pic>
        <p:pic>
          <p:nvPicPr>
            <p:cNvPr id="496" name="object 496" descr="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4583715" y="6714934"/>
              <a:ext cx="94583" cy="176974"/>
            </a:xfrm>
            <a:prstGeom prst="rect">
              <a:avLst/>
            </a:prstGeom>
          </p:spPr>
        </p:pic>
        <p:sp>
          <p:nvSpPr>
            <p:cNvPr id="497" name="object 497" descr=""/>
            <p:cNvSpPr/>
            <p:nvPr/>
          </p:nvSpPr>
          <p:spPr>
            <a:xfrm>
              <a:off x="4710201" y="669046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472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472" y="198399"/>
                  </a:lnTo>
                  <a:lnTo>
                    <a:pt x="24472" y="64096"/>
                  </a:lnTo>
                  <a:close/>
                </a:path>
                <a:path w="27939" h="198754">
                  <a:moveTo>
                    <a:pt x="27520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7520" y="25996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8" name="object 498" descr=""/>
            <p:cNvPicPr/>
            <p:nvPr/>
          </p:nvPicPr>
          <p:blipFill>
            <a:blip r:embed="rId299" cstate="print"/>
            <a:stretch>
              <a:fillRect/>
            </a:stretch>
          </p:blipFill>
          <p:spPr>
            <a:xfrm>
              <a:off x="4768214" y="6748462"/>
              <a:ext cx="132778" cy="143446"/>
            </a:xfrm>
            <a:prstGeom prst="rect">
              <a:avLst/>
            </a:prstGeom>
          </p:spPr>
        </p:pic>
        <p:pic>
          <p:nvPicPr>
            <p:cNvPr id="499" name="object 49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936045" y="6749986"/>
              <a:ext cx="106775" cy="138874"/>
            </a:xfrm>
            <a:prstGeom prst="rect">
              <a:avLst/>
            </a:prstGeom>
          </p:spPr>
        </p:pic>
      </p:grpSp>
      <p:pic>
        <p:nvPicPr>
          <p:cNvPr id="500" name="object 500" descr=""/>
          <p:cNvPicPr/>
          <p:nvPr/>
        </p:nvPicPr>
        <p:blipFill>
          <a:blip r:embed="rId300" cstate="print"/>
          <a:stretch>
            <a:fillRect/>
          </a:stretch>
        </p:blipFill>
        <p:spPr>
          <a:xfrm>
            <a:off x="5184648" y="6748462"/>
            <a:ext cx="106775" cy="143446"/>
          </a:xfrm>
          <a:prstGeom prst="rect">
            <a:avLst/>
          </a:prstGeom>
        </p:spPr>
      </p:pic>
      <p:grpSp>
        <p:nvGrpSpPr>
          <p:cNvPr id="501" name="object 501" descr=""/>
          <p:cNvGrpSpPr/>
          <p:nvPr/>
        </p:nvGrpSpPr>
        <p:grpSpPr>
          <a:xfrm>
            <a:off x="5337238" y="6678262"/>
            <a:ext cx="264160" cy="213995"/>
            <a:chOff x="5337238" y="6678262"/>
            <a:chExt cx="264160" cy="213995"/>
          </a:xfrm>
        </p:grpSpPr>
        <p:pic>
          <p:nvPicPr>
            <p:cNvPr id="502" name="object 502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5337238" y="6749986"/>
              <a:ext cx="106775" cy="138874"/>
            </a:xfrm>
            <a:prstGeom prst="rect">
              <a:avLst/>
            </a:prstGeom>
          </p:spPr>
        </p:pic>
        <p:pic>
          <p:nvPicPr>
            <p:cNvPr id="503" name="object 503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5480494" y="6678262"/>
              <a:ext cx="120586" cy="213645"/>
            </a:xfrm>
            <a:prstGeom prst="rect">
              <a:avLst/>
            </a:prstGeom>
          </p:spPr>
        </p:pic>
      </p:grpSp>
      <p:grpSp>
        <p:nvGrpSpPr>
          <p:cNvPr id="504" name="object 504" descr=""/>
          <p:cNvGrpSpPr/>
          <p:nvPr/>
        </p:nvGrpSpPr>
        <p:grpSpPr>
          <a:xfrm>
            <a:off x="5736907" y="6714935"/>
            <a:ext cx="502284" cy="177165"/>
            <a:chOff x="5736907" y="6714935"/>
            <a:chExt cx="502284" cy="177165"/>
          </a:xfrm>
        </p:grpSpPr>
        <p:pic>
          <p:nvPicPr>
            <p:cNvPr id="505" name="object 505" descr=""/>
            <p:cNvPicPr/>
            <p:nvPr/>
          </p:nvPicPr>
          <p:blipFill>
            <a:blip r:embed="rId301" cstate="print"/>
            <a:stretch>
              <a:fillRect/>
            </a:stretch>
          </p:blipFill>
          <p:spPr>
            <a:xfrm>
              <a:off x="5736907" y="6748463"/>
              <a:ext cx="115919" cy="143446"/>
            </a:xfrm>
            <a:prstGeom prst="rect">
              <a:avLst/>
            </a:prstGeom>
          </p:spPr>
        </p:pic>
        <p:pic>
          <p:nvPicPr>
            <p:cNvPr id="506" name="object 506" descr=""/>
            <p:cNvPicPr/>
            <p:nvPr/>
          </p:nvPicPr>
          <p:blipFill>
            <a:blip r:embed="rId302" cstate="print"/>
            <a:stretch>
              <a:fillRect/>
            </a:stretch>
          </p:blipFill>
          <p:spPr>
            <a:xfrm>
              <a:off x="5877210" y="6748462"/>
              <a:ext cx="106775" cy="143446"/>
            </a:xfrm>
            <a:prstGeom prst="rect">
              <a:avLst/>
            </a:prstGeom>
          </p:spPr>
        </p:pic>
        <p:pic>
          <p:nvPicPr>
            <p:cNvPr id="507" name="object 507" descr="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6011417" y="6714935"/>
              <a:ext cx="94583" cy="176974"/>
            </a:xfrm>
            <a:prstGeom prst="rect">
              <a:avLst/>
            </a:prstGeom>
          </p:spPr>
        </p:pic>
        <p:pic>
          <p:nvPicPr>
            <p:cNvPr id="508" name="object 508" descr=""/>
            <p:cNvPicPr/>
            <p:nvPr/>
          </p:nvPicPr>
          <p:blipFill>
            <a:blip r:embed="rId303" cstate="print"/>
            <a:stretch>
              <a:fillRect/>
            </a:stretch>
          </p:blipFill>
          <p:spPr>
            <a:xfrm>
              <a:off x="6131909" y="6748462"/>
              <a:ext cx="106775" cy="143446"/>
            </a:xfrm>
            <a:prstGeom prst="rect">
              <a:avLst/>
            </a:prstGeom>
          </p:spPr>
        </p:pic>
      </p:grpSp>
      <p:grpSp>
        <p:nvGrpSpPr>
          <p:cNvPr id="509" name="object 509" descr=""/>
          <p:cNvGrpSpPr/>
          <p:nvPr/>
        </p:nvGrpSpPr>
        <p:grpSpPr>
          <a:xfrm>
            <a:off x="6284976" y="6678167"/>
            <a:ext cx="346075" cy="271780"/>
            <a:chOff x="6284976" y="6678167"/>
            <a:chExt cx="346075" cy="271780"/>
          </a:xfrm>
        </p:grpSpPr>
        <p:sp>
          <p:nvSpPr>
            <p:cNvPr id="510" name="object 510" descr=""/>
            <p:cNvSpPr/>
            <p:nvPr/>
          </p:nvSpPr>
          <p:spPr>
            <a:xfrm>
              <a:off x="6284976" y="66781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1" name="object 511" descr=""/>
            <p:cNvPicPr/>
            <p:nvPr/>
          </p:nvPicPr>
          <p:blipFill>
            <a:blip r:embed="rId304" cstate="print"/>
            <a:stretch>
              <a:fillRect/>
            </a:stretch>
          </p:blipFill>
          <p:spPr>
            <a:xfrm>
              <a:off x="6342411" y="6748462"/>
              <a:ext cx="288321" cy="201453"/>
            </a:xfrm>
            <a:prstGeom prst="rect">
              <a:avLst/>
            </a:prstGeom>
          </p:spPr>
        </p:pic>
      </p:grpSp>
      <p:grpSp>
        <p:nvGrpSpPr>
          <p:cNvPr id="512" name="object 512" descr=""/>
          <p:cNvGrpSpPr/>
          <p:nvPr/>
        </p:nvGrpSpPr>
        <p:grpSpPr>
          <a:xfrm>
            <a:off x="6758749" y="6690455"/>
            <a:ext cx="642620" cy="201930"/>
            <a:chOff x="6758749" y="6690455"/>
            <a:chExt cx="642620" cy="201930"/>
          </a:xfrm>
        </p:grpSpPr>
        <p:sp>
          <p:nvSpPr>
            <p:cNvPr id="513" name="object 513" descr=""/>
            <p:cNvSpPr/>
            <p:nvPr/>
          </p:nvSpPr>
          <p:spPr>
            <a:xfrm>
              <a:off x="6758749" y="669046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472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472" y="198399"/>
                  </a:lnTo>
                  <a:lnTo>
                    <a:pt x="24472" y="64096"/>
                  </a:lnTo>
                  <a:close/>
                </a:path>
                <a:path w="27940" h="198754">
                  <a:moveTo>
                    <a:pt x="27520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7520" y="25996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4" name="object 514" descr="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6813803" y="6714934"/>
              <a:ext cx="94583" cy="176974"/>
            </a:xfrm>
            <a:prstGeom prst="rect">
              <a:avLst/>
            </a:prstGeom>
          </p:spPr>
        </p:pic>
        <p:pic>
          <p:nvPicPr>
            <p:cNvPr id="515" name="object 515" descr=""/>
            <p:cNvPicPr/>
            <p:nvPr/>
          </p:nvPicPr>
          <p:blipFill>
            <a:blip r:embed="rId306" cstate="print"/>
            <a:stretch>
              <a:fillRect/>
            </a:stretch>
          </p:blipFill>
          <p:spPr>
            <a:xfrm>
              <a:off x="6928199" y="6748462"/>
              <a:ext cx="114395" cy="143446"/>
            </a:xfrm>
            <a:prstGeom prst="rect">
              <a:avLst/>
            </a:prstGeom>
          </p:spPr>
        </p:pic>
        <p:pic>
          <p:nvPicPr>
            <p:cNvPr id="516" name="object 516" descr=""/>
            <p:cNvPicPr/>
            <p:nvPr/>
          </p:nvPicPr>
          <p:blipFill>
            <a:blip r:embed="rId307" cstate="print"/>
            <a:stretch>
              <a:fillRect/>
            </a:stretch>
          </p:blipFill>
          <p:spPr>
            <a:xfrm>
              <a:off x="7076122" y="6750081"/>
              <a:ext cx="192214" cy="138779"/>
            </a:xfrm>
            <a:prstGeom prst="rect">
              <a:avLst/>
            </a:prstGeom>
          </p:spPr>
        </p:pic>
        <p:pic>
          <p:nvPicPr>
            <p:cNvPr id="517" name="object 517" descr=""/>
            <p:cNvPicPr/>
            <p:nvPr/>
          </p:nvPicPr>
          <p:blipFill>
            <a:blip r:embed="rId308" cstate="print"/>
            <a:stretch>
              <a:fillRect/>
            </a:stretch>
          </p:blipFill>
          <p:spPr>
            <a:xfrm>
              <a:off x="7300340" y="6748462"/>
              <a:ext cx="100679" cy="143446"/>
            </a:xfrm>
            <a:prstGeom prst="rect">
              <a:avLst/>
            </a:prstGeom>
          </p:spPr>
        </p:pic>
      </p:grpSp>
      <p:grpSp>
        <p:nvGrpSpPr>
          <p:cNvPr id="518" name="object 518" descr=""/>
          <p:cNvGrpSpPr/>
          <p:nvPr/>
        </p:nvGrpSpPr>
        <p:grpSpPr>
          <a:xfrm>
            <a:off x="7533703" y="6690455"/>
            <a:ext cx="297815" cy="201930"/>
            <a:chOff x="7533703" y="6690455"/>
            <a:chExt cx="297815" cy="201930"/>
          </a:xfrm>
        </p:grpSpPr>
        <p:pic>
          <p:nvPicPr>
            <p:cNvPr id="519" name="object 519" descr=""/>
            <p:cNvPicPr/>
            <p:nvPr/>
          </p:nvPicPr>
          <p:blipFill>
            <a:blip r:embed="rId309" cstate="print"/>
            <a:stretch>
              <a:fillRect/>
            </a:stretch>
          </p:blipFill>
          <p:spPr>
            <a:xfrm>
              <a:off x="7533703" y="6753129"/>
              <a:ext cx="106775" cy="138779"/>
            </a:xfrm>
            <a:prstGeom prst="rect">
              <a:avLst/>
            </a:prstGeom>
          </p:spPr>
        </p:pic>
        <p:pic>
          <p:nvPicPr>
            <p:cNvPr id="520" name="object 520" descr="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7674101" y="6748462"/>
              <a:ext cx="100679" cy="143446"/>
            </a:xfrm>
            <a:prstGeom prst="rect">
              <a:avLst/>
            </a:prstGeom>
          </p:spPr>
        </p:pic>
        <p:sp>
          <p:nvSpPr>
            <p:cNvPr id="521" name="object 521" descr=""/>
            <p:cNvSpPr/>
            <p:nvPr/>
          </p:nvSpPr>
          <p:spPr>
            <a:xfrm>
              <a:off x="7803629" y="669046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485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485" y="198399"/>
                  </a:lnTo>
                  <a:lnTo>
                    <a:pt x="24485" y="64096"/>
                  </a:lnTo>
                  <a:close/>
                </a:path>
                <a:path w="27940" h="198754">
                  <a:moveTo>
                    <a:pt x="27533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7533" y="25996"/>
                  </a:lnTo>
                  <a:lnTo>
                    <a:pt x="275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2" name="object 522" descr=""/>
          <p:cNvGrpSpPr/>
          <p:nvPr/>
        </p:nvGrpSpPr>
        <p:grpSpPr>
          <a:xfrm>
            <a:off x="7878508" y="6749986"/>
            <a:ext cx="278130" cy="200025"/>
            <a:chOff x="7878508" y="6749986"/>
            <a:chExt cx="278130" cy="200025"/>
          </a:xfrm>
        </p:grpSpPr>
        <p:pic>
          <p:nvPicPr>
            <p:cNvPr id="523" name="object 52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878508" y="6749986"/>
              <a:ext cx="106775" cy="138874"/>
            </a:xfrm>
            <a:prstGeom prst="rect">
              <a:avLst/>
            </a:prstGeom>
          </p:spPr>
        </p:pic>
        <p:pic>
          <p:nvPicPr>
            <p:cNvPr id="524" name="object 524" descr=""/>
            <p:cNvPicPr/>
            <p:nvPr/>
          </p:nvPicPr>
          <p:blipFill>
            <a:blip r:embed="rId311" cstate="print"/>
            <a:stretch>
              <a:fillRect/>
            </a:stretch>
          </p:blipFill>
          <p:spPr>
            <a:xfrm>
              <a:off x="8017288" y="6750081"/>
              <a:ext cx="138779" cy="199834"/>
            </a:xfrm>
            <a:prstGeom prst="rect">
              <a:avLst/>
            </a:prstGeom>
          </p:spPr>
        </p:pic>
      </p:grpSp>
      <p:grpSp>
        <p:nvGrpSpPr>
          <p:cNvPr id="525" name="object 525" descr=""/>
          <p:cNvGrpSpPr/>
          <p:nvPr/>
        </p:nvGrpSpPr>
        <p:grpSpPr>
          <a:xfrm>
            <a:off x="1400270" y="7053421"/>
            <a:ext cx="1129030" cy="273685"/>
            <a:chOff x="1400270" y="7053421"/>
            <a:chExt cx="1129030" cy="273685"/>
          </a:xfrm>
        </p:grpSpPr>
        <p:pic>
          <p:nvPicPr>
            <p:cNvPr id="526" name="object 526" descr="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1400270" y="7053738"/>
              <a:ext cx="184594" cy="210502"/>
            </a:xfrm>
            <a:prstGeom prst="rect">
              <a:avLst/>
            </a:prstGeom>
          </p:spPr>
        </p:pic>
        <p:pic>
          <p:nvPicPr>
            <p:cNvPr id="527" name="object 527" descr=""/>
            <p:cNvPicPr/>
            <p:nvPr/>
          </p:nvPicPr>
          <p:blipFill>
            <a:blip r:embed="rId312" cstate="print"/>
            <a:stretch>
              <a:fillRect/>
            </a:stretch>
          </p:blipFill>
          <p:spPr>
            <a:xfrm>
              <a:off x="1618392" y="7126890"/>
              <a:ext cx="74771" cy="137350"/>
            </a:xfrm>
            <a:prstGeom prst="rect">
              <a:avLst/>
            </a:prstGeom>
          </p:spPr>
        </p:pic>
        <p:pic>
          <p:nvPicPr>
            <p:cNvPr id="528" name="object 528" descr=""/>
            <p:cNvPicPr/>
            <p:nvPr/>
          </p:nvPicPr>
          <p:blipFill>
            <a:blip r:embed="rId313" cstate="print"/>
            <a:stretch>
              <a:fillRect/>
            </a:stretch>
          </p:blipFill>
          <p:spPr>
            <a:xfrm>
              <a:off x="1722120" y="7126890"/>
              <a:ext cx="73247" cy="137350"/>
            </a:xfrm>
            <a:prstGeom prst="rect">
              <a:avLst/>
            </a:prstGeom>
          </p:spPr>
        </p:pic>
        <p:pic>
          <p:nvPicPr>
            <p:cNvPr id="529" name="object 529" descr=""/>
            <p:cNvPicPr/>
            <p:nvPr/>
          </p:nvPicPr>
          <p:blipFill>
            <a:blip r:embed="rId314" cstate="print"/>
            <a:stretch>
              <a:fillRect/>
            </a:stretch>
          </p:blipFill>
          <p:spPr>
            <a:xfrm>
              <a:off x="1816703" y="7125366"/>
              <a:ext cx="254698" cy="201453"/>
            </a:xfrm>
            <a:prstGeom prst="rect">
              <a:avLst/>
            </a:prstGeom>
          </p:spPr>
        </p:pic>
        <p:sp>
          <p:nvSpPr>
            <p:cNvPr id="530" name="object 530" descr=""/>
            <p:cNvSpPr/>
            <p:nvPr/>
          </p:nvSpPr>
          <p:spPr>
            <a:xfrm>
              <a:off x="2105012" y="7053427"/>
              <a:ext cx="184785" cy="210820"/>
            </a:xfrm>
            <a:custGeom>
              <a:avLst/>
              <a:gdLst/>
              <a:ahLst/>
              <a:cxnLst/>
              <a:rect l="l" t="t" r="r" b="b"/>
              <a:pathLst>
                <a:path w="184785" h="210820">
                  <a:moveTo>
                    <a:pt x="122021" y="190500"/>
                  </a:moveTo>
                  <a:lnTo>
                    <a:pt x="27432" y="190500"/>
                  </a:lnTo>
                  <a:lnTo>
                    <a:pt x="27432" y="0"/>
                  </a:lnTo>
                  <a:lnTo>
                    <a:pt x="0" y="0"/>
                  </a:lnTo>
                  <a:lnTo>
                    <a:pt x="0" y="190500"/>
                  </a:lnTo>
                  <a:lnTo>
                    <a:pt x="0" y="210820"/>
                  </a:lnTo>
                  <a:lnTo>
                    <a:pt x="122021" y="210820"/>
                  </a:lnTo>
                  <a:lnTo>
                    <a:pt x="122021" y="190500"/>
                  </a:lnTo>
                  <a:close/>
                </a:path>
                <a:path w="184785" h="210820">
                  <a:moveTo>
                    <a:pt x="182981" y="76517"/>
                  </a:moveTo>
                  <a:lnTo>
                    <a:pt x="160121" y="76517"/>
                  </a:lnTo>
                  <a:lnTo>
                    <a:pt x="160121" y="210820"/>
                  </a:lnTo>
                  <a:lnTo>
                    <a:pt x="182981" y="210820"/>
                  </a:lnTo>
                  <a:lnTo>
                    <a:pt x="182981" y="76517"/>
                  </a:lnTo>
                  <a:close/>
                </a:path>
                <a:path w="184785" h="210820">
                  <a:moveTo>
                    <a:pt x="184505" y="12420"/>
                  </a:moveTo>
                  <a:lnTo>
                    <a:pt x="158597" y="12420"/>
                  </a:lnTo>
                  <a:lnTo>
                    <a:pt x="158597" y="39941"/>
                  </a:lnTo>
                  <a:lnTo>
                    <a:pt x="184505" y="39941"/>
                  </a:lnTo>
                  <a:lnTo>
                    <a:pt x="184505" y="12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1" name="object 531" descr=""/>
            <p:cNvPicPr/>
            <p:nvPr/>
          </p:nvPicPr>
          <p:blipFill>
            <a:blip r:embed="rId315" cstate="print"/>
            <a:stretch>
              <a:fillRect/>
            </a:stretch>
          </p:blipFill>
          <p:spPr>
            <a:xfrm>
              <a:off x="2321623" y="7091838"/>
              <a:ext cx="207454" cy="175450"/>
            </a:xfrm>
            <a:prstGeom prst="rect">
              <a:avLst/>
            </a:prstGeom>
          </p:spPr>
        </p:pic>
      </p:grpSp>
      <p:pic>
        <p:nvPicPr>
          <p:cNvPr id="532" name="object 53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9652" y="7442834"/>
            <a:ext cx="186023" cy="175450"/>
          </a:xfrm>
          <a:prstGeom prst="rect">
            <a:avLst/>
          </a:prstGeom>
        </p:spPr>
      </p:pic>
      <p:pic>
        <p:nvPicPr>
          <p:cNvPr id="533" name="object 533" descr=""/>
          <p:cNvPicPr/>
          <p:nvPr/>
        </p:nvPicPr>
        <p:blipFill>
          <a:blip r:embed="rId316" cstate="print"/>
          <a:stretch>
            <a:fillRect/>
          </a:stretch>
        </p:blipFill>
        <p:spPr>
          <a:xfrm>
            <a:off x="1421606" y="7430643"/>
            <a:ext cx="204406" cy="208978"/>
          </a:xfrm>
          <a:prstGeom prst="rect">
            <a:avLst/>
          </a:prstGeom>
        </p:spPr>
      </p:pic>
      <p:pic>
        <p:nvPicPr>
          <p:cNvPr id="534" name="object 534" descr=""/>
          <p:cNvPicPr/>
          <p:nvPr/>
        </p:nvPicPr>
        <p:blipFill>
          <a:blip r:embed="rId317" cstate="print"/>
          <a:stretch>
            <a:fillRect/>
          </a:stretch>
        </p:blipFill>
        <p:spPr>
          <a:xfrm>
            <a:off x="1673351" y="7500746"/>
            <a:ext cx="106775" cy="143446"/>
          </a:xfrm>
          <a:prstGeom prst="rect">
            <a:avLst/>
          </a:prstGeom>
        </p:spPr>
      </p:pic>
      <p:grpSp>
        <p:nvGrpSpPr>
          <p:cNvPr id="535" name="object 535" descr=""/>
          <p:cNvGrpSpPr/>
          <p:nvPr/>
        </p:nvGrpSpPr>
        <p:grpSpPr>
          <a:xfrm>
            <a:off x="1825847" y="7500746"/>
            <a:ext cx="673100" cy="168275"/>
            <a:chOff x="1825847" y="7500746"/>
            <a:chExt cx="673100" cy="168275"/>
          </a:xfrm>
        </p:grpSpPr>
        <p:pic>
          <p:nvPicPr>
            <p:cNvPr id="536" name="object 536" descr=""/>
            <p:cNvPicPr/>
            <p:nvPr/>
          </p:nvPicPr>
          <p:blipFill>
            <a:blip r:embed="rId318" cstate="print"/>
            <a:stretch>
              <a:fillRect/>
            </a:stretch>
          </p:blipFill>
          <p:spPr>
            <a:xfrm>
              <a:off x="1825847" y="7502270"/>
              <a:ext cx="108299" cy="137350"/>
            </a:xfrm>
            <a:prstGeom prst="rect">
              <a:avLst/>
            </a:prstGeom>
          </p:spPr>
        </p:pic>
        <p:pic>
          <p:nvPicPr>
            <p:cNvPr id="537" name="object 537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1975294" y="7500746"/>
              <a:ext cx="106775" cy="143446"/>
            </a:xfrm>
            <a:prstGeom prst="rect">
              <a:avLst/>
            </a:prstGeom>
          </p:spPr>
        </p:pic>
        <p:pic>
          <p:nvPicPr>
            <p:cNvPr id="538" name="object 538" descr=""/>
            <p:cNvPicPr/>
            <p:nvPr/>
          </p:nvPicPr>
          <p:blipFill>
            <a:blip r:embed="rId319" cstate="print"/>
            <a:stretch>
              <a:fillRect/>
            </a:stretch>
          </p:blipFill>
          <p:spPr>
            <a:xfrm>
              <a:off x="2112645" y="7500746"/>
              <a:ext cx="385857" cy="168020"/>
            </a:xfrm>
            <a:prstGeom prst="rect">
              <a:avLst/>
            </a:prstGeom>
          </p:spPr>
        </p:pic>
      </p:grpSp>
      <p:grpSp>
        <p:nvGrpSpPr>
          <p:cNvPr id="539" name="object 539" descr=""/>
          <p:cNvGrpSpPr/>
          <p:nvPr/>
        </p:nvGrpSpPr>
        <p:grpSpPr>
          <a:xfrm>
            <a:off x="2631281" y="7502270"/>
            <a:ext cx="262890" cy="167005"/>
            <a:chOff x="2631281" y="7502270"/>
            <a:chExt cx="262890" cy="167005"/>
          </a:xfrm>
        </p:grpSpPr>
        <p:pic>
          <p:nvPicPr>
            <p:cNvPr id="540" name="object 540" descr=""/>
            <p:cNvPicPr/>
            <p:nvPr/>
          </p:nvPicPr>
          <p:blipFill>
            <a:blip r:embed="rId320" cstate="print"/>
            <a:stretch>
              <a:fillRect/>
            </a:stretch>
          </p:blipFill>
          <p:spPr>
            <a:xfrm>
              <a:off x="2631281" y="7502270"/>
              <a:ext cx="120491" cy="166497"/>
            </a:xfrm>
            <a:prstGeom prst="rect">
              <a:avLst/>
            </a:prstGeom>
          </p:spPr>
        </p:pic>
        <p:pic>
          <p:nvPicPr>
            <p:cNvPr id="541" name="object 541" descr=""/>
            <p:cNvPicPr/>
            <p:nvPr/>
          </p:nvPicPr>
          <p:blipFill>
            <a:blip r:embed="rId321" cstate="print"/>
            <a:stretch>
              <a:fillRect/>
            </a:stretch>
          </p:blipFill>
          <p:spPr>
            <a:xfrm>
              <a:off x="2786824" y="7505413"/>
              <a:ext cx="106775" cy="138779"/>
            </a:xfrm>
            <a:prstGeom prst="rect">
              <a:avLst/>
            </a:prstGeom>
          </p:spPr>
        </p:pic>
      </p:grpSp>
      <p:grpSp>
        <p:nvGrpSpPr>
          <p:cNvPr id="542" name="object 542" descr=""/>
          <p:cNvGrpSpPr/>
          <p:nvPr/>
        </p:nvGrpSpPr>
        <p:grpSpPr>
          <a:xfrm>
            <a:off x="2943987" y="7430547"/>
            <a:ext cx="863600" cy="213995"/>
            <a:chOff x="2943987" y="7430547"/>
            <a:chExt cx="863600" cy="213995"/>
          </a:xfrm>
        </p:grpSpPr>
        <p:pic>
          <p:nvPicPr>
            <p:cNvPr id="543" name="object 543" descr=""/>
            <p:cNvPicPr/>
            <p:nvPr/>
          </p:nvPicPr>
          <p:blipFill>
            <a:blip r:embed="rId322" cstate="print"/>
            <a:stretch>
              <a:fillRect/>
            </a:stretch>
          </p:blipFill>
          <p:spPr>
            <a:xfrm>
              <a:off x="2943987" y="7500842"/>
              <a:ext cx="202787" cy="141922"/>
            </a:xfrm>
            <a:prstGeom prst="rect">
              <a:avLst/>
            </a:prstGeom>
          </p:spPr>
        </p:pic>
        <p:pic>
          <p:nvPicPr>
            <p:cNvPr id="544" name="object 544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180397" y="7430547"/>
              <a:ext cx="106775" cy="209073"/>
            </a:xfrm>
            <a:prstGeom prst="rect">
              <a:avLst/>
            </a:prstGeom>
          </p:spPr>
        </p:pic>
        <p:pic>
          <p:nvPicPr>
            <p:cNvPr id="545" name="object 545" descr=""/>
            <p:cNvPicPr/>
            <p:nvPr/>
          </p:nvPicPr>
          <p:blipFill>
            <a:blip r:embed="rId323" cstate="print"/>
            <a:stretch>
              <a:fillRect/>
            </a:stretch>
          </p:blipFill>
          <p:spPr>
            <a:xfrm>
              <a:off x="3328320" y="7500747"/>
              <a:ext cx="108299" cy="143446"/>
            </a:xfrm>
            <a:prstGeom prst="rect">
              <a:avLst/>
            </a:prstGeom>
          </p:spPr>
        </p:pic>
        <p:pic>
          <p:nvPicPr>
            <p:cNvPr id="546" name="object 546" descr=""/>
            <p:cNvPicPr/>
            <p:nvPr/>
          </p:nvPicPr>
          <p:blipFill>
            <a:blip r:embed="rId324" cstate="print"/>
            <a:stretch>
              <a:fillRect/>
            </a:stretch>
          </p:blipFill>
          <p:spPr>
            <a:xfrm>
              <a:off x="3465576" y="7500651"/>
              <a:ext cx="233457" cy="143541"/>
            </a:xfrm>
            <a:prstGeom prst="rect">
              <a:avLst/>
            </a:prstGeom>
          </p:spPr>
        </p:pic>
        <p:pic>
          <p:nvPicPr>
            <p:cNvPr id="547" name="object 547" descr=""/>
            <p:cNvPicPr/>
            <p:nvPr/>
          </p:nvPicPr>
          <p:blipFill>
            <a:blip r:embed="rId325" cstate="print"/>
            <a:stretch>
              <a:fillRect/>
            </a:stretch>
          </p:blipFill>
          <p:spPr>
            <a:xfrm>
              <a:off x="3732561" y="7502271"/>
              <a:ext cx="74771" cy="137350"/>
            </a:xfrm>
            <a:prstGeom prst="rect">
              <a:avLst/>
            </a:prstGeom>
          </p:spPr>
        </p:pic>
      </p:grpSp>
      <p:grpSp>
        <p:nvGrpSpPr>
          <p:cNvPr id="548" name="object 548" descr=""/>
          <p:cNvGrpSpPr/>
          <p:nvPr/>
        </p:nvGrpSpPr>
        <p:grpSpPr>
          <a:xfrm>
            <a:off x="3921728" y="7467219"/>
            <a:ext cx="628650" cy="201930"/>
            <a:chOff x="3921728" y="7467219"/>
            <a:chExt cx="628650" cy="201930"/>
          </a:xfrm>
        </p:grpSpPr>
        <p:pic>
          <p:nvPicPr>
            <p:cNvPr id="549" name="object 549" descr=""/>
            <p:cNvPicPr/>
            <p:nvPr/>
          </p:nvPicPr>
          <p:blipFill>
            <a:blip r:embed="rId326" cstate="print"/>
            <a:stretch>
              <a:fillRect/>
            </a:stretch>
          </p:blipFill>
          <p:spPr>
            <a:xfrm>
              <a:off x="3921728" y="7500747"/>
              <a:ext cx="115919" cy="143446"/>
            </a:xfrm>
            <a:prstGeom prst="rect">
              <a:avLst/>
            </a:prstGeom>
          </p:spPr>
        </p:pic>
        <p:pic>
          <p:nvPicPr>
            <p:cNvPr id="550" name="object 550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4071175" y="7502271"/>
              <a:ext cx="106775" cy="137350"/>
            </a:xfrm>
            <a:prstGeom prst="rect">
              <a:avLst/>
            </a:prstGeom>
          </p:spPr>
        </p:pic>
        <p:pic>
          <p:nvPicPr>
            <p:cNvPr id="551" name="object 551" descr=""/>
            <p:cNvPicPr/>
            <p:nvPr/>
          </p:nvPicPr>
          <p:blipFill>
            <a:blip r:embed="rId327" cstate="print"/>
            <a:stretch>
              <a:fillRect/>
            </a:stretch>
          </p:blipFill>
          <p:spPr>
            <a:xfrm>
              <a:off x="4208430" y="7467219"/>
              <a:ext cx="94583" cy="177069"/>
            </a:xfrm>
            <a:prstGeom prst="rect">
              <a:avLst/>
            </a:prstGeom>
          </p:spPr>
        </p:pic>
        <p:pic>
          <p:nvPicPr>
            <p:cNvPr id="552" name="object 552" descr=""/>
            <p:cNvPicPr/>
            <p:nvPr/>
          </p:nvPicPr>
          <p:blipFill>
            <a:blip r:embed="rId328" cstate="print"/>
            <a:stretch>
              <a:fillRect/>
            </a:stretch>
          </p:blipFill>
          <p:spPr>
            <a:xfrm>
              <a:off x="4336637" y="7502271"/>
              <a:ext cx="213550" cy="166497"/>
            </a:xfrm>
            <a:prstGeom prst="rect">
              <a:avLst/>
            </a:prstGeom>
          </p:spPr>
        </p:pic>
      </p:grpSp>
      <p:grpSp>
        <p:nvGrpSpPr>
          <p:cNvPr id="553" name="object 553" descr=""/>
          <p:cNvGrpSpPr/>
          <p:nvPr/>
        </p:nvGrpSpPr>
        <p:grpSpPr>
          <a:xfrm>
            <a:off x="4663059" y="7467219"/>
            <a:ext cx="737235" cy="177165"/>
            <a:chOff x="4663059" y="7467219"/>
            <a:chExt cx="737235" cy="177165"/>
          </a:xfrm>
        </p:grpSpPr>
        <p:pic>
          <p:nvPicPr>
            <p:cNvPr id="554" name="object 554" descr=""/>
            <p:cNvPicPr/>
            <p:nvPr/>
          </p:nvPicPr>
          <p:blipFill>
            <a:blip r:embed="rId329" cstate="print"/>
            <a:stretch>
              <a:fillRect/>
            </a:stretch>
          </p:blipFill>
          <p:spPr>
            <a:xfrm>
              <a:off x="4663059" y="7467219"/>
              <a:ext cx="208978" cy="176974"/>
            </a:xfrm>
            <a:prstGeom prst="rect">
              <a:avLst/>
            </a:prstGeom>
          </p:spPr>
        </p:pic>
        <p:pic>
          <p:nvPicPr>
            <p:cNvPr id="555" name="object 555" descr=""/>
            <p:cNvPicPr/>
            <p:nvPr/>
          </p:nvPicPr>
          <p:blipFill>
            <a:blip r:embed="rId330" cstate="print"/>
            <a:stretch>
              <a:fillRect/>
            </a:stretch>
          </p:blipFill>
          <p:spPr>
            <a:xfrm>
              <a:off x="4896421" y="7500747"/>
              <a:ext cx="108299" cy="143446"/>
            </a:xfrm>
            <a:prstGeom prst="rect">
              <a:avLst/>
            </a:prstGeom>
          </p:spPr>
        </p:pic>
        <p:pic>
          <p:nvPicPr>
            <p:cNvPr id="556" name="object 556" descr=""/>
            <p:cNvPicPr/>
            <p:nvPr/>
          </p:nvPicPr>
          <p:blipFill>
            <a:blip r:embed="rId331" cstate="print"/>
            <a:stretch>
              <a:fillRect/>
            </a:stretch>
          </p:blipFill>
          <p:spPr>
            <a:xfrm>
              <a:off x="5032152" y="7467219"/>
              <a:ext cx="94583" cy="176974"/>
            </a:xfrm>
            <a:prstGeom prst="rect">
              <a:avLst/>
            </a:prstGeom>
          </p:spPr>
        </p:pic>
        <p:pic>
          <p:nvPicPr>
            <p:cNvPr id="557" name="object 557" descr=""/>
            <p:cNvPicPr/>
            <p:nvPr/>
          </p:nvPicPr>
          <p:blipFill>
            <a:blip r:embed="rId332" cstate="print"/>
            <a:stretch>
              <a:fillRect/>
            </a:stretch>
          </p:blipFill>
          <p:spPr>
            <a:xfrm>
              <a:off x="5160263" y="7505319"/>
              <a:ext cx="106775" cy="138874"/>
            </a:xfrm>
            <a:prstGeom prst="rect">
              <a:avLst/>
            </a:prstGeom>
          </p:spPr>
        </p:pic>
        <p:pic>
          <p:nvPicPr>
            <p:cNvPr id="558" name="object 558" descr=""/>
            <p:cNvPicPr/>
            <p:nvPr/>
          </p:nvPicPr>
          <p:blipFill>
            <a:blip r:embed="rId333" cstate="print"/>
            <a:stretch>
              <a:fillRect/>
            </a:stretch>
          </p:blipFill>
          <p:spPr>
            <a:xfrm>
              <a:off x="5299138" y="7500747"/>
              <a:ext cx="100584" cy="1434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71272" y="420623"/>
            <a:ext cx="35560" cy="277495"/>
          </a:xfrm>
          <a:custGeom>
            <a:avLst/>
            <a:gdLst/>
            <a:ahLst/>
            <a:cxnLst/>
            <a:rect l="l" t="t" r="r" b="b"/>
            <a:pathLst>
              <a:path w="35560" h="277495">
                <a:moveTo>
                  <a:pt x="35051" y="277367"/>
                </a:moveTo>
                <a:lnTo>
                  <a:pt x="0" y="277367"/>
                </a:lnTo>
                <a:lnTo>
                  <a:pt x="0" y="0"/>
                </a:lnTo>
                <a:lnTo>
                  <a:pt x="35051" y="0"/>
                </a:lnTo>
                <a:lnTo>
                  <a:pt x="35051" y="277367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141" y="518445"/>
            <a:ext cx="247173" cy="180022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680275" y="518445"/>
            <a:ext cx="156210" cy="258445"/>
          </a:xfrm>
          <a:custGeom>
            <a:avLst/>
            <a:gdLst/>
            <a:ahLst/>
            <a:cxnLst/>
            <a:rect l="l" t="t" r="r" b="b"/>
            <a:pathLst>
              <a:path w="156209" h="258445">
                <a:moveTo>
                  <a:pt x="132059" y="21336"/>
                </a:moveTo>
                <a:lnTo>
                  <a:pt x="30575" y="21336"/>
                </a:lnTo>
                <a:lnTo>
                  <a:pt x="46339" y="10929"/>
                </a:lnTo>
                <a:lnTo>
                  <a:pt x="62960" y="4381"/>
                </a:lnTo>
                <a:lnTo>
                  <a:pt x="79009" y="976"/>
                </a:lnTo>
                <a:lnTo>
                  <a:pt x="93059" y="0"/>
                </a:lnTo>
                <a:lnTo>
                  <a:pt x="118307" y="7430"/>
                </a:lnTo>
                <a:lnTo>
                  <a:pt x="132059" y="21336"/>
                </a:lnTo>
                <a:close/>
              </a:path>
              <a:path w="156209" h="258445">
                <a:moveTo>
                  <a:pt x="30575" y="257841"/>
                </a:moveTo>
                <a:lnTo>
                  <a:pt x="0" y="257841"/>
                </a:lnTo>
                <a:lnTo>
                  <a:pt x="0" y="3048"/>
                </a:lnTo>
                <a:lnTo>
                  <a:pt x="30575" y="3048"/>
                </a:lnTo>
                <a:lnTo>
                  <a:pt x="30575" y="21336"/>
                </a:lnTo>
                <a:lnTo>
                  <a:pt x="132059" y="21336"/>
                </a:lnTo>
                <a:lnTo>
                  <a:pt x="135074" y="24384"/>
                </a:lnTo>
                <a:lnTo>
                  <a:pt x="71723" y="24384"/>
                </a:lnTo>
                <a:lnTo>
                  <a:pt x="59507" y="25788"/>
                </a:lnTo>
                <a:lnTo>
                  <a:pt x="48291" y="29908"/>
                </a:lnTo>
                <a:lnTo>
                  <a:pt x="38504" y="36599"/>
                </a:lnTo>
                <a:lnTo>
                  <a:pt x="30575" y="45720"/>
                </a:lnTo>
                <a:lnTo>
                  <a:pt x="30617" y="128618"/>
                </a:lnTo>
                <a:lnTo>
                  <a:pt x="60340" y="159424"/>
                </a:lnTo>
                <a:lnTo>
                  <a:pt x="68675" y="160210"/>
                </a:lnTo>
                <a:lnTo>
                  <a:pt x="130769" y="160210"/>
                </a:lnTo>
                <a:lnTo>
                  <a:pt x="128938" y="161734"/>
                </a:lnTo>
                <a:lnTo>
                  <a:pt x="30575" y="161734"/>
                </a:lnTo>
                <a:lnTo>
                  <a:pt x="30575" y="257841"/>
                </a:lnTo>
                <a:close/>
              </a:path>
              <a:path w="156209" h="258445">
                <a:moveTo>
                  <a:pt x="130769" y="160210"/>
                </a:moveTo>
                <a:lnTo>
                  <a:pt x="68675" y="160210"/>
                </a:lnTo>
                <a:lnTo>
                  <a:pt x="89716" y="155052"/>
                </a:lnTo>
                <a:lnTo>
                  <a:pt x="107775" y="140731"/>
                </a:lnTo>
                <a:lnTo>
                  <a:pt x="120404" y="118982"/>
                </a:lnTo>
                <a:lnTo>
                  <a:pt x="125158" y="91535"/>
                </a:lnTo>
                <a:lnTo>
                  <a:pt x="120881" y="64929"/>
                </a:lnTo>
                <a:lnTo>
                  <a:pt x="109299" y="43636"/>
                </a:lnTo>
                <a:lnTo>
                  <a:pt x="92288" y="29505"/>
                </a:lnTo>
                <a:lnTo>
                  <a:pt x="71723" y="24384"/>
                </a:lnTo>
                <a:lnTo>
                  <a:pt x="135074" y="24384"/>
                </a:lnTo>
                <a:lnTo>
                  <a:pt x="138100" y="27443"/>
                </a:lnTo>
                <a:lnTo>
                  <a:pt x="151017" y="56618"/>
                </a:lnTo>
                <a:lnTo>
                  <a:pt x="155638" y="91535"/>
                </a:lnTo>
                <a:lnTo>
                  <a:pt x="149634" y="128111"/>
                </a:lnTo>
                <a:lnTo>
                  <a:pt x="149551" y="128618"/>
                </a:lnTo>
                <a:lnTo>
                  <a:pt x="133302" y="158103"/>
                </a:lnTo>
                <a:lnTo>
                  <a:pt x="130769" y="160210"/>
                </a:lnTo>
                <a:close/>
              </a:path>
              <a:path w="156209" h="258445">
                <a:moveTo>
                  <a:pt x="82391" y="184594"/>
                </a:moveTo>
                <a:lnTo>
                  <a:pt x="67222" y="182737"/>
                </a:lnTo>
                <a:lnTo>
                  <a:pt x="53625" y="177736"/>
                </a:lnTo>
                <a:lnTo>
                  <a:pt x="41457" y="170449"/>
                </a:lnTo>
                <a:lnTo>
                  <a:pt x="30575" y="161734"/>
                </a:lnTo>
                <a:lnTo>
                  <a:pt x="128938" y="161734"/>
                </a:lnTo>
                <a:lnTo>
                  <a:pt x="109909" y="177568"/>
                </a:lnTo>
                <a:lnTo>
                  <a:pt x="82391" y="184594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880872" y="420623"/>
            <a:ext cx="1445895" cy="282575"/>
            <a:chOff x="880872" y="420623"/>
            <a:chExt cx="1445895" cy="282575"/>
          </a:xfrm>
        </p:grpSpPr>
        <p:sp>
          <p:nvSpPr>
            <p:cNvPr id="6" name="object 6" descr=""/>
            <p:cNvSpPr/>
            <p:nvPr/>
          </p:nvSpPr>
          <p:spPr>
            <a:xfrm>
              <a:off x="880872" y="420623"/>
              <a:ext cx="30480" cy="277495"/>
            </a:xfrm>
            <a:custGeom>
              <a:avLst/>
              <a:gdLst/>
              <a:ahLst/>
              <a:cxnLst/>
              <a:rect l="l" t="t" r="r" b="b"/>
              <a:pathLst>
                <a:path w="30480" h="277495">
                  <a:moveTo>
                    <a:pt x="30479" y="277367"/>
                  </a:moveTo>
                  <a:lnTo>
                    <a:pt x="0" y="277367"/>
                  </a:lnTo>
                  <a:lnTo>
                    <a:pt x="0" y="0"/>
                  </a:lnTo>
                  <a:lnTo>
                    <a:pt x="30479" y="0"/>
                  </a:lnTo>
                  <a:lnTo>
                    <a:pt x="30479" y="277367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4881" y="515397"/>
              <a:ext cx="147923" cy="18764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5571" y="518445"/>
              <a:ext cx="247078" cy="18002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5417" y="515397"/>
              <a:ext cx="149447" cy="18764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25917" y="518445"/>
              <a:ext cx="138874" cy="18002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2987" y="471106"/>
              <a:ext cx="122015" cy="231933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57006" y="515397"/>
              <a:ext cx="138874" cy="18764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9408" y="471106"/>
              <a:ext cx="122015" cy="23193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291130" y="437590"/>
              <a:ext cx="35560" cy="260985"/>
            </a:xfrm>
            <a:custGeom>
              <a:avLst/>
              <a:gdLst/>
              <a:ahLst/>
              <a:cxnLst/>
              <a:rect l="l" t="t" r="r" b="b"/>
              <a:pathLst>
                <a:path w="35560" h="260984">
                  <a:moveTo>
                    <a:pt x="32004" y="83908"/>
                  </a:moveTo>
                  <a:lnTo>
                    <a:pt x="3048" y="83908"/>
                  </a:lnTo>
                  <a:lnTo>
                    <a:pt x="3048" y="260883"/>
                  </a:lnTo>
                  <a:lnTo>
                    <a:pt x="32004" y="260883"/>
                  </a:lnTo>
                  <a:lnTo>
                    <a:pt x="32004" y="83908"/>
                  </a:lnTo>
                  <a:close/>
                </a:path>
                <a:path w="35560" h="260984">
                  <a:moveTo>
                    <a:pt x="3505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35052" y="35052"/>
                  </a:lnTo>
                  <a:lnTo>
                    <a:pt x="35052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2365819" y="515397"/>
            <a:ext cx="352425" cy="187960"/>
            <a:chOff x="2365819" y="515397"/>
            <a:chExt cx="352425" cy="187960"/>
          </a:xfrm>
        </p:grpSpPr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79274" y="518445"/>
              <a:ext cx="138874" cy="18002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5819" y="515397"/>
              <a:ext cx="170878" cy="187642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2914935" y="422243"/>
            <a:ext cx="717550" cy="281305"/>
            <a:chOff x="2914935" y="422243"/>
            <a:chExt cx="717550" cy="281305"/>
          </a:xfrm>
        </p:grpSpPr>
        <p:sp>
          <p:nvSpPr>
            <p:cNvPr id="19" name="object 19" descr=""/>
            <p:cNvSpPr/>
            <p:nvPr/>
          </p:nvSpPr>
          <p:spPr>
            <a:xfrm>
              <a:off x="2914935" y="422243"/>
              <a:ext cx="222885" cy="276225"/>
            </a:xfrm>
            <a:custGeom>
              <a:avLst/>
              <a:gdLst/>
              <a:ahLst/>
              <a:cxnLst/>
              <a:rect l="l" t="t" r="r" b="b"/>
              <a:pathLst>
                <a:path w="222885" h="276225">
                  <a:moveTo>
                    <a:pt x="102203" y="276225"/>
                  </a:moveTo>
                  <a:lnTo>
                    <a:pt x="0" y="276225"/>
                  </a:lnTo>
                  <a:lnTo>
                    <a:pt x="0" y="0"/>
                  </a:lnTo>
                  <a:lnTo>
                    <a:pt x="102203" y="0"/>
                  </a:lnTo>
                  <a:lnTo>
                    <a:pt x="149359" y="10993"/>
                  </a:lnTo>
                  <a:lnTo>
                    <a:pt x="164606" y="22955"/>
                  </a:lnTo>
                  <a:lnTo>
                    <a:pt x="33623" y="22955"/>
                  </a:lnTo>
                  <a:lnTo>
                    <a:pt x="33623" y="253365"/>
                  </a:lnTo>
                  <a:lnTo>
                    <a:pt x="165787" y="253365"/>
                  </a:lnTo>
                  <a:lnTo>
                    <a:pt x="149359" y="265731"/>
                  </a:lnTo>
                  <a:lnTo>
                    <a:pt x="102203" y="276225"/>
                  </a:lnTo>
                  <a:close/>
                </a:path>
                <a:path w="222885" h="276225">
                  <a:moveTo>
                    <a:pt x="165787" y="253365"/>
                  </a:moveTo>
                  <a:lnTo>
                    <a:pt x="93059" y="253365"/>
                  </a:lnTo>
                  <a:lnTo>
                    <a:pt x="129976" y="246014"/>
                  </a:lnTo>
                  <a:lnTo>
                    <a:pt x="160579" y="224349"/>
                  </a:lnTo>
                  <a:lnTo>
                    <a:pt x="181449" y="188950"/>
                  </a:lnTo>
                  <a:lnTo>
                    <a:pt x="189166" y="140398"/>
                  </a:lnTo>
                  <a:lnTo>
                    <a:pt x="181664" y="91789"/>
                  </a:lnTo>
                  <a:lnTo>
                    <a:pt x="161151" y="54780"/>
                  </a:lnTo>
                  <a:lnTo>
                    <a:pt x="130618" y="31219"/>
                  </a:lnTo>
                  <a:lnTo>
                    <a:pt x="93059" y="22955"/>
                  </a:lnTo>
                  <a:lnTo>
                    <a:pt x="164606" y="22955"/>
                  </a:lnTo>
                  <a:lnTo>
                    <a:pt x="187630" y="41017"/>
                  </a:lnTo>
                  <a:lnTo>
                    <a:pt x="213310" y="85631"/>
                  </a:lnTo>
                  <a:lnTo>
                    <a:pt x="222694" y="140398"/>
                  </a:lnTo>
                  <a:lnTo>
                    <a:pt x="213310" y="193808"/>
                  </a:lnTo>
                  <a:lnTo>
                    <a:pt x="187630" y="236922"/>
                  </a:lnTo>
                  <a:lnTo>
                    <a:pt x="165787" y="253365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72682" y="471106"/>
              <a:ext cx="289845" cy="231933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94627" y="515397"/>
              <a:ext cx="137255" cy="187642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3689889" y="521493"/>
            <a:ext cx="29209" cy="177165"/>
          </a:xfrm>
          <a:custGeom>
            <a:avLst/>
            <a:gdLst/>
            <a:ahLst/>
            <a:cxnLst/>
            <a:rect l="l" t="t" r="r" b="b"/>
            <a:pathLst>
              <a:path w="29210" h="177165">
                <a:moveTo>
                  <a:pt x="28956" y="176974"/>
                </a:moveTo>
                <a:lnTo>
                  <a:pt x="0" y="176974"/>
                </a:lnTo>
                <a:lnTo>
                  <a:pt x="0" y="0"/>
                </a:lnTo>
                <a:lnTo>
                  <a:pt x="28956" y="0"/>
                </a:lnTo>
                <a:lnTo>
                  <a:pt x="28956" y="176974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686841" y="437578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59">
                <a:moveTo>
                  <a:pt x="35052" y="35052"/>
                </a:moveTo>
                <a:lnTo>
                  <a:pt x="0" y="35052"/>
                </a:lnTo>
                <a:lnTo>
                  <a:pt x="0" y="0"/>
                </a:lnTo>
                <a:lnTo>
                  <a:pt x="35052" y="0"/>
                </a:lnTo>
                <a:lnTo>
                  <a:pt x="35052" y="35052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3781044" y="420623"/>
            <a:ext cx="201930" cy="282575"/>
            <a:chOff x="3781044" y="420623"/>
            <a:chExt cx="201930" cy="282575"/>
          </a:xfrm>
        </p:grpSpPr>
        <p:sp>
          <p:nvSpPr>
            <p:cNvPr id="25" name="object 25" descr=""/>
            <p:cNvSpPr/>
            <p:nvPr/>
          </p:nvSpPr>
          <p:spPr>
            <a:xfrm>
              <a:off x="3781044" y="420623"/>
              <a:ext cx="30480" cy="277495"/>
            </a:xfrm>
            <a:custGeom>
              <a:avLst/>
              <a:gdLst/>
              <a:ahLst/>
              <a:cxnLst/>
              <a:rect l="l" t="t" r="r" b="b"/>
              <a:pathLst>
                <a:path w="30479" h="277495">
                  <a:moveTo>
                    <a:pt x="30480" y="277367"/>
                  </a:moveTo>
                  <a:lnTo>
                    <a:pt x="0" y="277367"/>
                  </a:lnTo>
                  <a:lnTo>
                    <a:pt x="0" y="0"/>
                  </a:lnTo>
                  <a:lnTo>
                    <a:pt x="30480" y="0"/>
                  </a:lnTo>
                  <a:lnTo>
                    <a:pt x="30480" y="277367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53053" y="515397"/>
              <a:ext cx="129635" cy="187642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799242" y="912113"/>
            <a:ext cx="1753235" cy="273685"/>
            <a:chOff x="799242" y="912113"/>
            <a:chExt cx="1753235" cy="273685"/>
          </a:xfrm>
        </p:grpSpPr>
        <p:pic>
          <p:nvPicPr>
            <p:cNvPr id="28" name="object 2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9242" y="913637"/>
              <a:ext cx="326517" cy="212026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47095" y="979265"/>
              <a:ext cx="126587" cy="14639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01114" y="912113"/>
              <a:ext cx="132683" cy="210502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71993" y="980789"/>
              <a:ext cx="132683" cy="141827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32108" y="979265"/>
              <a:ext cx="148018" cy="14639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807559" y="912114"/>
              <a:ext cx="41275" cy="210820"/>
            </a:xfrm>
            <a:custGeom>
              <a:avLst/>
              <a:gdLst/>
              <a:ahLst/>
              <a:cxnLst/>
              <a:rect l="l" t="t" r="r" b="b"/>
              <a:pathLst>
                <a:path w="41275" h="210819">
                  <a:moveTo>
                    <a:pt x="38100" y="210502"/>
                  </a:moveTo>
                  <a:lnTo>
                    <a:pt x="3048" y="210502"/>
                  </a:lnTo>
                  <a:lnTo>
                    <a:pt x="0" y="207454"/>
                  </a:lnTo>
                  <a:lnTo>
                    <a:pt x="0" y="3048"/>
                  </a:lnTo>
                  <a:lnTo>
                    <a:pt x="4572" y="0"/>
                  </a:lnTo>
                  <a:lnTo>
                    <a:pt x="38100" y="0"/>
                  </a:lnTo>
                  <a:lnTo>
                    <a:pt x="41148" y="4571"/>
                  </a:lnTo>
                  <a:lnTo>
                    <a:pt x="41148" y="195262"/>
                  </a:lnTo>
                  <a:lnTo>
                    <a:pt x="41148" y="205930"/>
                  </a:lnTo>
                  <a:lnTo>
                    <a:pt x="38100" y="210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76234" y="979265"/>
              <a:ext cx="318801" cy="205930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2216372" y="918114"/>
              <a:ext cx="44450" cy="205104"/>
            </a:xfrm>
            <a:custGeom>
              <a:avLst/>
              <a:gdLst/>
              <a:ahLst/>
              <a:cxnLst/>
              <a:rect l="l" t="t" r="r" b="b"/>
              <a:pathLst>
                <a:path w="44450" h="205105">
                  <a:moveTo>
                    <a:pt x="38100" y="204501"/>
                  </a:moveTo>
                  <a:lnTo>
                    <a:pt x="4572" y="204501"/>
                  </a:lnTo>
                  <a:lnTo>
                    <a:pt x="1524" y="201453"/>
                  </a:lnTo>
                  <a:lnTo>
                    <a:pt x="1524" y="68675"/>
                  </a:lnTo>
                  <a:lnTo>
                    <a:pt x="4572" y="65627"/>
                  </a:lnTo>
                  <a:lnTo>
                    <a:pt x="39624" y="65627"/>
                  </a:lnTo>
                  <a:lnTo>
                    <a:pt x="41148" y="70199"/>
                  </a:lnTo>
                  <a:lnTo>
                    <a:pt x="41148" y="199929"/>
                  </a:lnTo>
                  <a:lnTo>
                    <a:pt x="38100" y="204501"/>
                  </a:lnTo>
                  <a:close/>
                </a:path>
                <a:path w="44450" h="205105">
                  <a:moveTo>
                    <a:pt x="42672" y="35147"/>
                  </a:moveTo>
                  <a:lnTo>
                    <a:pt x="1524" y="35147"/>
                  </a:lnTo>
                  <a:lnTo>
                    <a:pt x="0" y="30575"/>
                  </a:lnTo>
                  <a:lnTo>
                    <a:pt x="0" y="4572"/>
                  </a:lnTo>
                  <a:lnTo>
                    <a:pt x="3048" y="0"/>
                  </a:lnTo>
                  <a:lnTo>
                    <a:pt x="41148" y="0"/>
                  </a:lnTo>
                  <a:lnTo>
                    <a:pt x="44196" y="6096"/>
                  </a:lnTo>
                  <a:lnTo>
                    <a:pt x="44196" y="30575"/>
                  </a:lnTo>
                  <a:lnTo>
                    <a:pt x="42672" y="35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86476" y="979265"/>
              <a:ext cx="265461" cy="146399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2696813" y="912113"/>
            <a:ext cx="721995" cy="217170"/>
            <a:chOff x="2696813" y="912113"/>
            <a:chExt cx="721995" cy="217170"/>
          </a:xfrm>
        </p:grpSpPr>
        <p:pic>
          <p:nvPicPr>
            <p:cNvPr id="38" name="object 3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96813" y="912114"/>
              <a:ext cx="175450" cy="216598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910363" y="979169"/>
              <a:ext cx="262413" cy="14649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194113" y="912113"/>
              <a:ext cx="140303" cy="213550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3378606" y="983843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4" h="139065">
                  <a:moveTo>
                    <a:pt x="39725" y="99161"/>
                  </a:moveTo>
                  <a:lnTo>
                    <a:pt x="0" y="99161"/>
                  </a:lnTo>
                  <a:lnTo>
                    <a:pt x="0" y="138785"/>
                  </a:lnTo>
                  <a:lnTo>
                    <a:pt x="39725" y="138785"/>
                  </a:lnTo>
                  <a:lnTo>
                    <a:pt x="39725" y="99161"/>
                  </a:lnTo>
                  <a:close/>
                </a:path>
                <a:path w="40004" h="139065">
                  <a:moveTo>
                    <a:pt x="39725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39725" y="39624"/>
                  </a:lnTo>
                  <a:lnTo>
                    <a:pt x="39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" name="object 42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29652" y="1380553"/>
            <a:ext cx="186023" cy="175450"/>
          </a:xfrm>
          <a:prstGeom prst="rect">
            <a:avLst/>
          </a:prstGeom>
        </p:spPr>
      </p:pic>
      <p:grpSp>
        <p:nvGrpSpPr>
          <p:cNvPr id="43" name="object 43" descr=""/>
          <p:cNvGrpSpPr/>
          <p:nvPr/>
        </p:nvGrpSpPr>
        <p:grpSpPr>
          <a:xfrm>
            <a:off x="1404842" y="1368361"/>
            <a:ext cx="538480" cy="217170"/>
            <a:chOff x="1404842" y="1368361"/>
            <a:chExt cx="538480" cy="217170"/>
          </a:xfrm>
        </p:grpSpPr>
        <p:pic>
          <p:nvPicPr>
            <p:cNvPr id="44" name="object 4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04842" y="1368361"/>
              <a:ext cx="105251" cy="216598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51241" y="1438465"/>
              <a:ext cx="106775" cy="14344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83924" y="1444656"/>
              <a:ext cx="131254" cy="134207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36515" y="1438465"/>
              <a:ext cx="106775" cy="143446"/>
            </a:xfrm>
            <a:prstGeom prst="rect">
              <a:avLst/>
            </a:prstGeom>
          </p:spPr>
        </p:pic>
      </p:grpSp>
      <p:sp>
        <p:nvSpPr>
          <p:cNvPr id="48" name="object 48" descr=""/>
          <p:cNvSpPr/>
          <p:nvPr/>
        </p:nvSpPr>
        <p:spPr>
          <a:xfrm>
            <a:off x="1993677" y="1444656"/>
            <a:ext cx="26034" cy="24765"/>
          </a:xfrm>
          <a:custGeom>
            <a:avLst/>
            <a:gdLst/>
            <a:ahLst/>
            <a:cxnLst/>
            <a:rect l="l" t="t" r="r" b="b"/>
            <a:pathLst>
              <a:path w="26035" h="24765">
                <a:moveTo>
                  <a:pt x="25908" y="24384"/>
                </a:moveTo>
                <a:lnTo>
                  <a:pt x="0" y="24384"/>
                </a:lnTo>
                <a:lnTo>
                  <a:pt x="0" y="0"/>
                </a:lnTo>
                <a:lnTo>
                  <a:pt x="25908" y="0"/>
                </a:lnTo>
                <a:lnTo>
                  <a:pt x="25908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993677" y="1552955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4">
                <a:moveTo>
                  <a:pt x="25908" y="25908"/>
                </a:moveTo>
                <a:lnTo>
                  <a:pt x="0" y="25908"/>
                </a:lnTo>
                <a:lnTo>
                  <a:pt x="0" y="0"/>
                </a:lnTo>
                <a:lnTo>
                  <a:pt x="25908" y="0"/>
                </a:lnTo>
                <a:lnTo>
                  <a:pt x="25908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" name="object 50" descr=""/>
          <p:cNvGrpSpPr/>
          <p:nvPr/>
        </p:nvGrpSpPr>
        <p:grpSpPr>
          <a:xfrm>
            <a:off x="2202656" y="1365313"/>
            <a:ext cx="546100" cy="217170"/>
            <a:chOff x="2202656" y="1365313"/>
            <a:chExt cx="546100" cy="217170"/>
          </a:xfrm>
        </p:grpSpPr>
        <p:pic>
          <p:nvPicPr>
            <p:cNvPr id="51" name="object 5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02656" y="1365313"/>
              <a:ext cx="158591" cy="216598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385726" y="1438465"/>
              <a:ext cx="132683" cy="143446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44317" y="1438465"/>
              <a:ext cx="204406" cy="143446"/>
            </a:xfrm>
            <a:prstGeom prst="rect">
              <a:avLst/>
            </a:prstGeom>
          </p:spPr>
        </p:pic>
      </p:grpSp>
      <p:grpSp>
        <p:nvGrpSpPr>
          <p:cNvPr id="54" name="object 54" descr=""/>
          <p:cNvGrpSpPr/>
          <p:nvPr/>
        </p:nvGrpSpPr>
        <p:grpSpPr>
          <a:xfrm>
            <a:off x="2882931" y="1438465"/>
            <a:ext cx="756920" cy="203200"/>
            <a:chOff x="2882931" y="1438465"/>
            <a:chExt cx="756920" cy="203200"/>
          </a:xfrm>
        </p:grpSpPr>
        <p:pic>
          <p:nvPicPr>
            <p:cNvPr id="55" name="object 5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882931" y="1439989"/>
              <a:ext cx="120491" cy="196881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030855" y="1438465"/>
              <a:ext cx="376808" cy="202977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436715" y="1439989"/>
              <a:ext cx="74675" cy="138874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531203" y="1438465"/>
              <a:ext cx="108299" cy="143446"/>
            </a:xfrm>
            <a:prstGeom prst="rect">
              <a:avLst/>
            </a:prstGeom>
          </p:spPr>
        </p:pic>
      </p:grpSp>
      <p:pic>
        <p:nvPicPr>
          <p:cNvPr id="59" name="object 59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685222" y="1439989"/>
            <a:ext cx="190690" cy="138874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924776" y="1439989"/>
            <a:ext cx="192119" cy="138874"/>
          </a:xfrm>
          <a:prstGeom prst="rect">
            <a:avLst/>
          </a:prstGeom>
        </p:spPr>
      </p:pic>
      <p:sp>
        <p:nvSpPr>
          <p:cNvPr id="61" name="object 61" descr=""/>
          <p:cNvSpPr/>
          <p:nvPr/>
        </p:nvSpPr>
        <p:spPr>
          <a:xfrm>
            <a:off x="4164228" y="1380464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5" h="198755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6035" h="198755">
                <a:moveTo>
                  <a:pt x="25908" y="0"/>
                </a:moveTo>
                <a:lnTo>
                  <a:pt x="0" y="0"/>
                </a:lnTo>
                <a:lnTo>
                  <a:pt x="0" y="25996"/>
                </a:lnTo>
                <a:lnTo>
                  <a:pt x="25908" y="25996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" name="object 62" descr=""/>
          <p:cNvGrpSpPr/>
          <p:nvPr/>
        </p:nvGrpSpPr>
        <p:grpSpPr>
          <a:xfrm>
            <a:off x="4237482" y="1439989"/>
            <a:ext cx="279400" cy="201930"/>
            <a:chOff x="4237482" y="1439989"/>
            <a:chExt cx="279400" cy="201930"/>
          </a:xfrm>
        </p:grpSpPr>
        <p:pic>
          <p:nvPicPr>
            <p:cNvPr id="63" name="object 6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237482" y="1439989"/>
              <a:ext cx="106775" cy="138874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377785" y="1439989"/>
              <a:ext cx="138779" cy="201453"/>
            </a:xfrm>
            <a:prstGeom prst="rect">
              <a:avLst/>
            </a:prstGeom>
          </p:spPr>
        </p:pic>
      </p:grpSp>
      <p:grpSp>
        <p:nvGrpSpPr>
          <p:cNvPr id="65" name="object 65" descr=""/>
          <p:cNvGrpSpPr/>
          <p:nvPr/>
        </p:nvGrpSpPr>
        <p:grpSpPr>
          <a:xfrm>
            <a:off x="4645152" y="1368551"/>
            <a:ext cx="172085" cy="213360"/>
            <a:chOff x="4645152" y="1368551"/>
            <a:chExt cx="172085" cy="213360"/>
          </a:xfrm>
        </p:grpSpPr>
        <p:sp>
          <p:nvSpPr>
            <p:cNvPr id="66" name="object 66" descr=""/>
            <p:cNvSpPr/>
            <p:nvPr/>
          </p:nvSpPr>
          <p:spPr>
            <a:xfrm>
              <a:off x="4645152" y="1368551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708779" y="1438465"/>
              <a:ext cx="108299" cy="143446"/>
            </a:xfrm>
            <a:prstGeom prst="rect">
              <a:avLst/>
            </a:prstGeom>
          </p:spPr>
        </p:pic>
      </p:grpSp>
      <p:grpSp>
        <p:nvGrpSpPr>
          <p:cNvPr id="68" name="object 68" descr=""/>
          <p:cNvGrpSpPr/>
          <p:nvPr/>
        </p:nvGrpSpPr>
        <p:grpSpPr>
          <a:xfrm>
            <a:off x="4862798" y="1439989"/>
            <a:ext cx="279400" cy="201930"/>
            <a:chOff x="4862798" y="1439989"/>
            <a:chExt cx="279400" cy="201930"/>
          </a:xfrm>
        </p:grpSpPr>
        <p:pic>
          <p:nvPicPr>
            <p:cNvPr id="69" name="object 69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862798" y="1439989"/>
              <a:ext cx="106775" cy="138874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003196" y="1440084"/>
              <a:ext cx="138779" cy="201358"/>
            </a:xfrm>
            <a:prstGeom prst="rect">
              <a:avLst/>
            </a:prstGeom>
          </p:spPr>
        </p:pic>
      </p:grpSp>
      <p:grpSp>
        <p:nvGrpSpPr>
          <p:cNvPr id="71" name="object 71" descr=""/>
          <p:cNvGrpSpPr/>
          <p:nvPr/>
        </p:nvGrpSpPr>
        <p:grpSpPr>
          <a:xfrm>
            <a:off x="5170932" y="1438465"/>
            <a:ext cx="554355" cy="203200"/>
            <a:chOff x="5170932" y="1438465"/>
            <a:chExt cx="554355" cy="203200"/>
          </a:xfrm>
        </p:grpSpPr>
        <p:pic>
          <p:nvPicPr>
            <p:cNvPr id="72" name="object 72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318950" y="1438465"/>
              <a:ext cx="106775" cy="143446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170932" y="1444656"/>
              <a:ext cx="106775" cy="137255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456205" y="1438465"/>
              <a:ext cx="268510" cy="202977"/>
            </a:xfrm>
            <a:prstGeom prst="rect">
              <a:avLst/>
            </a:prstGeom>
          </p:spPr>
        </p:pic>
      </p:grpSp>
      <p:grpSp>
        <p:nvGrpSpPr>
          <p:cNvPr id="75" name="object 75" descr=""/>
          <p:cNvGrpSpPr/>
          <p:nvPr/>
        </p:nvGrpSpPr>
        <p:grpSpPr>
          <a:xfrm>
            <a:off x="5857398" y="1351502"/>
            <a:ext cx="645795" cy="302260"/>
            <a:chOff x="5857398" y="1351502"/>
            <a:chExt cx="645795" cy="302260"/>
          </a:xfrm>
        </p:grpSpPr>
        <p:sp>
          <p:nvSpPr>
            <p:cNvPr id="76" name="object 76" descr=""/>
            <p:cNvSpPr/>
            <p:nvPr/>
          </p:nvSpPr>
          <p:spPr>
            <a:xfrm>
              <a:off x="5857398" y="1351502"/>
              <a:ext cx="78105" cy="302260"/>
            </a:xfrm>
            <a:custGeom>
              <a:avLst/>
              <a:gdLst/>
              <a:ahLst/>
              <a:cxnLst/>
              <a:rect l="l" t="t" r="r" b="b"/>
              <a:pathLst>
                <a:path w="78104" h="302260">
                  <a:moveTo>
                    <a:pt x="77724" y="302132"/>
                  </a:moveTo>
                  <a:lnTo>
                    <a:pt x="57912" y="302132"/>
                  </a:lnTo>
                  <a:lnTo>
                    <a:pt x="43076" y="287128"/>
                  </a:lnTo>
                  <a:lnTo>
                    <a:pt x="23812" y="258675"/>
                  </a:lnTo>
                  <a:lnTo>
                    <a:pt x="7119" y="214184"/>
                  </a:lnTo>
                  <a:lnTo>
                    <a:pt x="0" y="151066"/>
                  </a:lnTo>
                  <a:lnTo>
                    <a:pt x="666" y="133205"/>
                  </a:lnTo>
                  <a:lnTo>
                    <a:pt x="7715" y="88875"/>
                  </a:lnTo>
                  <a:lnTo>
                    <a:pt x="26408" y="39942"/>
                  </a:lnTo>
                  <a:lnTo>
                    <a:pt x="49315" y="8730"/>
                  </a:lnTo>
                  <a:lnTo>
                    <a:pt x="57912" y="0"/>
                  </a:lnTo>
                  <a:lnTo>
                    <a:pt x="77724" y="0"/>
                  </a:lnTo>
                  <a:lnTo>
                    <a:pt x="68746" y="8706"/>
                  </a:lnTo>
                  <a:lnTo>
                    <a:pt x="58483" y="21574"/>
                  </a:lnTo>
                  <a:lnTo>
                    <a:pt x="38100" y="62579"/>
                  </a:lnTo>
                  <a:lnTo>
                    <a:pt x="26098" y="114288"/>
                  </a:lnTo>
                  <a:lnTo>
                    <a:pt x="24384" y="151066"/>
                  </a:lnTo>
                  <a:lnTo>
                    <a:pt x="30575" y="213970"/>
                  </a:lnTo>
                  <a:lnTo>
                    <a:pt x="45339" y="258103"/>
                  </a:lnTo>
                  <a:lnTo>
                    <a:pt x="62960" y="286485"/>
                  </a:lnTo>
                  <a:lnTo>
                    <a:pt x="77724" y="3021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964174" y="1368361"/>
              <a:ext cx="105251" cy="216598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110573" y="1438465"/>
              <a:ext cx="106775" cy="143446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243256" y="1444656"/>
              <a:ext cx="131254" cy="134207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95847" y="1438465"/>
              <a:ext cx="106775" cy="143446"/>
            </a:xfrm>
            <a:prstGeom prst="rect">
              <a:avLst/>
            </a:prstGeom>
          </p:spPr>
        </p:pic>
      </p:grpSp>
      <p:pic>
        <p:nvPicPr>
          <p:cNvPr id="81" name="object 81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6638353" y="1372933"/>
            <a:ext cx="125063" cy="212026"/>
          </a:xfrm>
          <a:prstGeom prst="rect">
            <a:avLst/>
          </a:prstGeom>
        </p:spPr>
      </p:pic>
      <p:sp>
        <p:nvSpPr>
          <p:cNvPr id="82" name="object 82" descr=""/>
          <p:cNvSpPr/>
          <p:nvPr/>
        </p:nvSpPr>
        <p:spPr>
          <a:xfrm>
            <a:off x="6793979" y="1402244"/>
            <a:ext cx="201295" cy="200660"/>
          </a:xfrm>
          <a:custGeom>
            <a:avLst/>
            <a:gdLst/>
            <a:ahLst/>
            <a:cxnLst/>
            <a:rect l="l" t="t" r="r" b="b"/>
            <a:pathLst>
              <a:path w="201295" h="200659">
                <a:moveTo>
                  <a:pt x="201269" y="93980"/>
                </a:moveTo>
                <a:lnTo>
                  <a:pt x="106781" y="93980"/>
                </a:lnTo>
                <a:lnTo>
                  <a:pt x="106781" y="0"/>
                </a:lnTo>
                <a:lnTo>
                  <a:pt x="94488" y="0"/>
                </a:lnTo>
                <a:lnTo>
                  <a:pt x="94488" y="93980"/>
                </a:lnTo>
                <a:lnTo>
                  <a:pt x="0" y="93980"/>
                </a:lnTo>
                <a:lnTo>
                  <a:pt x="0" y="100330"/>
                </a:lnTo>
                <a:lnTo>
                  <a:pt x="0" y="106680"/>
                </a:lnTo>
                <a:lnTo>
                  <a:pt x="94488" y="106680"/>
                </a:lnTo>
                <a:lnTo>
                  <a:pt x="94488" y="200660"/>
                </a:lnTo>
                <a:lnTo>
                  <a:pt x="106781" y="200660"/>
                </a:lnTo>
                <a:lnTo>
                  <a:pt x="106781" y="106680"/>
                </a:lnTo>
                <a:lnTo>
                  <a:pt x="201269" y="106680"/>
                </a:lnTo>
                <a:lnTo>
                  <a:pt x="201269" y="100330"/>
                </a:lnTo>
                <a:lnTo>
                  <a:pt x="201269" y="939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3" name="object 83" descr=""/>
          <p:cNvGrpSpPr/>
          <p:nvPr/>
        </p:nvGrpSpPr>
        <p:grpSpPr>
          <a:xfrm>
            <a:off x="7120413" y="1365313"/>
            <a:ext cx="327025" cy="217170"/>
            <a:chOff x="7120413" y="1365313"/>
            <a:chExt cx="327025" cy="217170"/>
          </a:xfrm>
        </p:grpSpPr>
        <p:pic>
          <p:nvPicPr>
            <p:cNvPr id="84" name="object 84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120413" y="1365313"/>
              <a:ext cx="227266" cy="216598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373588" y="1439989"/>
              <a:ext cx="73247" cy="138874"/>
            </a:xfrm>
            <a:prstGeom prst="rect">
              <a:avLst/>
            </a:prstGeom>
          </p:spPr>
        </p:pic>
      </p:grpSp>
      <p:grpSp>
        <p:nvGrpSpPr>
          <p:cNvPr id="86" name="object 86" descr=""/>
          <p:cNvGrpSpPr/>
          <p:nvPr/>
        </p:nvGrpSpPr>
        <p:grpSpPr>
          <a:xfrm>
            <a:off x="7575803" y="1368551"/>
            <a:ext cx="173355" cy="213360"/>
            <a:chOff x="7575803" y="1368551"/>
            <a:chExt cx="173355" cy="213360"/>
          </a:xfrm>
        </p:grpSpPr>
        <p:sp>
          <p:nvSpPr>
            <p:cNvPr id="87" name="object 87" descr=""/>
            <p:cNvSpPr/>
            <p:nvPr/>
          </p:nvSpPr>
          <p:spPr>
            <a:xfrm>
              <a:off x="7575803" y="1368551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19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640478" y="1438465"/>
              <a:ext cx="108299" cy="143446"/>
            </a:xfrm>
            <a:prstGeom prst="rect">
              <a:avLst/>
            </a:prstGeom>
          </p:spPr>
        </p:pic>
      </p:grpSp>
      <p:pic>
        <p:nvPicPr>
          <p:cNvPr id="89" name="object 89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7794593" y="1439989"/>
            <a:ext cx="190690" cy="138874"/>
          </a:xfrm>
          <a:prstGeom prst="rect">
            <a:avLst/>
          </a:prstGeom>
        </p:spPr>
      </p:pic>
      <p:grpSp>
        <p:nvGrpSpPr>
          <p:cNvPr id="90" name="object 90" descr=""/>
          <p:cNvGrpSpPr/>
          <p:nvPr/>
        </p:nvGrpSpPr>
        <p:grpSpPr>
          <a:xfrm>
            <a:off x="8034051" y="1351502"/>
            <a:ext cx="651510" cy="302260"/>
            <a:chOff x="8034051" y="1351502"/>
            <a:chExt cx="651510" cy="302260"/>
          </a:xfrm>
        </p:grpSpPr>
        <p:pic>
          <p:nvPicPr>
            <p:cNvPr id="91" name="object 91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185117" y="1368361"/>
              <a:ext cx="120491" cy="213550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8034051" y="1368361"/>
              <a:ext cx="120491" cy="213550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346757" y="1438465"/>
              <a:ext cx="108299" cy="143446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484012" y="1438465"/>
              <a:ext cx="100679" cy="143446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8609075" y="1351502"/>
              <a:ext cx="76835" cy="302260"/>
            </a:xfrm>
            <a:custGeom>
              <a:avLst/>
              <a:gdLst/>
              <a:ahLst/>
              <a:cxnLst/>
              <a:rect l="l" t="t" r="r" b="b"/>
              <a:pathLst>
                <a:path w="76834" h="302260">
                  <a:moveTo>
                    <a:pt x="18383" y="302132"/>
                  </a:moveTo>
                  <a:lnTo>
                    <a:pt x="0" y="302132"/>
                  </a:lnTo>
                  <a:lnTo>
                    <a:pt x="8389" y="293439"/>
                  </a:lnTo>
                  <a:lnTo>
                    <a:pt x="18752" y="280594"/>
                  </a:lnTo>
                  <a:lnTo>
                    <a:pt x="39719" y="239553"/>
                  </a:lnTo>
                  <a:lnTo>
                    <a:pt x="50387" y="187880"/>
                  </a:lnTo>
                  <a:lnTo>
                    <a:pt x="51911" y="151066"/>
                  </a:lnTo>
                  <a:lnTo>
                    <a:pt x="45742" y="88216"/>
                  </a:lnTo>
                  <a:lnTo>
                    <a:pt x="31134" y="44100"/>
                  </a:lnTo>
                  <a:lnTo>
                    <a:pt x="13937" y="15701"/>
                  </a:lnTo>
                  <a:lnTo>
                    <a:pt x="0" y="0"/>
                  </a:lnTo>
                  <a:lnTo>
                    <a:pt x="18383" y="0"/>
                  </a:lnTo>
                  <a:lnTo>
                    <a:pt x="33218" y="15701"/>
                  </a:lnTo>
                  <a:lnTo>
                    <a:pt x="52482" y="44100"/>
                  </a:lnTo>
                  <a:lnTo>
                    <a:pt x="69175" y="88216"/>
                  </a:lnTo>
                  <a:lnTo>
                    <a:pt x="76295" y="151066"/>
                  </a:lnTo>
                  <a:lnTo>
                    <a:pt x="75866" y="169838"/>
                  </a:lnTo>
                  <a:lnTo>
                    <a:pt x="69865" y="214168"/>
                  </a:lnTo>
                  <a:lnTo>
                    <a:pt x="50530" y="262230"/>
                  </a:lnTo>
                  <a:lnTo>
                    <a:pt x="27003" y="293416"/>
                  </a:lnTo>
                  <a:lnTo>
                    <a:pt x="18383" y="3021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6" name="object 96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029652" y="1835181"/>
            <a:ext cx="186023" cy="175545"/>
          </a:xfrm>
          <a:prstGeom prst="rect">
            <a:avLst/>
          </a:prstGeom>
        </p:spPr>
      </p:pic>
      <p:grpSp>
        <p:nvGrpSpPr>
          <p:cNvPr id="97" name="object 97" descr=""/>
          <p:cNvGrpSpPr/>
          <p:nvPr/>
        </p:nvGrpSpPr>
        <p:grpSpPr>
          <a:xfrm>
            <a:off x="1404842" y="1816893"/>
            <a:ext cx="412115" cy="222885"/>
            <a:chOff x="1404842" y="1816893"/>
            <a:chExt cx="412115" cy="222885"/>
          </a:xfrm>
        </p:grpSpPr>
        <p:pic>
          <p:nvPicPr>
            <p:cNvPr id="98" name="object 98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404842" y="1816893"/>
              <a:ext cx="138779" cy="222789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563528" y="1899284"/>
              <a:ext cx="198215" cy="134302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1789265" y="1835187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" name="object 101" descr=""/>
          <p:cNvGrpSpPr/>
          <p:nvPr/>
        </p:nvGrpSpPr>
        <p:grpSpPr>
          <a:xfrm>
            <a:off x="1863947" y="1896236"/>
            <a:ext cx="337185" cy="200025"/>
            <a:chOff x="1863947" y="1896236"/>
            <a:chExt cx="337185" cy="200025"/>
          </a:xfrm>
        </p:grpSpPr>
        <p:pic>
          <p:nvPicPr>
            <p:cNvPr id="102" name="object 102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863947" y="1896237"/>
              <a:ext cx="106775" cy="137350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002821" y="1896236"/>
              <a:ext cx="138779" cy="199929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2175218" y="1899386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5908" y="108305"/>
                  </a:moveTo>
                  <a:lnTo>
                    <a:pt x="0" y="108305"/>
                  </a:lnTo>
                  <a:lnTo>
                    <a:pt x="0" y="134213"/>
                  </a:lnTo>
                  <a:lnTo>
                    <a:pt x="25908" y="134213"/>
                  </a:lnTo>
                  <a:lnTo>
                    <a:pt x="25908" y="108305"/>
                  </a:lnTo>
                  <a:close/>
                </a:path>
                <a:path w="26035" h="134619">
                  <a:moveTo>
                    <a:pt x="25908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25908" y="24384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" name="object 105" descr=""/>
          <p:cNvGrpSpPr/>
          <p:nvPr/>
        </p:nvGrpSpPr>
        <p:grpSpPr>
          <a:xfrm>
            <a:off x="2393251" y="1824513"/>
            <a:ext cx="377190" cy="212725"/>
            <a:chOff x="2393251" y="1824513"/>
            <a:chExt cx="377190" cy="212725"/>
          </a:xfrm>
        </p:grpSpPr>
        <p:pic>
          <p:nvPicPr>
            <p:cNvPr id="106" name="object 106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393251" y="1824513"/>
              <a:ext cx="277653" cy="212121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696813" y="1896237"/>
              <a:ext cx="73247" cy="137350"/>
            </a:xfrm>
            <a:prstGeom prst="rect">
              <a:avLst/>
            </a:prstGeom>
          </p:spPr>
        </p:pic>
      </p:grpSp>
      <p:pic>
        <p:nvPicPr>
          <p:cNvPr id="108" name="object 108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2895123" y="1819941"/>
            <a:ext cx="161734" cy="216693"/>
          </a:xfrm>
          <a:prstGeom prst="rect">
            <a:avLst/>
          </a:prstGeom>
        </p:spPr>
      </p:pic>
      <p:pic>
        <p:nvPicPr>
          <p:cNvPr id="109" name="object 109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3105626" y="1822989"/>
            <a:ext cx="150971" cy="216693"/>
          </a:xfrm>
          <a:prstGeom prst="rect">
            <a:avLst/>
          </a:prstGeom>
        </p:spPr>
      </p:pic>
      <p:sp>
        <p:nvSpPr>
          <p:cNvPr id="110" name="object 110" descr=""/>
          <p:cNvSpPr/>
          <p:nvPr/>
        </p:nvSpPr>
        <p:spPr>
          <a:xfrm>
            <a:off x="3313176" y="1822704"/>
            <a:ext cx="27940" cy="210820"/>
          </a:xfrm>
          <a:custGeom>
            <a:avLst/>
            <a:gdLst/>
            <a:ahLst/>
            <a:cxnLst/>
            <a:rect l="l" t="t" r="r" b="b"/>
            <a:pathLst>
              <a:path w="27939" h="210819">
                <a:moveTo>
                  <a:pt x="27432" y="210312"/>
                </a:moveTo>
                <a:lnTo>
                  <a:pt x="0" y="210312"/>
                </a:lnTo>
                <a:lnTo>
                  <a:pt x="0" y="0"/>
                </a:lnTo>
                <a:lnTo>
                  <a:pt x="27432" y="0"/>
                </a:lnTo>
                <a:lnTo>
                  <a:pt x="27432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1" name="object 111" descr=""/>
          <p:cNvGrpSpPr/>
          <p:nvPr/>
        </p:nvGrpSpPr>
        <p:grpSpPr>
          <a:xfrm>
            <a:off x="3480911" y="1893188"/>
            <a:ext cx="489584" cy="143510"/>
            <a:chOff x="3480911" y="1893188"/>
            <a:chExt cx="489584" cy="143510"/>
          </a:xfrm>
        </p:grpSpPr>
        <p:pic>
          <p:nvPicPr>
            <p:cNvPr id="112" name="object 112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480911" y="1893188"/>
              <a:ext cx="265366" cy="143446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779805" y="1896236"/>
              <a:ext cx="190690" cy="137350"/>
            </a:xfrm>
            <a:prstGeom prst="rect">
              <a:avLst/>
            </a:prstGeom>
          </p:spPr>
        </p:pic>
      </p:grpSp>
      <p:grpSp>
        <p:nvGrpSpPr>
          <p:cNvPr id="114" name="object 114" descr=""/>
          <p:cNvGrpSpPr/>
          <p:nvPr/>
        </p:nvGrpSpPr>
        <p:grpSpPr>
          <a:xfrm>
            <a:off x="4020883" y="1861185"/>
            <a:ext cx="956944" cy="232410"/>
            <a:chOff x="4020883" y="1861185"/>
            <a:chExt cx="956944" cy="232410"/>
          </a:xfrm>
        </p:grpSpPr>
        <p:pic>
          <p:nvPicPr>
            <p:cNvPr id="115" name="object 115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020883" y="1896237"/>
              <a:ext cx="120491" cy="196786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168806" y="1893189"/>
              <a:ext cx="134207" cy="143446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336637" y="1896332"/>
              <a:ext cx="106775" cy="137255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478464" y="1893189"/>
              <a:ext cx="114395" cy="143446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626387" y="1896237"/>
              <a:ext cx="108299" cy="137350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4763738" y="1861185"/>
              <a:ext cx="213550" cy="175450"/>
            </a:xfrm>
            <a:prstGeom prst="rect">
              <a:avLst/>
            </a:prstGeom>
          </p:spPr>
        </p:pic>
      </p:grpSp>
      <p:pic>
        <p:nvPicPr>
          <p:cNvPr id="121" name="object 121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5100827" y="1893188"/>
            <a:ext cx="106775" cy="143446"/>
          </a:xfrm>
          <a:prstGeom prst="rect">
            <a:avLst/>
          </a:prstGeom>
        </p:spPr>
      </p:pic>
      <p:grpSp>
        <p:nvGrpSpPr>
          <p:cNvPr id="122" name="object 122" descr=""/>
          <p:cNvGrpSpPr/>
          <p:nvPr/>
        </p:nvGrpSpPr>
        <p:grpSpPr>
          <a:xfrm>
            <a:off x="5254847" y="1822989"/>
            <a:ext cx="262890" cy="213995"/>
            <a:chOff x="5254847" y="1822989"/>
            <a:chExt cx="262890" cy="213995"/>
          </a:xfrm>
        </p:grpSpPr>
        <p:pic>
          <p:nvPicPr>
            <p:cNvPr id="123" name="object 123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254847" y="1896236"/>
              <a:ext cx="106775" cy="137350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396674" y="1822989"/>
              <a:ext cx="120586" cy="213645"/>
            </a:xfrm>
            <a:prstGeom prst="rect">
              <a:avLst/>
            </a:prstGeom>
          </p:spPr>
        </p:pic>
      </p:grpSp>
      <p:grpSp>
        <p:nvGrpSpPr>
          <p:cNvPr id="125" name="object 125" descr=""/>
          <p:cNvGrpSpPr/>
          <p:nvPr/>
        </p:nvGrpSpPr>
        <p:grpSpPr>
          <a:xfrm>
            <a:off x="5652992" y="1861185"/>
            <a:ext cx="654685" cy="175895"/>
            <a:chOff x="5652992" y="1861185"/>
            <a:chExt cx="654685" cy="175895"/>
          </a:xfrm>
        </p:grpSpPr>
        <p:pic>
          <p:nvPicPr>
            <p:cNvPr id="126" name="object 126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652992" y="1893189"/>
              <a:ext cx="388906" cy="143446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075521" y="1896237"/>
              <a:ext cx="106775" cy="137350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212871" y="1861185"/>
              <a:ext cx="94487" cy="175450"/>
            </a:xfrm>
            <a:prstGeom prst="rect">
              <a:avLst/>
            </a:prstGeom>
          </p:spPr>
        </p:pic>
      </p:grpSp>
      <p:grpSp>
        <p:nvGrpSpPr>
          <p:cNvPr id="129" name="object 129" descr=""/>
          <p:cNvGrpSpPr/>
          <p:nvPr/>
        </p:nvGrpSpPr>
        <p:grpSpPr>
          <a:xfrm>
            <a:off x="6443091" y="1822989"/>
            <a:ext cx="255270" cy="213995"/>
            <a:chOff x="6443091" y="1822989"/>
            <a:chExt cx="255270" cy="213995"/>
          </a:xfrm>
        </p:grpSpPr>
        <p:pic>
          <p:nvPicPr>
            <p:cNvPr id="130" name="object 130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6443091" y="1822989"/>
              <a:ext cx="106775" cy="210597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591109" y="1893188"/>
              <a:ext cx="106775" cy="143446"/>
            </a:xfrm>
            <a:prstGeom prst="rect">
              <a:avLst/>
            </a:prstGeom>
          </p:spPr>
        </p:pic>
      </p:grpSp>
      <p:grpSp>
        <p:nvGrpSpPr>
          <p:cNvPr id="132" name="object 132" descr=""/>
          <p:cNvGrpSpPr/>
          <p:nvPr/>
        </p:nvGrpSpPr>
        <p:grpSpPr>
          <a:xfrm>
            <a:off x="6743604" y="1822989"/>
            <a:ext cx="264160" cy="213995"/>
            <a:chOff x="6743604" y="1822989"/>
            <a:chExt cx="264160" cy="213995"/>
          </a:xfrm>
        </p:grpSpPr>
        <p:pic>
          <p:nvPicPr>
            <p:cNvPr id="133" name="object 133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743604" y="1896236"/>
              <a:ext cx="106775" cy="137350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6886955" y="1822989"/>
              <a:ext cx="120586" cy="213645"/>
            </a:xfrm>
            <a:prstGeom prst="rect">
              <a:avLst/>
            </a:prstGeom>
          </p:spPr>
        </p:pic>
      </p:grpSp>
      <p:sp>
        <p:nvSpPr>
          <p:cNvPr id="135" name="object 135" descr=""/>
          <p:cNvSpPr/>
          <p:nvPr/>
        </p:nvSpPr>
        <p:spPr>
          <a:xfrm>
            <a:off x="7056119" y="1822704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59" h="210819">
                <a:moveTo>
                  <a:pt x="22860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60" y="0"/>
                </a:lnTo>
                <a:lnTo>
                  <a:pt x="22860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 descr=""/>
          <p:cNvSpPr/>
          <p:nvPr/>
        </p:nvSpPr>
        <p:spPr>
          <a:xfrm>
            <a:off x="7126503" y="1835187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40" h="198755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7940" h="198755">
                <a:moveTo>
                  <a:pt x="27432" y="0"/>
                </a:moveTo>
                <a:lnTo>
                  <a:pt x="0" y="0"/>
                </a:lnTo>
                <a:lnTo>
                  <a:pt x="0" y="27520"/>
                </a:lnTo>
                <a:lnTo>
                  <a:pt x="27432" y="27520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7" name="object 137" descr=""/>
          <p:cNvGrpSpPr/>
          <p:nvPr/>
        </p:nvGrpSpPr>
        <p:grpSpPr>
          <a:xfrm>
            <a:off x="7199661" y="1896236"/>
            <a:ext cx="279400" cy="200025"/>
            <a:chOff x="7199661" y="1896236"/>
            <a:chExt cx="279400" cy="200025"/>
          </a:xfrm>
        </p:grpSpPr>
        <p:pic>
          <p:nvPicPr>
            <p:cNvPr id="138" name="object 138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199661" y="1896237"/>
              <a:ext cx="108299" cy="137350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7340059" y="1896236"/>
              <a:ext cx="138779" cy="199929"/>
            </a:xfrm>
            <a:prstGeom prst="rect">
              <a:avLst/>
            </a:prstGeom>
          </p:spPr>
        </p:pic>
      </p:grpSp>
      <p:pic>
        <p:nvPicPr>
          <p:cNvPr id="140" name="object 140" descr="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1029652" y="2290000"/>
            <a:ext cx="186023" cy="175450"/>
          </a:xfrm>
          <a:prstGeom prst="rect">
            <a:avLst/>
          </a:prstGeom>
        </p:spPr>
      </p:pic>
      <p:grpSp>
        <p:nvGrpSpPr>
          <p:cNvPr id="141" name="object 141" descr=""/>
          <p:cNvGrpSpPr/>
          <p:nvPr/>
        </p:nvGrpSpPr>
        <p:grpSpPr>
          <a:xfrm>
            <a:off x="1400270" y="2277713"/>
            <a:ext cx="706755" cy="210820"/>
            <a:chOff x="1400270" y="2277713"/>
            <a:chExt cx="706755" cy="210820"/>
          </a:xfrm>
        </p:grpSpPr>
        <p:pic>
          <p:nvPicPr>
            <p:cNvPr id="142" name="object 142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400270" y="2277713"/>
              <a:ext cx="184594" cy="210597"/>
            </a:xfrm>
            <a:prstGeom prst="rect">
              <a:avLst/>
            </a:prstGeom>
          </p:spPr>
        </p:pic>
        <p:sp>
          <p:nvSpPr>
            <p:cNvPr id="143" name="object 143" descr=""/>
            <p:cNvSpPr/>
            <p:nvPr/>
          </p:nvSpPr>
          <p:spPr>
            <a:xfrm>
              <a:off x="1563528" y="2277713"/>
              <a:ext cx="278130" cy="210820"/>
            </a:xfrm>
            <a:custGeom>
              <a:avLst/>
              <a:gdLst/>
              <a:ahLst/>
              <a:cxnLst/>
              <a:rect l="l" t="t" r="r" b="b"/>
              <a:pathLst>
                <a:path w="278130" h="210819">
                  <a:moveTo>
                    <a:pt x="86867" y="210597"/>
                  </a:moveTo>
                  <a:lnTo>
                    <a:pt x="62483" y="210597"/>
                  </a:lnTo>
                  <a:lnTo>
                    <a:pt x="0" y="0"/>
                  </a:lnTo>
                  <a:lnTo>
                    <a:pt x="27431" y="0"/>
                  </a:lnTo>
                  <a:lnTo>
                    <a:pt x="51815" y="85439"/>
                  </a:lnTo>
                  <a:lnTo>
                    <a:pt x="65531" y="137350"/>
                  </a:lnTo>
                  <a:lnTo>
                    <a:pt x="68508" y="147567"/>
                  </a:lnTo>
                  <a:lnTo>
                    <a:pt x="72199" y="161936"/>
                  </a:lnTo>
                  <a:lnTo>
                    <a:pt x="75604" y="176609"/>
                  </a:lnTo>
                  <a:lnTo>
                    <a:pt x="77723" y="187737"/>
                  </a:lnTo>
                  <a:lnTo>
                    <a:pt x="93508" y="187737"/>
                  </a:lnTo>
                  <a:lnTo>
                    <a:pt x="86867" y="210597"/>
                  </a:lnTo>
                  <a:close/>
                </a:path>
                <a:path w="278130" h="210819">
                  <a:moveTo>
                    <a:pt x="93508" y="187737"/>
                  </a:moveTo>
                  <a:lnTo>
                    <a:pt x="77723" y="187737"/>
                  </a:lnTo>
                  <a:lnTo>
                    <a:pt x="81083" y="169512"/>
                  </a:lnTo>
                  <a:lnTo>
                    <a:pt x="87451" y="144018"/>
                  </a:lnTo>
                  <a:lnTo>
                    <a:pt x="94694" y="117094"/>
                  </a:lnTo>
                  <a:lnTo>
                    <a:pt x="100679" y="94583"/>
                  </a:lnTo>
                  <a:lnTo>
                    <a:pt x="128111" y="0"/>
                  </a:lnTo>
                  <a:lnTo>
                    <a:pt x="152495" y="0"/>
                  </a:lnTo>
                  <a:lnTo>
                    <a:pt x="158870" y="22860"/>
                  </a:lnTo>
                  <a:lnTo>
                    <a:pt x="138779" y="22860"/>
                  </a:lnTo>
                  <a:lnTo>
                    <a:pt x="135016" y="39204"/>
                  </a:lnTo>
                  <a:lnTo>
                    <a:pt x="129254" y="61817"/>
                  </a:lnTo>
                  <a:lnTo>
                    <a:pt x="122955" y="85439"/>
                  </a:lnTo>
                  <a:lnTo>
                    <a:pt x="117443" y="105346"/>
                  </a:lnTo>
                  <a:lnTo>
                    <a:pt x="93508" y="187737"/>
                  </a:lnTo>
                  <a:close/>
                </a:path>
                <a:path w="278130" h="210819">
                  <a:moveTo>
                    <a:pt x="222774" y="189261"/>
                  </a:moveTo>
                  <a:lnTo>
                    <a:pt x="204406" y="189261"/>
                  </a:lnTo>
                  <a:lnTo>
                    <a:pt x="207506" y="172259"/>
                  </a:lnTo>
                  <a:lnTo>
                    <a:pt x="207573" y="171893"/>
                  </a:lnTo>
                  <a:lnTo>
                    <a:pt x="213740" y="146685"/>
                  </a:lnTo>
                  <a:lnTo>
                    <a:pt x="221337" y="119476"/>
                  </a:lnTo>
                  <a:lnTo>
                    <a:pt x="228790" y="96107"/>
                  </a:lnTo>
                  <a:lnTo>
                    <a:pt x="256222" y="0"/>
                  </a:lnTo>
                  <a:lnTo>
                    <a:pt x="277558" y="0"/>
                  </a:lnTo>
                  <a:lnTo>
                    <a:pt x="222774" y="189261"/>
                  </a:lnTo>
                  <a:close/>
                </a:path>
                <a:path w="278130" h="210819">
                  <a:moveTo>
                    <a:pt x="216598" y="210597"/>
                  </a:moveTo>
                  <a:lnTo>
                    <a:pt x="189071" y="210597"/>
                  </a:lnTo>
                  <a:lnTo>
                    <a:pt x="155543" y="90011"/>
                  </a:lnTo>
                  <a:lnTo>
                    <a:pt x="149066" y="68602"/>
                  </a:lnTo>
                  <a:lnTo>
                    <a:pt x="143732" y="49041"/>
                  </a:lnTo>
                  <a:lnTo>
                    <a:pt x="140112" y="33178"/>
                  </a:lnTo>
                  <a:lnTo>
                    <a:pt x="138779" y="22860"/>
                  </a:lnTo>
                  <a:lnTo>
                    <a:pt x="158870" y="22860"/>
                  </a:lnTo>
                  <a:lnTo>
                    <a:pt x="181451" y="103822"/>
                  </a:lnTo>
                  <a:lnTo>
                    <a:pt x="194079" y="146104"/>
                  </a:lnTo>
                  <a:lnTo>
                    <a:pt x="200869" y="171893"/>
                  </a:lnTo>
                  <a:lnTo>
                    <a:pt x="200965" y="172259"/>
                  </a:lnTo>
                  <a:lnTo>
                    <a:pt x="203833" y="185555"/>
                  </a:lnTo>
                  <a:lnTo>
                    <a:pt x="204406" y="189261"/>
                  </a:lnTo>
                  <a:lnTo>
                    <a:pt x="222774" y="189261"/>
                  </a:lnTo>
                  <a:lnTo>
                    <a:pt x="216598" y="2105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856327" y="2280761"/>
              <a:ext cx="184594" cy="207549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2080539" y="2354008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6009" y="109918"/>
                  </a:moveTo>
                  <a:lnTo>
                    <a:pt x="0" y="109918"/>
                  </a:lnTo>
                  <a:lnTo>
                    <a:pt x="0" y="134302"/>
                  </a:lnTo>
                  <a:lnTo>
                    <a:pt x="26009" y="134302"/>
                  </a:lnTo>
                  <a:lnTo>
                    <a:pt x="26009" y="109918"/>
                  </a:lnTo>
                  <a:close/>
                </a:path>
                <a:path w="26035" h="134619">
                  <a:moveTo>
                    <a:pt x="26009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26009" y="24384"/>
                  </a:lnTo>
                  <a:lnTo>
                    <a:pt x="26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6" name="object 146" descr=""/>
          <p:cNvGrpSpPr/>
          <p:nvPr/>
        </p:nvGrpSpPr>
        <p:grpSpPr>
          <a:xfrm>
            <a:off x="2265140" y="2278729"/>
            <a:ext cx="377190" cy="212725"/>
            <a:chOff x="2265140" y="2278729"/>
            <a:chExt cx="377190" cy="212725"/>
          </a:xfrm>
        </p:grpSpPr>
        <p:pic>
          <p:nvPicPr>
            <p:cNvPr id="147" name="object 147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265140" y="2278729"/>
              <a:ext cx="277653" cy="212629"/>
            </a:xfrm>
            <a:prstGeom prst="rect">
              <a:avLst/>
            </a:prstGeom>
          </p:spPr>
        </p:pic>
        <p:pic>
          <p:nvPicPr>
            <p:cNvPr id="148" name="object 148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567177" y="2350960"/>
              <a:ext cx="74771" cy="137350"/>
            </a:xfrm>
            <a:prstGeom prst="rect">
              <a:avLst/>
            </a:prstGeom>
          </p:spPr>
        </p:pic>
      </p:grpSp>
      <p:grpSp>
        <p:nvGrpSpPr>
          <p:cNvPr id="149" name="object 149" descr=""/>
          <p:cNvGrpSpPr/>
          <p:nvPr/>
        </p:nvGrpSpPr>
        <p:grpSpPr>
          <a:xfrm>
            <a:off x="2772156" y="2278379"/>
            <a:ext cx="722630" cy="273050"/>
            <a:chOff x="2772156" y="2278379"/>
            <a:chExt cx="722630" cy="273050"/>
          </a:xfrm>
        </p:grpSpPr>
        <p:sp>
          <p:nvSpPr>
            <p:cNvPr id="150" name="object 150" descr=""/>
            <p:cNvSpPr/>
            <p:nvPr/>
          </p:nvSpPr>
          <p:spPr>
            <a:xfrm>
              <a:off x="2772156" y="227837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835687" y="2349436"/>
              <a:ext cx="393477" cy="201453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3262693" y="2354008"/>
              <a:ext cx="108394" cy="137350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3400044" y="2315908"/>
              <a:ext cx="94583" cy="175450"/>
            </a:xfrm>
            <a:prstGeom prst="rect">
              <a:avLst/>
            </a:prstGeom>
          </p:spPr>
        </p:pic>
      </p:grpSp>
      <p:grpSp>
        <p:nvGrpSpPr>
          <p:cNvPr id="154" name="object 154" descr=""/>
          <p:cNvGrpSpPr/>
          <p:nvPr/>
        </p:nvGrpSpPr>
        <p:grpSpPr>
          <a:xfrm>
            <a:off x="3628834" y="2349436"/>
            <a:ext cx="340360" cy="142240"/>
            <a:chOff x="3628834" y="2349436"/>
            <a:chExt cx="340360" cy="142240"/>
          </a:xfrm>
        </p:grpSpPr>
        <p:pic>
          <p:nvPicPr>
            <p:cNvPr id="155" name="object 155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3628834" y="2350960"/>
              <a:ext cx="192214" cy="137350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860673" y="2349436"/>
              <a:ext cx="108299" cy="141922"/>
            </a:xfrm>
            <a:prstGeom prst="rect">
              <a:avLst/>
            </a:prstGeom>
          </p:spPr>
        </p:pic>
      </p:grpSp>
      <p:grpSp>
        <p:nvGrpSpPr>
          <p:cNvPr id="157" name="object 157" descr=""/>
          <p:cNvGrpSpPr/>
          <p:nvPr/>
        </p:nvGrpSpPr>
        <p:grpSpPr>
          <a:xfrm>
            <a:off x="4014787" y="2349436"/>
            <a:ext cx="929005" cy="201930"/>
            <a:chOff x="4014787" y="2349436"/>
            <a:chExt cx="929005" cy="201930"/>
          </a:xfrm>
        </p:grpSpPr>
        <p:pic>
          <p:nvPicPr>
            <p:cNvPr id="158" name="object 158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4014787" y="2350960"/>
              <a:ext cx="106775" cy="137350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162710" y="2349436"/>
              <a:ext cx="106775" cy="141922"/>
            </a:xfrm>
            <a:prstGeom prst="rect">
              <a:avLst/>
            </a:prstGeom>
          </p:spPr>
        </p:pic>
        <p:pic>
          <p:nvPicPr>
            <p:cNvPr id="160" name="object 160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4299966" y="2349436"/>
              <a:ext cx="268509" cy="201453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4602003" y="2350960"/>
              <a:ext cx="190690" cy="137350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827746" y="2349436"/>
              <a:ext cx="115919" cy="141922"/>
            </a:xfrm>
            <a:prstGeom prst="rect">
              <a:avLst/>
            </a:prstGeom>
          </p:spPr>
        </p:pic>
      </p:grpSp>
      <p:grpSp>
        <p:nvGrpSpPr>
          <p:cNvPr id="163" name="object 163" descr=""/>
          <p:cNvGrpSpPr/>
          <p:nvPr/>
        </p:nvGrpSpPr>
        <p:grpSpPr>
          <a:xfrm>
            <a:off x="4977288" y="2315908"/>
            <a:ext cx="232410" cy="175895"/>
            <a:chOff x="4977288" y="2315908"/>
            <a:chExt cx="232410" cy="175895"/>
          </a:xfrm>
        </p:grpSpPr>
        <p:pic>
          <p:nvPicPr>
            <p:cNvPr id="164" name="object 164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5114544" y="2315908"/>
              <a:ext cx="94583" cy="175450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977288" y="2350960"/>
              <a:ext cx="106775" cy="137350"/>
            </a:xfrm>
            <a:prstGeom prst="rect">
              <a:avLst/>
            </a:prstGeom>
          </p:spPr>
        </p:pic>
      </p:grpSp>
      <p:pic>
        <p:nvPicPr>
          <p:cNvPr id="166" name="object 166" descr="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5335714" y="2349436"/>
            <a:ext cx="106775" cy="141922"/>
          </a:xfrm>
          <a:prstGeom prst="rect">
            <a:avLst/>
          </a:prstGeom>
        </p:spPr>
      </p:pic>
      <p:grpSp>
        <p:nvGrpSpPr>
          <p:cNvPr id="167" name="object 167" descr=""/>
          <p:cNvGrpSpPr/>
          <p:nvPr/>
        </p:nvGrpSpPr>
        <p:grpSpPr>
          <a:xfrm>
            <a:off x="5488209" y="2277713"/>
            <a:ext cx="264160" cy="213995"/>
            <a:chOff x="5488209" y="2277713"/>
            <a:chExt cx="264160" cy="213995"/>
          </a:xfrm>
        </p:grpSpPr>
        <p:pic>
          <p:nvPicPr>
            <p:cNvPr id="168" name="object 168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631656" y="2277713"/>
              <a:ext cx="120491" cy="213645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488209" y="2350960"/>
              <a:ext cx="106775" cy="137350"/>
            </a:xfrm>
            <a:prstGeom prst="rect">
              <a:avLst/>
            </a:prstGeom>
          </p:spPr>
        </p:pic>
      </p:grpSp>
      <p:grpSp>
        <p:nvGrpSpPr>
          <p:cNvPr id="170" name="object 170" descr=""/>
          <p:cNvGrpSpPr/>
          <p:nvPr/>
        </p:nvGrpSpPr>
        <p:grpSpPr>
          <a:xfrm>
            <a:off x="5887878" y="2315908"/>
            <a:ext cx="654685" cy="175895"/>
            <a:chOff x="5887878" y="2315908"/>
            <a:chExt cx="654685" cy="175895"/>
          </a:xfrm>
        </p:grpSpPr>
        <p:pic>
          <p:nvPicPr>
            <p:cNvPr id="171" name="object 171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5887878" y="2349436"/>
              <a:ext cx="389001" cy="141922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6310407" y="2350960"/>
              <a:ext cx="106775" cy="137350"/>
            </a:xfrm>
            <a:prstGeom prst="rect">
              <a:avLst/>
            </a:prstGeom>
          </p:spPr>
        </p:pic>
        <p:pic>
          <p:nvPicPr>
            <p:cNvPr id="173" name="object 173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6447758" y="2315908"/>
              <a:ext cx="94487" cy="175450"/>
            </a:xfrm>
            <a:prstGeom prst="rect">
              <a:avLst/>
            </a:prstGeom>
          </p:spPr>
        </p:pic>
      </p:grpSp>
      <p:sp>
        <p:nvSpPr>
          <p:cNvPr id="174" name="object 174" descr=""/>
          <p:cNvSpPr/>
          <p:nvPr/>
        </p:nvSpPr>
        <p:spPr>
          <a:xfrm>
            <a:off x="6676644" y="2278379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59" h="210819">
                <a:moveTo>
                  <a:pt x="228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59" y="0"/>
                </a:lnTo>
                <a:lnTo>
                  <a:pt x="22859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5" name="object 175" descr=""/>
          <p:cNvGrpSpPr/>
          <p:nvPr/>
        </p:nvGrpSpPr>
        <p:grpSpPr>
          <a:xfrm>
            <a:off x="6746652" y="2289905"/>
            <a:ext cx="912494" cy="201930"/>
            <a:chOff x="6746652" y="2289905"/>
            <a:chExt cx="912494" cy="201930"/>
          </a:xfrm>
        </p:grpSpPr>
        <p:sp>
          <p:nvSpPr>
            <p:cNvPr id="176" name="object 176" descr=""/>
            <p:cNvSpPr/>
            <p:nvPr/>
          </p:nvSpPr>
          <p:spPr>
            <a:xfrm>
              <a:off x="6746646" y="228991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40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6804659" y="2315813"/>
              <a:ext cx="207454" cy="175545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7031926" y="2349436"/>
              <a:ext cx="114395" cy="141922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7179849" y="2350960"/>
              <a:ext cx="106775" cy="137350"/>
            </a:xfrm>
            <a:prstGeom prst="rect">
              <a:avLst/>
            </a:prstGeom>
          </p:spPr>
        </p:pic>
        <p:pic>
          <p:nvPicPr>
            <p:cNvPr id="180" name="object 180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7321771" y="2349436"/>
              <a:ext cx="115919" cy="141922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7471219" y="2349436"/>
              <a:ext cx="187642" cy="141922"/>
            </a:xfrm>
            <a:prstGeom prst="rect">
              <a:avLst/>
            </a:prstGeom>
          </p:spPr>
        </p:pic>
      </p:grpSp>
      <p:pic>
        <p:nvPicPr>
          <p:cNvPr id="182" name="object 182" descr="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1029652" y="2746152"/>
            <a:ext cx="186023" cy="175450"/>
          </a:xfrm>
          <a:prstGeom prst="rect">
            <a:avLst/>
          </a:prstGeom>
        </p:spPr>
      </p:pic>
      <p:grpSp>
        <p:nvGrpSpPr>
          <p:cNvPr id="183" name="object 183" descr=""/>
          <p:cNvGrpSpPr/>
          <p:nvPr/>
        </p:nvGrpSpPr>
        <p:grpSpPr>
          <a:xfrm>
            <a:off x="1404842" y="2726340"/>
            <a:ext cx="387985" cy="224790"/>
            <a:chOff x="1404842" y="2726340"/>
            <a:chExt cx="387985" cy="224790"/>
          </a:xfrm>
        </p:grpSpPr>
        <p:pic>
          <p:nvPicPr>
            <p:cNvPr id="184" name="object 184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404842" y="2726340"/>
              <a:ext cx="138779" cy="224313"/>
            </a:xfrm>
            <a:prstGeom prst="rect">
              <a:avLst/>
            </a:prstGeom>
          </p:spPr>
        </p:pic>
        <p:pic>
          <p:nvPicPr>
            <p:cNvPr id="185" name="object 185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565052" y="2770631"/>
              <a:ext cx="96107" cy="176974"/>
            </a:xfrm>
            <a:prstGeom prst="rect">
              <a:avLst/>
            </a:prstGeom>
          </p:spPr>
        </p:pic>
        <p:pic>
          <p:nvPicPr>
            <p:cNvPr id="186" name="object 186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685543" y="2804160"/>
              <a:ext cx="106775" cy="143446"/>
            </a:xfrm>
            <a:prstGeom prst="rect">
              <a:avLst/>
            </a:prstGeom>
          </p:spPr>
        </p:pic>
      </p:grpSp>
      <p:pic>
        <p:nvPicPr>
          <p:cNvPr id="187" name="object 187" descr="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1839563" y="2805684"/>
            <a:ext cx="106775" cy="137350"/>
          </a:xfrm>
          <a:prstGeom prst="rect">
            <a:avLst/>
          </a:prstGeom>
        </p:spPr>
      </p:pic>
      <p:grpSp>
        <p:nvGrpSpPr>
          <p:cNvPr id="188" name="object 188" descr=""/>
          <p:cNvGrpSpPr/>
          <p:nvPr/>
        </p:nvGrpSpPr>
        <p:grpSpPr>
          <a:xfrm>
            <a:off x="1981485" y="2733960"/>
            <a:ext cx="517525" cy="213995"/>
            <a:chOff x="1981485" y="2733960"/>
            <a:chExt cx="517525" cy="213995"/>
          </a:xfrm>
        </p:grpSpPr>
        <p:pic>
          <p:nvPicPr>
            <p:cNvPr id="189" name="object 189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2143125" y="2804160"/>
              <a:ext cx="106775" cy="143446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981485" y="2733960"/>
              <a:ext cx="120491" cy="213645"/>
            </a:xfrm>
            <a:prstGeom prst="rect">
              <a:avLst/>
            </a:prstGeom>
          </p:spPr>
        </p:pic>
        <p:pic>
          <p:nvPicPr>
            <p:cNvPr id="191" name="object 191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2289619" y="2734056"/>
              <a:ext cx="208883" cy="213550"/>
            </a:xfrm>
            <a:prstGeom prst="rect">
              <a:avLst/>
            </a:prstGeom>
          </p:spPr>
        </p:pic>
      </p:grpSp>
      <p:grpSp>
        <p:nvGrpSpPr>
          <p:cNvPr id="192" name="object 192" descr=""/>
          <p:cNvGrpSpPr/>
          <p:nvPr/>
        </p:nvGrpSpPr>
        <p:grpSpPr>
          <a:xfrm>
            <a:off x="2652617" y="2733960"/>
            <a:ext cx="184785" cy="209550"/>
            <a:chOff x="2652617" y="2733960"/>
            <a:chExt cx="184785" cy="209550"/>
          </a:xfrm>
        </p:grpSpPr>
        <p:pic>
          <p:nvPicPr>
            <p:cNvPr id="193" name="object 193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2652617" y="2733960"/>
              <a:ext cx="122015" cy="209073"/>
            </a:xfrm>
            <a:prstGeom prst="rect">
              <a:avLst/>
            </a:prstGeom>
          </p:spPr>
        </p:pic>
        <p:sp>
          <p:nvSpPr>
            <p:cNvPr id="194" name="object 194" descr=""/>
            <p:cNvSpPr/>
            <p:nvPr/>
          </p:nvSpPr>
          <p:spPr>
            <a:xfrm>
              <a:off x="2809684" y="274463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109"/>
                  </a:moveTo>
                  <a:lnTo>
                    <a:pt x="3048" y="64109"/>
                  </a:lnTo>
                  <a:lnTo>
                    <a:pt x="3048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5" name="object 195" descr=""/>
          <p:cNvGrpSpPr/>
          <p:nvPr/>
        </p:nvGrpSpPr>
        <p:grpSpPr>
          <a:xfrm>
            <a:off x="2884455" y="2733960"/>
            <a:ext cx="843915" cy="213995"/>
            <a:chOff x="2884455" y="2733960"/>
            <a:chExt cx="843915" cy="213995"/>
          </a:xfrm>
        </p:grpSpPr>
        <p:pic>
          <p:nvPicPr>
            <p:cNvPr id="196" name="object 196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2884455" y="2733960"/>
              <a:ext cx="120491" cy="213645"/>
            </a:xfrm>
            <a:prstGeom prst="rect">
              <a:avLst/>
            </a:prstGeom>
          </p:spPr>
        </p:pic>
        <p:pic>
          <p:nvPicPr>
            <p:cNvPr id="197" name="object 197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3032474" y="2805684"/>
              <a:ext cx="74675" cy="137350"/>
            </a:xfrm>
            <a:prstGeom prst="rect">
              <a:avLst/>
            </a:prstGeom>
          </p:spPr>
        </p:pic>
        <p:pic>
          <p:nvPicPr>
            <p:cNvPr id="198" name="object 198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3126962" y="2804160"/>
              <a:ext cx="108299" cy="143446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3271932" y="2805684"/>
              <a:ext cx="74675" cy="137350"/>
            </a:xfrm>
            <a:prstGeom prst="rect">
              <a:avLst/>
            </a:prstGeom>
          </p:spPr>
        </p:pic>
        <p:sp>
          <p:nvSpPr>
            <p:cNvPr id="200" name="object 200" descr=""/>
            <p:cNvSpPr/>
            <p:nvPr/>
          </p:nvSpPr>
          <p:spPr>
            <a:xfrm>
              <a:off x="3374123" y="2744634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5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5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1" name="object 201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3433571" y="2804159"/>
              <a:ext cx="233362" cy="143446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3702075" y="2808744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5908" y="109816"/>
                  </a:moveTo>
                  <a:lnTo>
                    <a:pt x="0" y="109816"/>
                  </a:lnTo>
                  <a:lnTo>
                    <a:pt x="0" y="134302"/>
                  </a:lnTo>
                  <a:lnTo>
                    <a:pt x="25908" y="134302"/>
                  </a:lnTo>
                  <a:lnTo>
                    <a:pt x="25908" y="109816"/>
                  </a:lnTo>
                  <a:close/>
                </a:path>
                <a:path w="26035" h="134619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3" name="object 203" descr=""/>
          <p:cNvGrpSpPr/>
          <p:nvPr/>
        </p:nvGrpSpPr>
        <p:grpSpPr>
          <a:xfrm>
            <a:off x="3900296" y="2733960"/>
            <a:ext cx="1129030" cy="271780"/>
            <a:chOff x="3900296" y="2733960"/>
            <a:chExt cx="1129030" cy="271780"/>
          </a:xfrm>
        </p:grpSpPr>
        <p:pic>
          <p:nvPicPr>
            <p:cNvPr id="204" name="object 204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3900296" y="2733960"/>
              <a:ext cx="184594" cy="209073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4118419" y="2805588"/>
              <a:ext cx="73247" cy="137350"/>
            </a:xfrm>
            <a:prstGeom prst="rect">
              <a:avLst/>
            </a:prstGeom>
          </p:spPr>
        </p:pic>
        <p:pic>
          <p:nvPicPr>
            <p:cNvPr id="206" name="object 206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4220717" y="2805684"/>
              <a:ext cx="74675" cy="137350"/>
            </a:xfrm>
            <a:prstGeom prst="rect">
              <a:avLst/>
            </a:prstGeom>
          </p:spPr>
        </p:pic>
        <p:pic>
          <p:nvPicPr>
            <p:cNvPr id="207" name="object 207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4315205" y="2804160"/>
              <a:ext cx="256317" cy="201453"/>
            </a:xfrm>
            <a:prstGeom prst="rect">
              <a:avLst/>
            </a:prstGeom>
          </p:spPr>
        </p:pic>
        <p:pic>
          <p:nvPicPr>
            <p:cNvPr id="208" name="object 208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4605051" y="2733960"/>
              <a:ext cx="122015" cy="209073"/>
            </a:xfrm>
            <a:prstGeom prst="rect">
              <a:avLst/>
            </a:prstGeom>
          </p:spPr>
        </p:pic>
        <p:sp>
          <p:nvSpPr>
            <p:cNvPr id="209" name="object 209" descr=""/>
            <p:cNvSpPr/>
            <p:nvPr/>
          </p:nvSpPr>
          <p:spPr>
            <a:xfrm>
              <a:off x="4762208" y="274463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109"/>
                  </a:moveTo>
                  <a:lnTo>
                    <a:pt x="3048" y="64109"/>
                  </a:lnTo>
                  <a:lnTo>
                    <a:pt x="3048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4820126" y="2770631"/>
              <a:ext cx="208978" cy="176974"/>
            </a:xfrm>
            <a:prstGeom prst="rect">
              <a:avLst/>
            </a:prstGeom>
          </p:spPr>
        </p:pic>
      </p:grpSp>
      <p:grpSp>
        <p:nvGrpSpPr>
          <p:cNvPr id="211" name="object 211" descr=""/>
          <p:cNvGrpSpPr/>
          <p:nvPr/>
        </p:nvGrpSpPr>
        <p:grpSpPr>
          <a:xfrm>
            <a:off x="5146642" y="2729388"/>
            <a:ext cx="326390" cy="218440"/>
            <a:chOff x="5146642" y="2729388"/>
            <a:chExt cx="326390" cy="218440"/>
          </a:xfrm>
        </p:grpSpPr>
        <p:pic>
          <p:nvPicPr>
            <p:cNvPr id="212" name="object 212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5146642" y="2729388"/>
              <a:ext cx="225647" cy="218122"/>
            </a:xfrm>
            <a:prstGeom prst="rect">
              <a:avLst/>
            </a:prstGeom>
          </p:spPr>
        </p:pic>
        <p:pic>
          <p:nvPicPr>
            <p:cNvPr id="213" name="object 213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5398293" y="2805684"/>
              <a:ext cx="74675" cy="137350"/>
            </a:xfrm>
            <a:prstGeom prst="rect">
              <a:avLst/>
            </a:prstGeom>
          </p:spPr>
        </p:pic>
      </p:grpSp>
      <p:grpSp>
        <p:nvGrpSpPr>
          <p:cNvPr id="214" name="object 214" descr=""/>
          <p:cNvGrpSpPr/>
          <p:nvPr/>
        </p:nvGrpSpPr>
        <p:grpSpPr>
          <a:xfrm>
            <a:off x="5587365" y="2733960"/>
            <a:ext cx="525145" cy="213995"/>
            <a:chOff x="5587365" y="2733960"/>
            <a:chExt cx="525145" cy="213995"/>
          </a:xfrm>
        </p:grpSpPr>
        <p:pic>
          <p:nvPicPr>
            <p:cNvPr id="215" name="object 215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5587365" y="2733960"/>
              <a:ext cx="120491" cy="213645"/>
            </a:xfrm>
            <a:prstGeom prst="rect">
              <a:avLst/>
            </a:prstGeom>
          </p:spPr>
        </p:pic>
        <p:pic>
          <p:nvPicPr>
            <p:cNvPr id="216" name="object 216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5749099" y="2804160"/>
              <a:ext cx="108299" cy="143446"/>
            </a:xfrm>
            <a:prstGeom prst="rect">
              <a:avLst/>
            </a:prstGeom>
          </p:spPr>
        </p:pic>
        <p:pic>
          <p:nvPicPr>
            <p:cNvPr id="217" name="object 217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5884831" y="2770631"/>
              <a:ext cx="94583" cy="176974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6003798" y="2804160"/>
              <a:ext cx="108299" cy="143446"/>
            </a:xfrm>
            <a:prstGeom prst="rect">
              <a:avLst/>
            </a:prstGeom>
          </p:spPr>
        </p:pic>
      </p:grpSp>
      <p:grpSp>
        <p:nvGrpSpPr>
          <p:cNvPr id="219" name="object 219" descr=""/>
          <p:cNvGrpSpPr/>
          <p:nvPr/>
        </p:nvGrpSpPr>
        <p:grpSpPr>
          <a:xfrm>
            <a:off x="6243256" y="2770631"/>
            <a:ext cx="851535" cy="177165"/>
            <a:chOff x="6243256" y="2770631"/>
            <a:chExt cx="851535" cy="177165"/>
          </a:xfrm>
        </p:grpSpPr>
        <p:pic>
          <p:nvPicPr>
            <p:cNvPr id="220" name="object 220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6243256" y="2770631"/>
              <a:ext cx="207454" cy="176974"/>
            </a:xfrm>
            <a:prstGeom prst="rect">
              <a:avLst/>
            </a:prstGeom>
          </p:spPr>
        </p:pic>
        <p:pic>
          <p:nvPicPr>
            <p:cNvPr id="221" name="object 221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6484239" y="2805588"/>
              <a:ext cx="73247" cy="137350"/>
            </a:xfrm>
            <a:prstGeom prst="rect">
              <a:avLst/>
            </a:prstGeom>
          </p:spPr>
        </p:pic>
        <p:pic>
          <p:nvPicPr>
            <p:cNvPr id="222" name="object 222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6586537" y="2808732"/>
              <a:ext cx="108299" cy="138874"/>
            </a:xfrm>
            <a:prstGeom prst="rect">
              <a:avLst/>
            </a:prstGeom>
          </p:spPr>
        </p:pic>
        <p:pic>
          <p:nvPicPr>
            <p:cNvPr id="223" name="object 223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6729888" y="2770631"/>
              <a:ext cx="224218" cy="177069"/>
            </a:xfrm>
            <a:prstGeom prst="rect">
              <a:avLst/>
            </a:prstGeom>
          </p:spPr>
        </p:pic>
        <p:pic>
          <p:nvPicPr>
            <p:cNvPr id="224" name="object 224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6986111" y="2808732"/>
              <a:ext cx="108299" cy="138874"/>
            </a:xfrm>
            <a:prstGeom prst="rect">
              <a:avLst/>
            </a:prstGeom>
          </p:spPr>
        </p:pic>
      </p:grpSp>
      <p:pic>
        <p:nvPicPr>
          <p:cNvPr id="225" name="object 225" descr="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7143273" y="2804064"/>
            <a:ext cx="321849" cy="143541"/>
          </a:xfrm>
          <a:prstGeom prst="rect">
            <a:avLst/>
          </a:prstGeom>
        </p:spPr>
      </p:pic>
      <p:grpSp>
        <p:nvGrpSpPr>
          <p:cNvPr id="226" name="object 226" descr=""/>
          <p:cNvGrpSpPr/>
          <p:nvPr/>
        </p:nvGrpSpPr>
        <p:grpSpPr>
          <a:xfrm>
            <a:off x="805433" y="3185636"/>
            <a:ext cx="683895" cy="217170"/>
            <a:chOff x="805433" y="3185636"/>
            <a:chExt cx="683895" cy="217170"/>
          </a:xfrm>
        </p:grpSpPr>
        <p:pic>
          <p:nvPicPr>
            <p:cNvPr id="227" name="object 227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805433" y="3185636"/>
              <a:ext cx="176879" cy="216646"/>
            </a:xfrm>
            <a:prstGeom prst="rect">
              <a:avLst/>
            </a:prstGeom>
          </p:spPr>
        </p:pic>
        <p:pic>
          <p:nvPicPr>
            <p:cNvPr id="228" name="object 228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1008221" y="3255835"/>
              <a:ext cx="148018" cy="146494"/>
            </a:xfrm>
            <a:prstGeom prst="rect">
              <a:avLst/>
            </a:prstGeom>
          </p:spPr>
        </p:pic>
        <p:pic>
          <p:nvPicPr>
            <p:cNvPr id="229" name="object 229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185195" y="3188684"/>
              <a:ext cx="140303" cy="213645"/>
            </a:xfrm>
            <a:prstGeom prst="rect">
              <a:avLst/>
            </a:prstGeom>
          </p:spPr>
        </p:pic>
        <p:pic>
          <p:nvPicPr>
            <p:cNvPr id="230" name="object 230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1354550" y="3255835"/>
              <a:ext cx="134207" cy="146494"/>
            </a:xfrm>
            <a:prstGeom prst="rect">
              <a:avLst/>
            </a:prstGeom>
          </p:spPr>
        </p:pic>
      </p:grpSp>
      <p:grpSp>
        <p:nvGrpSpPr>
          <p:cNvPr id="231" name="object 231" descr=""/>
          <p:cNvGrpSpPr/>
          <p:nvPr/>
        </p:nvGrpSpPr>
        <p:grpSpPr>
          <a:xfrm>
            <a:off x="1624488" y="3182588"/>
            <a:ext cx="1348740" cy="222885"/>
            <a:chOff x="1624488" y="3182588"/>
            <a:chExt cx="1348740" cy="222885"/>
          </a:xfrm>
        </p:grpSpPr>
        <p:pic>
          <p:nvPicPr>
            <p:cNvPr id="232" name="object 232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624488" y="3182588"/>
              <a:ext cx="152590" cy="222694"/>
            </a:xfrm>
            <a:prstGeom prst="rect">
              <a:avLst/>
            </a:prstGeom>
          </p:spPr>
        </p:pic>
        <p:pic>
          <p:nvPicPr>
            <p:cNvPr id="233" name="object 233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801463" y="3220688"/>
              <a:ext cx="106775" cy="181641"/>
            </a:xfrm>
            <a:prstGeom prst="rect">
              <a:avLst/>
            </a:prstGeom>
          </p:spPr>
        </p:pic>
        <p:pic>
          <p:nvPicPr>
            <p:cNvPr id="234" name="object 234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935670" y="3257359"/>
              <a:ext cx="90011" cy="141922"/>
            </a:xfrm>
            <a:prstGeom prst="rect">
              <a:avLst/>
            </a:prstGeom>
          </p:spPr>
        </p:pic>
        <p:pic>
          <p:nvPicPr>
            <p:cNvPr id="235" name="object 235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2048541" y="3260407"/>
              <a:ext cx="132683" cy="141922"/>
            </a:xfrm>
            <a:prstGeom prst="rect">
              <a:avLst/>
            </a:prstGeom>
          </p:spPr>
        </p:pic>
        <p:pic>
          <p:nvPicPr>
            <p:cNvPr id="236" name="object 236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2211800" y="3220688"/>
              <a:ext cx="248602" cy="181641"/>
            </a:xfrm>
            <a:prstGeom prst="rect">
              <a:avLst/>
            </a:prstGeom>
          </p:spPr>
        </p:pic>
        <p:pic>
          <p:nvPicPr>
            <p:cNvPr id="237" name="object 237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2487834" y="3260407"/>
              <a:ext cx="132683" cy="141922"/>
            </a:xfrm>
            <a:prstGeom prst="rect">
              <a:avLst/>
            </a:prstGeom>
          </p:spPr>
        </p:pic>
        <p:pic>
          <p:nvPicPr>
            <p:cNvPr id="238" name="object 238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2658713" y="3255835"/>
              <a:ext cx="237934" cy="146494"/>
            </a:xfrm>
            <a:prstGeom prst="rect">
              <a:avLst/>
            </a:prstGeom>
          </p:spPr>
        </p:pic>
        <p:sp>
          <p:nvSpPr>
            <p:cNvPr id="239" name="object 239" descr=""/>
            <p:cNvSpPr/>
            <p:nvPr/>
          </p:nvSpPr>
          <p:spPr>
            <a:xfrm>
              <a:off x="2933217" y="3260420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5" h="139064">
                  <a:moveTo>
                    <a:pt x="39712" y="99148"/>
                  </a:moveTo>
                  <a:lnTo>
                    <a:pt x="0" y="99148"/>
                  </a:lnTo>
                  <a:lnTo>
                    <a:pt x="0" y="138874"/>
                  </a:lnTo>
                  <a:lnTo>
                    <a:pt x="39712" y="138874"/>
                  </a:lnTo>
                  <a:lnTo>
                    <a:pt x="39712" y="99148"/>
                  </a:lnTo>
                  <a:close/>
                </a:path>
                <a:path w="40005" h="139064">
                  <a:moveTo>
                    <a:pt x="39712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39712" y="39624"/>
                  </a:lnTo>
                  <a:lnTo>
                    <a:pt x="397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0" name="object 240" descr=""/>
          <p:cNvPicPr/>
          <p:nvPr/>
        </p:nvPicPr>
        <p:blipFill>
          <a:blip r:embed="rId152" cstate="print"/>
          <a:stretch>
            <a:fillRect/>
          </a:stretch>
        </p:blipFill>
        <p:spPr>
          <a:xfrm>
            <a:off x="1029652" y="3657123"/>
            <a:ext cx="186023" cy="175450"/>
          </a:xfrm>
          <a:prstGeom prst="rect">
            <a:avLst/>
          </a:prstGeom>
        </p:spPr>
      </p:pic>
      <p:grpSp>
        <p:nvGrpSpPr>
          <p:cNvPr id="241" name="object 241" descr=""/>
          <p:cNvGrpSpPr/>
          <p:nvPr/>
        </p:nvGrpSpPr>
        <p:grpSpPr>
          <a:xfrm>
            <a:off x="1404842" y="3638835"/>
            <a:ext cx="204470" cy="222885"/>
            <a:chOff x="1404842" y="3638835"/>
            <a:chExt cx="204470" cy="222885"/>
          </a:xfrm>
        </p:grpSpPr>
        <p:pic>
          <p:nvPicPr>
            <p:cNvPr id="242" name="object 242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404842" y="3638835"/>
              <a:ext cx="138779" cy="222694"/>
            </a:xfrm>
            <a:prstGeom prst="rect">
              <a:avLst/>
            </a:prstGeom>
          </p:spPr>
        </p:pic>
        <p:sp>
          <p:nvSpPr>
            <p:cNvPr id="243" name="object 243" descr=""/>
            <p:cNvSpPr/>
            <p:nvPr/>
          </p:nvSpPr>
          <p:spPr>
            <a:xfrm>
              <a:off x="1583334" y="3657028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4" h="198754">
                  <a:moveTo>
                    <a:pt x="25908" y="0"/>
                  </a:moveTo>
                  <a:lnTo>
                    <a:pt x="0" y="0"/>
                  </a:lnTo>
                  <a:lnTo>
                    <a:pt x="0" y="26009"/>
                  </a:lnTo>
                  <a:lnTo>
                    <a:pt x="25908" y="2600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4" name="object 244" descr=""/>
          <p:cNvGrpSpPr/>
          <p:nvPr/>
        </p:nvGrpSpPr>
        <p:grpSpPr>
          <a:xfrm>
            <a:off x="1656492" y="3645408"/>
            <a:ext cx="480695" cy="273050"/>
            <a:chOff x="1656492" y="3645408"/>
            <a:chExt cx="480695" cy="273050"/>
          </a:xfrm>
        </p:grpSpPr>
        <p:pic>
          <p:nvPicPr>
            <p:cNvPr id="245" name="object 245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1656492" y="3716559"/>
              <a:ext cx="106775" cy="138874"/>
            </a:xfrm>
            <a:prstGeom prst="rect">
              <a:avLst/>
            </a:prstGeom>
          </p:spPr>
        </p:pic>
        <p:pic>
          <p:nvPicPr>
            <p:cNvPr id="246" name="object 246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796891" y="3716655"/>
              <a:ext cx="138779" cy="201358"/>
            </a:xfrm>
            <a:prstGeom prst="rect">
              <a:avLst/>
            </a:prstGeom>
          </p:spPr>
        </p:pic>
        <p:sp>
          <p:nvSpPr>
            <p:cNvPr id="247" name="object 247" descr=""/>
            <p:cNvSpPr/>
            <p:nvPr/>
          </p:nvSpPr>
          <p:spPr>
            <a:xfrm>
              <a:off x="1964436" y="3645408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2022633" y="3715131"/>
              <a:ext cx="114395" cy="143446"/>
            </a:xfrm>
            <a:prstGeom prst="rect">
              <a:avLst/>
            </a:prstGeom>
          </p:spPr>
        </p:pic>
      </p:grpSp>
      <p:grpSp>
        <p:nvGrpSpPr>
          <p:cNvPr id="249" name="object 249" descr=""/>
          <p:cNvGrpSpPr/>
          <p:nvPr/>
        </p:nvGrpSpPr>
        <p:grpSpPr>
          <a:xfrm>
            <a:off x="2266664" y="3641883"/>
            <a:ext cx="587375" cy="217170"/>
            <a:chOff x="2266664" y="3641883"/>
            <a:chExt cx="587375" cy="217170"/>
          </a:xfrm>
        </p:grpSpPr>
        <p:pic>
          <p:nvPicPr>
            <p:cNvPr id="250" name="object 250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2266664" y="3641883"/>
              <a:ext cx="157162" cy="216598"/>
            </a:xfrm>
            <a:prstGeom prst="rect">
              <a:avLst/>
            </a:prstGeom>
          </p:spPr>
        </p:pic>
        <p:pic>
          <p:nvPicPr>
            <p:cNvPr id="251" name="object 251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2464974" y="3644931"/>
              <a:ext cx="106775" cy="210502"/>
            </a:xfrm>
            <a:prstGeom prst="rect">
              <a:avLst/>
            </a:prstGeom>
          </p:spPr>
        </p:pic>
        <p:pic>
          <p:nvPicPr>
            <p:cNvPr id="252" name="object 252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2606801" y="3715130"/>
              <a:ext cx="114395" cy="143446"/>
            </a:xfrm>
            <a:prstGeom prst="rect">
              <a:avLst/>
            </a:prstGeom>
          </p:spPr>
        </p:pic>
        <p:pic>
          <p:nvPicPr>
            <p:cNvPr id="253" name="object 253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2747200" y="3715035"/>
              <a:ext cx="106775" cy="143446"/>
            </a:xfrm>
            <a:prstGeom prst="rect">
              <a:avLst/>
            </a:prstGeom>
          </p:spPr>
        </p:pic>
      </p:grpSp>
      <p:grpSp>
        <p:nvGrpSpPr>
          <p:cNvPr id="254" name="object 254" descr=""/>
          <p:cNvGrpSpPr/>
          <p:nvPr/>
        </p:nvGrpSpPr>
        <p:grpSpPr>
          <a:xfrm>
            <a:off x="2901219" y="3638835"/>
            <a:ext cx="752475" cy="274955"/>
            <a:chOff x="2901219" y="3638835"/>
            <a:chExt cx="752475" cy="274955"/>
          </a:xfrm>
        </p:grpSpPr>
        <p:pic>
          <p:nvPicPr>
            <p:cNvPr id="255" name="object 255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2901219" y="3716654"/>
              <a:ext cx="120491" cy="196786"/>
            </a:xfrm>
            <a:prstGeom prst="rect">
              <a:avLst/>
            </a:prstGeom>
          </p:spPr>
        </p:pic>
        <p:pic>
          <p:nvPicPr>
            <p:cNvPr id="256" name="object 256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3044570" y="3638835"/>
              <a:ext cx="138874" cy="222694"/>
            </a:xfrm>
            <a:prstGeom prst="rect">
              <a:avLst/>
            </a:prstGeom>
          </p:spPr>
        </p:pic>
        <p:pic>
          <p:nvPicPr>
            <p:cNvPr id="257" name="object 257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3224593" y="3644931"/>
              <a:ext cx="106775" cy="210502"/>
            </a:xfrm>
            <a:prstGeom prst="rect">
              <a:avLst/>
            </a:prstGeom>
          </p:spPr>
        </p:pic>
        <p:pic>
          <p:nvPicPr>
            <p:cNvPr id="258" name="object 258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3364896" y="3715130"/>
              <a:ext cx="132778" cy="143351"/>
            </a:xfrm>
            <a:prstGeom prst="rect">
              <a:avLst/>
            </a:prstGeom>
          </p:spPr>
        </p:pic>
        <p:pic>
          <p:nvPicPr>
            <p:cNvPr id="259" name="object 259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3532727" y="3716654"/>
              <a:ext cx="120491" cy="196786"/>
            </a:xfrm>
            <a:prstGeom prst="rect">
              <a:avLst/>
            </a:prstGeom>
          </p:spPr>
        </p:pic>
      </p:grpSp>
      <p:grpSp>
        <p:nvGrpSpPr>
          <p:cNvPr id="260" name="object 260" descr=""/>
          <p:cNvGrpSpPr/>
          <p:nvPr/>
        </p:nvGrpSpPr>
        <p:grpSpPr>
          <a:xfrm>
            <a:off x="3775233" y="3645408"/>
            <a:ext cx="566420" cy="213360"/>
            <a:chOff x="3775233" y="3645408"/>
            <a:chExt cx="566420" cy="213360"/>
          </a:xfrm>
        </p:grpSpPr>
        <p:pic>
          <p:nvPicPr>
            <p:cNvPr id="261" name="object 261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3775233" y="3715035"/>
              <a:ext cx="114395" cy="143446"/>
            </a:xfrm>
            <a:prstGeom prst="rect">
              <a:avLst/>
            </a:prstGeom>
          </p:spPr>
        </p:pic>
        <p:sp>
          <p:nvSpPr>
            <p:cNvPr id="262" name="object 262" descr=""/>
            <p:cNvSpPr/>
            <p:nvPr/>
          </p:nvSpPr>
          <p:spPr>
            <a:xfrm>
              <a:off x="3922775" y="3645408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3" name="object 263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3987260" y="3715130"/>
              <a:ext cx="106775" cy="143351"/>
            </a:xfrm>
            <a:prstGeom prst="rect">
              <a:avLst/>
            </a:prstGeom>
          </p:spPr>
        </p:pic>
        <p:pic>
          <p:nvPicPr>
            <p:cNvPr id="264" name="object 264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4124610" y="3715130"/>
              <a:ext cx="216598" cy="143351"/>
            </a:xfrm>
            <a:prstGeom prst="rect">
              <a:avLst/>
            </a:prstGeom>
          </p:spPr>
        </p:pic>
      </p:grpSp>
      <p:grpSp>
        <p:nvGrpSpPr>
          <p:cNvPr id="265" name="object 265" descr=""/>
          <p:cNvGrpSpPr/>
          <p:nvPr/>
        </p:nvGrpSpPr>
        <p:grpSpPr>
          <a:xfrm>
            <a:off x="4458652" y="3644931"/>
            <a:ext cx="795020" cy="213995"/>
            <a:chOff x="4458652" y="3644931"/>
            <a:chExt cx="795020" cy="213995"/>
          </a:xfrm>
        </p:grpSpPr>
        <p:pic>
          <p:nvPicPr>
            <p:cNvPr id="266" name="object 266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4458652" y="3681507"/>
              <a:ext cx="364521" cy="176974"/>
            </a:xfrm>
            <a:prstGeom prst="rect">
              <a:avLst/>
            </a:prstGeom>
          </p:spPr>
        </p:pic>
        <p:pic>
          <p:nvPicPr>
            <p:cNvPr id="267" name="object 267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4842986" y="3715131"/>
              <a:ext cx="114395" cy="143446"/>
            </a:xfrm>
            <a:prstGeom prst="rect">
              <a:avLst/>
            </a:prstGeom>
          </p:spPr>
        </p:pic>
        <p:pic>
          <p:nvPicPr>
            <p:cNvPr id="268" name="object 268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4991004" y="3716559"/>
              <a:ext cx="106775" cy="138874"/>
            </a:xfrm>
            <a:prstGeom prst="rect">
              <a:avLst/>
            </a:prstGeom>
          </p:spPr>
        </p:pic>
        <p:pic>
          <p:nvPicPr>
            <p:cNvPr id="269" name="object 269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5132832" y="3644931"/>
              <a:ext cx="120491" cy="213550"/>
            </a:xfrm>
            <a:prstGeom prst="rect">
              <a:avLst/>
            </a:prstGeom>
          </p:spPr>
        </p:pic>
      </p:grpSp>
      <p:sp>
        <p:nvSpPr>
          <p:cNvPr id="270" name="object 270" descr=""/>
          <p:cNvSpPr/>
          <p:nvPr/>
        </p:nvSpPr>
        <p:spPr>
          <a:xfrm>
            <a:off x="5302174" y="3657028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5" h="198754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6035" h="198754">
                <a:moveTo>
                  <a:pt x="25908" y="0"/>
                </a:moveTo>
                <a:lnTo>
                  <a:pt x="0" y="0"/>
                </a:lnTo>
                <a:lnTo>
                  <a:pt x="0" y="26009"/>
                </a:lnTo>
                <a:lnTo>
                  <a:pt x="25908" y="26009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1" name="object 271" descr=""/>
          <p:cNvGrpSpPr/>
          <p:nvPr/>
        </p:nvGrpSpPr>
        <p:grpSpPr>
          <a:xfrm>
            <a:off x="5375338" y="3716559"/>
            <a:ext cx="279400" cy="201930"/>
            <a:chOff x="5375338" y="3716559"/>
            <a:chExt cx="279400" cy="201930"/>
          </a:xfrm>
        </p:grpSpPr>
        <p:pic>
          <p:nvPicPr>
            <p:cNvPr id="272" name="object 272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5375338" y="3716559"/>
              <a:ext cx="106775" cy="138874"/>
            </a:xfrm>
            <a:prstGeom prst="rect">
              <a:avLst/>
            </a:prstGeom>
          </p:spPr>
        </p:pic>
        <p:pic>
          <p:nvPicPr>
            <p:cNvPr id="273" name="object 273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5515737" y="3716654"/>
              <a:ext cx="138779" cy="201358"/>
            </a:xfrm>
            <a:prstGeom prst="rect">
              <a:avLst/>
            </a:prstGeom>
          </p:spPr>
        </p:pic>
      </p:grpSp>
      <p:pic>
        <p:nvPicPr>
          <p:cNvPr id="274" name="object 274" descr=""/>
          <p:cNvPicPr/>
          <p:nvPr/>
        </p:nvPicPr>
        <p:blipFill>
          <a:blip r:embed="rId175" cstate="print"/>
          <a:stretch>
            <a:fillRect/>
          </a:stretch>
        </p:blipFill>
        <p:spPr>
          <a:xfrm>
            <a:off x="5771959" y="3644931"/>
            <a:ext cx="105251" cy="216598"/>
          </a:xfrm>
          <a:prstGeom prst="rect">
            <a:avLst/>
          </a:prstGeom>
        </p:spPr>
      </p:pic>
      <p:grpSp>
        <p:nvGrpSpPr>
          <p:cNvPr id="275" name="object 275" descr=""/>
          <p:cNvGrpSpPr/>
          <p:nvPr/>
        </p:nvGrpSpPr>
        <p:grpSpPr>
          <a:xfrm>
            <a:off x="5930550" y="3646455"/>
            <a:ext cx="363220" cy="212090"/>
            <a:chOff x="5930550" y="3646455"/>
            <a:chExt cx="363220" cy="212090"/>
          </a:xfrm>
        </p:grpSpPr>
        <p:pic>
          <p:nvPicPr>
            <p:cNvPr id="276" name="object 276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5930550" y="3646455"/>
              <a:ext cx="131254" cy="208978"/>
            </a:xfrm>
            <a:prstGeom prst="rect">
              <a:avLst/>
            </a:prstGeom>
          </p:spPr>
        </p:pic>
        <p:pic>
          <p:nvPicPr>
            <p:cNvPr id="277" name="object 277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6090856" y="3716559"/>
              <a:ext cx="74675" cy="138874"/>
            </a:xfrm>
            <a:prstGeom prst="rect">
              <a:avLst/>
            </a:prstGeom>
          </p:spPr>
        </p:pic>
        <p:pic>
          <p:nvPicPr>
            <p:cNvPr id="278" name="object 278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6185344" y="3715130"/>
              <a:ext cx="108299" cy="143351"/>
            </a:xfrm>
            <a:prstGeom prst="rect">
              <a:avLst/>
            </a:prstGeom>
          </p:spPr>
        </p:pic>
      </p:grpSp>
      <p:grpSp>
        <p:nvGrpSpPr>
          <p:cNvPr id="279" name="object 279" descr=""/>
          <p:cNvGrpSpPr/>
          <p:nvPr/>
        </p:nvGrpSpPr>
        <p:grpSpPr>
          <a:xfrm>
            <a:off x="6339363" y="3715130"/>
            <a:ext cx="342265" cy="143510"/>
            <a:chOff x="6339363" y="3715130"/>
            <a:chExt cx="342265" cy="143510"/>
          </a:xfrm>
        </p:grpSpPr>
        <p:pic>
          <p:nvPicPr>
            <p:cNvPr id="280" name="object 280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6339363" y="3716654"/>
              <a:ext cx="190690" cy="138779"/>
            </a:xfrm>
            <a:prstGeom prst="rect">
              <a:avLst/>
            </a:prstGeom>
          </p:spPr>
        </p:pic>
        <p:pic>
          <p:nvPicPr>
            <p:cNvPr id="281" name="object 281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6565106" y="3715130"/>
              <a:ext cx="115919" cy="143351"/>
            </a:xfrm>
            <a:prstGeom prst="rect">
              <a:avLst/>
            </a:prstGeom>
          </p:spPr>
        </p:pic>
      </p:grpSp>
      <p:pic>
        <p:nvPicPr>
          <p:cNvPr id="282" name="object 282" descr=""/>
          <p:cNvPicPr/>
          <p:nvPr/>
        </p:nvPicPr>
        <p:blipFill>
          <a:blip r:embed="rId181" cstate="print"/>
          <a:stretch>
            <a:fillRect/>
          </a:stretch>
        </p:blipFill>
        <p:spPr>
          <a:xfrm>
            <a:off x="1029652" y="4111847"/>
            <a:ext cx="186023" cy="175450"/>
          </a:xfrm>
          <a:prstGeom prst="rect">
            <a:avLst/>
          </a:prstGeom>
        </p:spPr>
      </p:pic>
      <p:grpSp>
        <p:nvGrpSpPr>
          <p:cNvPr id="283" name="object 283" descr=""/>
          <p:cNvGrpSpPr/>
          <p:nvPr/>
        </p:nvGrpSpPr>
        <p:grpSpPr>
          <a:xfrm>
            <a:off x="1421606" y="4099655"/>
            <a:ext cx="810260" cy="213995"/>
            <a:chOff x="1421606" y="4099655"/>
            <a:chExt cx="810260" cy="213995"/>
          </a:xfrm>
        </p:grpSpPr>
        <p:pic>
          <p:nvPicPr>
            <p:cNvPr id="284" name="object 284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421606" y="4099655"/>
              <a:ext cx="155638" cy="210502"/>
            </a:xfrm>
            <a:prstGeom prst="rect">
              <a:avLst/>
            </a:prstGeom>
          </p:spPr>
        </p:pic>
        <p:pic>
          <p:nvPicPr>
            <p:cNvPr id="285" name="object 285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616868" y="4137755"/>
              <a:ext cx="340137" cy="175545"/>
            </a:xfrm>
            <a:prstGeom prst="rect">
              <a:avLst/>
            </a:prstGeom>
          </p:spPr>
        </p:pic>
        <p:pic>
          <p:nvPicPr>
            <p:cNvPr id="286" name="object 286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976818" y="4171283"/>
              <a:ext cx="114490" cy="141922"/>
            </a:xfrm>
            <a:prstGeom prst="rect">
              <a:avLst/>
            </a:prstGeom>
          </p:spPr>
        </p:pic>
        <p:pic>
          <p:nvPicPr>
            <p:cNvPr id="287" name="object 287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2111120" y="4099655"/>
              <a:ext cx="120491" cy="213550"/>
            </a:xfrm>
            <a:prstGeom prst="rect">
              <a:avLst/>
            </a:prstGeom>
          </p:spPr>
        </p:pic>
      </p:grpSp>
      <p:grpSp>
        <p:nvGrpSpPr>
          <p:cNvPr id="288" name="object 288" descr=""/>
          <p:cNvGrpSpPr/>
          <p:nvPr/>
        </p:nvGrpSpPr>
        <p:grpSpPr>
          <a:xfrm>
            <a:off x="2367343" y="4099655"/>
            <a:ext cx="525145" cy="213995"/>
            <a:chOff x="2367343" y="4099655"/>
            <a:chExt cx="525145" cy="213995"/>
          </a:xfrm>
        </p:grpSpPr>
        <p:pic>
          <p:nvPicPr>
            <p:cNvPr id="289" name="object 289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2367343" y="4099655"/>
              <a:ext cx="120491" cy="213550"/>
            </a:xfrm>
            <a:prstGeom prst="rect">
              <a:avLst/>
            </a:prstGeom>
          </p:spPr>
        </p:pic>
        <p:pic>
          <p:nvPicPr>
            <p:cNvPr id="290" name="object 290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2529078" y="4171283"/>
              <a:ext cx="108299" cy="141922"/>
            </a:xfrm>
            <a:prstGeom prst="rect">
              <a:avLst/>
            </a:prstGeom>
          </p:spPr>
        </p:pic>
        <p:pic>
          <p:nvPicPr>
            <p:cNvPr id="291" name="object 291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2664809" y="4137755"/>
              <a:ext cx="94583" cy="175450"/>
            </a:xfrm>
            <a:prstGeom prst="rect">
              <a:avLst/>
            </a:prstGeom>
          </p:spPr>
        </p:pic>
        <p:pic>
          <p:nvPicPr>
            <p:cNvPr id="292" name="object 292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2783776" y="4171283"/>
              <a:ext cx="108299" cy="141922"/>
            </a:xfrm>
            <a:prstGeom prst="rect">
              <a:avLst/>
            </a:prstGeom>
          </p:spPr>
        </p:pic>
      </p:grpSp>
      <p:grpSp>
        <p:nvGrpSpPr>
          <p:cNvPr id="293" name="object 293" descr=""/>
          <p:cNvGrpSpPr/>
          <p:nvPr/>
        </p:nvGrpSpPr>
        <p:grpSpPr>
          <a:xfrm>
            <a:off x="3024758" y="4099559"/>
            <a:ext cx="877569" cy="213995"/>
            <a:chOff x="3024758" y="4099559"/>
            <a:chExt cx="877569" cy="213995"/>
          </a:xfrm>
        </p:grpSpPr>
        <p:pic>
          <p:nvPicPr>
            <p:cNvPr id="294" name="object 294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3024758" y="4171283"/>
              <a:ext cx="114395" cy="141922"/>
            </a:xfrm>
            <a:prstGeom prst="rect">
              <a:avLst/>
            </a:prstGeom>
          </p:spPr>
        </p:pic>
        <p:sp>
          <p:nvSpPr>
            <p:cNvPr id="295" name="object 295" descr=""/>
            <p:cNvSpPr/>
            <p:nvPr/>
          </p:nvSpPr>
          <p:spPr>
            <a:xfrm>
              <a:off x="3172967" y="409955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6" name="object 296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3236785" y="4171283"/>
              <a:ext cx="106775" cy="141922"/>
            </a:xfrm>
            <a:prstGeom prst="rect">
              <a:avLst/>
            </a:prstGeom>
          </p:spPr>
        </p:pic>
        <p:pic>
          <p:nvPicPr>
            <p:cNvPr id="297" name="object 297" descr="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3374135" y="4171283"/>
              <a:ext cx="466725" cy="141922"/>
            </a:xfrm>
            <a:prstGeom prst="rect">
              <a:avLst/>
            </a:prstGeom>
          </p:spPr>
        </p:pic>
        <p:sp>
          <p:nvSpPr>
            <p:cNvPr id="298" name="object 298" descr=""/>
            <p:cNvSpPr/>
            <p:nvPr/>
          </p:nvSpPr>
          <p:spPr>
            <a:xfrm>
              <a:off x="3877437" y="4175962"/>
              <a:ext cx="24765" cy="134620"/>
            </a:xfrm>
            <a:custGeom>
              <a:avLst/>
              <a:gdLst/>
              <a:ahLst/>
              <a:cxnLst/>
              <a:rect l="l" t="t" r="r" b="b"/>
              <a:pathLst>
                <a:path w="24764" h="134620">
                  <a:moveTo>
                    <a:pt x="24384" y="109816"/>
                  </a:moveTo>
                  <a:lnTo>
                    <a:pt x="0" y="109816"/>
                  </a:lnTo>
                  <a:lnTo>
                    <a:pt x="0" y="134200"/>
                  </a:lnTo>
                  <a:lnTo>
                    <a:pt x="24384" y="134200"/>
                  </a:lnTo>
                  <a:lnTo>
                    <a:pt x="24384" y="109816"/>
                  </a:lnTo>
                  <a:close/>
                </a:path>
                <a:path w="24764" h="134620">
                  <a:moveTo>
                    <a:pt x="24384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24384" y="24384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9" name="object 299" descr=""/>
          <p:cNvGrpSpPr/>
          <p:nvPr/>
        </p:nvGrpSpPr>
        <p:grpSpPr>
          <a:xfrm>
            <a:off x="4086415" y="4096607"/>
            <a:ext cx="297815" cy="217170"/>
            <a:chOff x="4086415" y="4096607"/>
            <a:chExt cx="297815" cy="217170"/>
          </a:xfrm>
        </p:grpSpPr>
        <p:pic>
          <p:nvPicPr>
            <p:cNvPr id="300" name="object 300" descr="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4086415" y="4096607"/>
              <a:ext cx="157162" cy="216598"/>
            </a:xfrm>
            <a:prstGeom prst="rect">
              <a:avLst/>
            </a:prstGeom>
          </p:spPr>
        </p:pic>
        <p:pic>
          <p:nvPicPr>
            <p:cNvPr id="301" name="object 301" descr="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4275581" y="4171283"/>
              <a:ext cx="108299" cy="141922"/>
            </a:xfrm>
            <a:prstGeom prst="rect">
              <a:avLst/>
            </a:prstGeom>
          </p:spPr>
        </p:pic>
      </p:grpSp>
      <p:grpSp>
        <p:nvGrpSpPr>
          <p:cNvPr id="302" name="object 302" descr=""/>
          <p:cNvGrpSpPr/>
          <p:nvPr/>
        </p:nvGrpSpPr>
        <p:grpSpPr>
          <a:xfrm>
            <a:off x="4411313" y="4137755"/>
            <a:ext cx="227329" cy="175895"/>
            <a:chOff x="4411313" y="4137755"/>
            <a:chExt cx="227329" cy="175895"/>
          </a:xfrm>
        </p:grpSpPr>
        <p:pic>
          <p:nvPicPr>
            <p:cNvPr id="303" name="object 303" descr="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4530280" y="4171283"/>
              <a:ext cx="108299" cy="141922"/>
            </a:xfrm>
            <a:prstGeom prst="rect">
              <a:avLst/>
            </a:prstGeom>
          </p:spPr>
        </p:pic>
        <p:pic>
          <p:nvPicPr>
            <p:cNvPr id="304" name="object 304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4411313" y="4137755"/>
              <a:ext cx="94583" cy="175450"/>
            </a:xfrm>
            <a:prstGeom prst="rect">
              <a:avLst/>
            </a:prstGeom>
          </p:spPr>
        </p:pic>
      </p:grpSp>
      <p:grpSp>
        <p:nvGrpSpPr>
          <p:cNvPr id="305" name="object 305" descr=""/>
          <p:cNvGrpSpPr/>
          <p:nvPr/>
        </p:nvGrpSpPr>
        <p:grpSpPr>
          <a:xfrm>
            <a:off x="4684776" y="4099559"/>
            <a:ext cx="893444" cy="273685"/>
            <a:chOff x="4684776" y="4099559"/>
            <a:chExt cx="893444" cy="273685"/>
          </a:xfrm>
        </p:grpSpPr>
        <p:sp>
          <p:nvSpPr>
            <p:cNvPr id="306" name="object 306" descr=""/>
            <p:cNvSpPr/>
            <p:nvPr/>
          </p:nvSpPr>
          <p:spPr>
            <a:xfrm>
              <a:off x="4684776" y="409955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7" name="object 307" descr="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4740783" y="4171283"/>
              <a:ext cx="288321" cy="201453"/>
            </a:xfrm>
            <a:prstGeom prst="rect">
              <a:avLst/>
            </a:prstGeom>
          </p:spPr>
        </p:pic>
        <p:sp>
          <p:nvSpPr>
            <p:cNvPr id="308" name="object 308" descr=""/>
            <p:cNvSpPr/>
            <p:nvPr/>
          </p:nvSpPr>
          <p:spPr>
            <a:xfrm>
              <a:off x="5062728" y="4099559"/>
              <a:ext cx="27940" cy="210820"/>
            </a:xfrm>
            <a:custGeom>
              <a:avLst/>
              <a:gdLst/>
              <a:ahLst/>
              <a:cxnLst/>
              <a:rect l="l" t="t" r="r" b="b"/>
              <a:pathLst>
                <a:path w="27939" h="210820">
                  <a:moveTo>
                    <a:pt x="27432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9" name="object 309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5123687" y="4137755"/>
              <a:ext cx="94583" cy="175450"/>
            </a:xfrm>
            <a:prstGeom prst="rect">
              <a:avLst/>
            </a:prstGeom>
          </p:spPr>
        </p:pic>
        <p:pic>
          <p:nvPicPr>
            <p:cNvPr id="310" name="object 310" descr="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5238083" y="4171283"/>
              <a:ext cx="114395" cy="141922"/>
            </a:xfrm>
            <a:prstGeom prst="rect">
              <a:avLst/>
            </a:prstGeom>
          </p:spPr>
        </p:pic>
        <p:pic>
          <p:nvPicPr>
            <p:cNvPr id="311" name="object 311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5386006" y="4172807"/>
              <a:ext cx="192214" cy="137350"/>
            </a:xfrm>
            <a:prstGeom prst="rect">
              <a:avLst/>
            </a:prstGeom>
          </p:spPr>
        </p:pic>
      </p:grpSp>
      <p:pic>
        <p:nvPicPr>
          <p:cNvPr id="312" name="object 312" descr=""/>
          <p:cNvPicPr/>
          <p:nvPr/>
        </p:nvPicPr>
        <p:blipFill>
          <a:blip r:embed="rId189" cstate="print"/>
          <a:stretch>
            <a:fillRect/>
          </a:stretch>
        </p:blipFill>
        <p:spPr>
          <a:xfrm>
            <a:off x="5718524" y="4171283"/>
            <a:ext cx="108299" cy="141922"/>
          </a:xfrm>
          <a:prstGeom prst="rect">
            <a:avLst/>
          </a:prstGeom>
        </p:spPr>
      </p:pic>
      <p:grpSp>
        <p:nvGrpSpPr>
          <p:cNvPr id="313" name="object 313" descr=""/>
          <p:cNvGrpSpPr/>
          <p:nvPr/>
        </p:nvGrpSpPr>
        <p:grpSpPr>
          <a:xfrm>
            <a:off x="5872638" y="4099655"/>
            <a:ext cx="262890" cy="213995"/>
            <a:chOff x="5872638" y="4099655"/>
            <a:chExt cx="262890" cy="213995"/>
          </a:xfrm>
        </p:grpSpPr>
        <p:pic>
          <p:nvPicPr>
            <p:cNvPr id="314" name="object 314" descr="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5872638" y="4172902"/>
              <a:ext cx="106775" cy="137255"/>
            </a:xfrm>
            <a:prstGeom prst="rect">
              <a:avLst/>
            </a:prstGeom>
          </p:spPr>
        </p:pic>
        <p:pic>
          <p:nvPicPr>
            <p:cNvPr id="315" name="object 315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6014466" y="4099655"/>
              <a:ext cx="120491" cy="213550"/>
            </a:xfrm>
            <a:prstGeom prst="rect">
              <a:avLst/>
            </a:prstGeom>
          </p:spPr>
        </p:pic>
      </p:grpSp>
      <p:grpSp>
        <p:nvGrpSpPr>
          <p:cNvPr id="316" name="object 316" descr=""/>
          <p:cNvGrpSpPr/>
          <p:nvPr/>
        </p:nvGrpSpPr>
        <p:grpSpPr>
          <a:xfrm>
            <a:off x="6290595" y="4099655"/>
            <a:ext cx="296545" cy="213995"/>
            <a:chOff x="6290595" y="4099655"/>
            <a:chExt cx="296545" cy="213995"/>
          </a:xfrm>
        </p:grpSpPr>
        <p:pic>
          <p:nvPicPr>
            <p:cNvPr id="317" name="object 317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6290595" y="4099655"/>
              <a:ext cx="146399" cy="210502"/>
            </a:xfrm>
            <a:prstGeom prst="rect">
              <a:avLst/>
            </a:prstGeom>
          </p:spPr>
        </p:pic>
        <p:pic>
          <p:nvPicPr>
            <p:cNvPr id="318" name="object 318" descr="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6479762" y="4175950"/>
              <a:ext cx="106775" cy="137255"/>
            </a:xfrm>
            <a:prstGeom prst="rect">
              <a:avLst/>
            </a:prstGeom>
          </p:spPr>
        </p:pic>
      </p:grpSp>
      <p:grpSp>
        <p:nvGrpSpPr>
          <p:cNvPr id="319" name="object 319" descr=""/>
          <p:cNvGrpSpPr/>
          <p:nvPr/>
        </p:nvGrpSpPr>
        <p:grpSpPr>
          <a:xfrm>
            <a:off x="6635400" y="4099559"/>
            <a:ext cx="923925" cy="213995"/>
            <a:chOff x="6635400" y="4099559"/>
            <a:chExt cx="923925" cy="213995"/>
          </a:xfrm>
        </p:grpSpPr>
        <p:pic>
          <p:nvPicPr>
            <p:cNvPr id="320" name="object 320" descr="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6635400" y="4171283"/>
              <a:ext cx="204311" cy="141922"/>
            </a:xfrm>
            <a:prstGeom prst="rect">
              <a:avLst/>
            </a:prstGeom>
          </p:spPr>
        </p:pic>
        <p:pic>
          <p:nvPicPr>
            <p:cNvPr id="321" name="object 321" descr="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6873239" y="4099655"/>
              <a:ext cx="106775" cy="210502"/>
            </a:xfrm>
            <a:prstGeom prst="rect">
              <a:avLst/>
            </a:prstGeom>
          </p:spPr>
        </p:pic>
        <p:pic>
          <p:nvPicPr>
            <p:cNvPr id="322" name="object 322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7021258" y="4171283"/>
              <a:ext cx="106775" cy="141922"/>
            </a:xfrm>
            <a:prstGeom prst="rect">
              <a:avLst/>
            </a:prstGeom>
          </p:spPr>
        </p:pic>
        <p:pic>
          <p:nvPicPr>
            <p:cNvPr id="323" name="object 323" descr="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7158513" y="4171283"/>
              <a:ext cx="231838" cy="142017"/>
            </a:xfrm>
            <a:prstGeom prst="rect">
              <a:avLst/>
            </a:prstGeom>
          </p:spPr>
        </p:pic>
        <p:pic>
          <p:nvPicPr>
            <p:cNvPr id="324" name="object 324" descr="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7425404" y="4172807"/>
              <a:ext cx="73247" cy="137350"/>
            </a:xfrm>
            <a:prstGeom prst="rect">
              <a:avLst/>
            </a:prstGeom>
          </p:spPr>
        </p:pic>
        <p:sp>
          <p:nvSpPr>
            <p:cNvPr id="325" name="object 325" descr=""/>
            <p:cNvSpPr/>
            <p:nvPr/>
          </p:nvSpPr>
          <p:spPr>
            <a:xfrm>
              <a:off x="7531607" y="4099559"/>
              <a:ext cx="27940" cy="210820"/>
            </a:xfrm>
            <a:custGeom>
              <a:avLst/>
              <a:gdLst/>
              <a:ahLst/>
              <a:cxnLst/>
              <a:rect l="l" t="t" r="r" b="b"/>
              <a:pathLst>
                <a:path w="27940" h="210820">
                  <a:moveTo>
                    <a:pt x="27432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7432" y="0"/>
                  </a:lnTo>
                  <a:lnTo>
                    <a:pt x="27432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6" name="object 326" descr=""/>
          <p:cNvGrpSpPr/>
          <p:nvPr/>
        </p:nvGrpSpPr>
        <p:grpSpPr>
          <a:xfrm>
            <a:off x="7611522" y="4096607"/>
            <a:ext cx="366395" cy="217170"/>
            <a:chOff x="7611522" y="4096607"/>
            <a:chExt cx="366395" cy="217170"/>
          </a:xfrm>
        </p:grpSpPr>
        <p:pic>
          <p:nvPicPr>
            <p:cNvPr id="327" name="object 327" descr="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7611522" y="4172807"/>
              <a:ext cx="106775" cy="137350"/>
            </a:xfrm>
            <a:prstGeom prst="rect">
              <a:avLst/>
            </a:prstGeom>
          </p:spPr>
        </p:pic>
        <p:pic>
          <p:nvPicPr>
            <p:cNvPr id="328" name="object 328" descr="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7751921" y="4096607"/>
              <a:ext cx="225742" cy="216598"/>
            </a:xfrm>
            <a:prstGeom prst="rect">
              <a:avLst/>
            </a:prstGeom>
          </p:spPr>
        </p:pic>
      </p:grpSp>
      <p:grpSp>
        <p:nvGrpSpPr>
          <p:cNvPr id="329" name="object 329" descr=""/>
          <p:cNvGrpSpPr/>
          <p:nvPr/>
        </p:nvGrpSpPr>
        <p:grpSpPr>
          <a:xfrm>
            <a:off x="814577" y="4555807"/>
            <a:ext cx="500380" cy="271780"/>
            <a:chOff x="814577" y="4555807"/>
            <a:chExt cx="500380" cy="271780"/>
          </a:xfrm>
        </p:grpSpPr>
        <p:pic>
          <p:nvPicPr>
            <p:cNvPr id="330" name="object 330" descr="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814577" y="4555807"/>
              <a:ext cx="184499" cy="210597"/>
            </a:xfrm>
            <a:prstGeom prst="rect">
              <a:avLst/>
            </a:prstGeom>
          </p:spPr>
        </p:pic>
        <p:pic>
          <p:nvPicPr>
            <p:cNvPr id="331" name="object 331" descr="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1026604" y="4621434"/>
              <a:ext cx="288226" cy="206025"/>
            </a:xfrm>
            <a:prstGeom prst="rect">
              <a:avLst/>
            </a:prstGeom>
          </p:spPr>
        </p:pic>
      </p:grpSp>
      <p:grpSp>
        <p:nvGrpSpPr>
          <p:cNvPr id="332" name="object 332" descr=""/>
          <p:cNvGrpSpPr/>
          <p:nvPr/>
        </p:nvGrpSpPr>
        <p:grpSpPr>
          <a:xfrm>
            <a:off x="1461325" y="4555807"/>
            <a:ext cx="1254125" cy="213995"/>
            <a:chOff x="1461325" y="4555807"/>
            <a:chExt cx="1254125" cy="213995"/>
          </a:xfrm>
        </p:grpSpPr>
        <p:pic>
          <p:nvPicPr>
            <p:cNvPr id="333" name="object 333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1461325" y="4555807"/>
              <a:ext cx="240982" cy="210597"/>
            </a:xfrm>
            <a:prstGeom prst="rect">
              <a:avLst/>
            </a:prstGeom>
          </p:spPr>
        </p:pic>
        <p:pic>
          <p:nvPicPr>
            <p:cNvPr id="334" name="object 334" descr="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1738884" y="4587906"/>
              <a:ext cx="259365" cy="181546"/>
            </a:xfrm>
            <a:prstGeom prst="rect">
              <a:avLst/>
            </a:prstGeom>
          </p:spPr>
        </p:pic>
        <p:pic>
          <p:nvPicPr>
            <p:cNvPr id="335" name="object 335" descr="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2025681" y="4555807"/>
              <a:ext cx="132683" cy="210597"/>
            </a:xfrm>
            <a:prstGeom prst="rect">
              <a:avLst/>
            </a:prstGeom>
          </p:spPr>
        </p:pic>
        <p:pic>
          <p:nvPicPr>
            <p:cNvPr id="336" name="object 336" descr="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2185797" y="4621434"/>
              <a:ext cx="148018" cy="148018"/>
            </a:xfrm>
            <a:prstGeom prst="rect">
              <a:avLst/>
            </a:prstGeom>
          </p:spPr>
        </p:pic>
        <p:pic>
          <p:nvPicPr>
            <p:cNvPr id="337" name="object 337" descr="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2364295" y="4555807"/>
              <a:ext cx="138779" cy="213645"/>
            </a:xfrm>
            <a:prstGeom prst="rect">
              <a:avLst/>
            </a:prstGeom>
          </p:spPr>
        </p:pic>
        <p:pic>
          <p:nvPicPr>
            <p:cNvPr id="338" name="object 338" descr="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2532125" y="4621434"/>
              <a:ext cx="109823" cy="147923"/>
            </a:xfrm>
            <a:prstGeom prst="rect">
              <a:avLst/>
            </a:prstGeom>
          </p:spPr>
        </p:pic>
        <p:sp>
          <p:nvSpPr>
            <p:cNvPr id="339" name="object 339" descr=""/>
            <p:cNvSpPr/>
            <p:nvPr/>
          </p:nvSpPr>
          <p:spPr>
            <a:xfrm>
              <a:off x="2675477" y="4627530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5" h="139064">
                  <a:moveTo>
                    <a:pt x="39624" y="39719"/>
                  </a:moveTo>
                  <a:lnTo>
                    <a:pt x="0" y="39719"/>
                  </a:lnTo>
                  <a:lnTo>
                    <a:pt x="0" y="0"/>
                  </a:lnTo>
                  <a:lnTo>
                    <a:pt x="39624" y="0"/>
                  </a:lnTo>
                  <a:lnTo>
                    <a:pt x="39624" y="39719"/>
                  </a:lnTo>
                  <a:close/>
                </a:path>
                <a:path w="40005" h="139064">
                  <a:moveTo>
                    <a:pt x="39624" y="138874"/>
                  </a:moveTo>
                  <a:lnTo>
                    <a:pt x="1524" y="138874"/>
                  </a:lnTo>
                  <a:lnTo>
                    <a:pt x="0" y="137350"/>
                  </a:lnTo>
                  <a:lnTo>
                    <a:pt x="0" y="99250"/>
                  </a:lnTo>
                  <a:lnTo>
                    <a:pt x="39624" y="99250"/>
                  </a:lnTo>
                  <a:lnTo>
                    <a:pt x="39624" y="138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0" name="object 340" descr=""/>
          <p:cNvPicPr/>
          <p:nvPr/>
        </p:nvPicPr>
        <p:blipFill>
          <a:blip r:embed="rId219" cstate="print"/>
          <a:stretch>
            <a:fillRect/>
          </a:stretch>
        </p:blipFill>
        <p:spPr>
          <a:xfrm>
            <a:off x="1029652" y="5024342"/>
            <a:ext cx="186023" cy="175450"/>
          </a:xfrm>
          <a:prstGeom prst="rect">
            <a:avLst/>
          </a:prstGeom>
        </p:spPr>
      </p:pic>
      <p:grpSp>
        <p:nvGrpSpPr>
          <p:cNvPr id="341" name="object 341" descr=""/>
          <p:cNvGrpSpPr/>
          <p:nvPr/>
        </p:nvGrpSpPr>
        <p:grpSpPr>
          <a:xfrm>
            <a:off x="1415510" y="5033486"/>
            <a:ext cx="2181860" cy="255270"/>
            <a:chOff x="1415510" y="5033486"/>
            <a:chExt cx="2181860" cy="255270"/>
          </a:xfrm>
        </p:grpSpPr>
        <p:pic>
          <p:nvPicPr>
            <p:cNvPr id="342" name="object 342" descr="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1415510" y="5038058"/>
              <a:ext cx="114395" cy="183070"/>
            </a:xfrm>
            <a:prstGeom prst="rect">
              <a:avLst/>
            </a:prstGeom>
          </p:spPr>
        </p:pic>
        <p:pic>
          <p:nvPicPr>
            <p:cNvPr id="343" name="object 343" descr="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1554384" y="5089874"/>
              <a:ext cx="150971" cy="131254"/>
            </a:xfrm>
            <a:prstGeom prst="rect">
              <a:avLst/>
            </a:prstGeom>
          </p:spPr>
        </p:pic>
        <p:pic>
          <p:nvPicPr>
            <p:cNvPr id="344" name="object 344" descr="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1732787" y="5038058"/>
              <a:ext cx="114395" cy="183070"/>
            </a:xfrm>
            <a:prstGeom prst="rect">
              <a:avLst/>
            </a:prstGeom>
          </p:spPr>
        </p:pic>
        <p:pic>
          <p:nvPicPr>
            <p:cNvPr id="345" name="object 345" descr="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1876234" y="5053298"/>
              <a:ext cx="128111" cy="170878"/>
            </a:xfrm>
            <a:prstGeom prst="rect">
              <a:avLst/>
            </a:prstGeom>
          </p:spPr>
        </p:pic>
        <p:pic>
          <p:nvPicPr>
            <p:cNvPr id="346" name="object 346" descr="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2039397" y="5033486"/>
              <a:ext cx="134207" cy="192214"/>
            </a:xfrm>
            <a:prstGeom prst="rect">
              <a:avLst/>
            </a:prstGeom>
          </p:spPr>
        </p:pic>
        <p:pic>
          <p:nvPicPr>
            <p:cNvPr id="347" name="object 347" descr="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2204180" y="5088350"/>
              <a:ext cx="448436" cy="199929"/>
            </a:xfrm>
            <a:prstGeom prst="rect">
              <a:avLst/>
            </a:prstGeom>
          </p:spPr>
        </p:pic>
        <p:pic>
          <p:nvPicPr>
            <p:cNvPr id="348" name="object 348" descr="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2680049" y="5088350"/>
              <a:ext cx="125063" cy="135826"/>
            </a:xfrm>
            <a:prstGeom prst="rect">
              <a:avLst/>
            </a:prstGeom>
          </p:spPr>
        </p:pic>
        <p:pic>
          <p:nvPicPr>
            <p:cNvPr id="349" name="object 349" descr="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2826448" y="5089874"/>
              <a:ext cx="151066" cy="131254"/>
            </a:xfrm>
            <a:prstGeom prst="rect">
              <a:avLst/>
            </a:prstGeom>
          </p:spPr>
        </p:pic>
        <p:pic>
          <p:nvPicPr>
            <p:cNvPr id="350" name="object 350" descr="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2997326" y="5088350"/>
              <a:ext cx="123539" cy="135826"/>
            </a:xfrm>
            <a:prstGeom prst="rect">
              <a:avLst/>
            </a:prstGeom>
          </p:spPr>
        </p:pic>
        <p:pic>
          <p:nvPicPr>
            <p:cNvPr id="351" name="object 351" descr="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3143726" y="5053298"/>
              <a:ext cx="291369" cy="170878"/>
            </a:xfrm>
            <a:prstGeom prst="rect">
              <a:avLst/>
            </a:prstGeom>
          </p:spPr>
        </p:pic>
        <p:pic>
          <p:nvPicPr>
            <p:cNvPr id="352" name="object 352" descr="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3479387" y="5088350"/>
              <a:ext cx="117443" cy="135826"/>
            </a:xfrm>
            <a:prstGeom prst="rect">
              <a:avLst/>
            </a:prstGeom>
          </p:spPr>
        </p:pic>
      </p:grpSp>
      <p:pic>
        <p:nvPicPr>
          <p:cNvPr id="353" name="object 353" descr=""/>
          <p:cNvPicPr/>
          <p:nvPr/>
        </p:nvPicPr>
        <p:blipFill>
          <a:blip r:embed="rId231" cstate="print"/>
          <a:stretch>
            <a:fillRect/>
          </a:stretch>
        </p:blipFill>
        <p:spPr>
          <a:xfrm>
            <a:off x="3668458" y="5012054"/>
            <a:ext cx="80867" cy="234981"/>
          </a:xfrm>
          <a:prstGeom prst="rect">
            <a:avLst/>
          </a:prstGeom>
        </p:spPr>
      </p:pic>
      <p:pic>
        <p:nvPicPr>
          <p:cNvPr id="354" name="object 354" descr=""/>
          <p:cNvPicPr/>
          <p:nvPr/>
        </p:nvPicPr>
        <p:blipFill>
          <a:blip r:embed="rId232" cstate="print"/>
          <a:stretch>
            <a:fillRect/>
          </a:stretch>
        </p:blipFill>
        <p:spPr>
          <a:xfrm>
            <a:off x="3802760" y="5012054"/>
            <a:ext cx="79248" cy="234981"/>
          </a:xfrm>
          <a:prstGeom prst="rect">
            <a:avLst/>
          </a:prstGeom>
        </p:spPr>
      </p:pic>
      <p:sp>
        <p:nvSpPr>
          <p:cNvPr id="355" name="object 355" descr=""/>
          <p:cNvSpPr/>
          <p:nvPr/>
        </p:nvSpPr>
        <p:spPr>
          <a:xfrm>
            <a:off x="3964400" y="5086921"/>
            <a:ext cx="24765" cy="26034"/>
          </a:xfrm>
          <a:custGeom>
            <a:avLst/>
            <a:gdLst/>
            <a:ahLst/>
            <a:cxnLst/>
            <a:rect l="l" t="t" r="r" b="b"/>
            <a:pathLst>
              <a:path w="24764" h="26035">
                <a:moveTo>
                  <a:pt x="24384" y="25908"/>
                </a:moveTo>
                <a:lnTo>
                  <a:pt x="0" y="25908"/>
                </a:lnTo>
                <a:lnTo>
                  <a:pt x="0" y="0"/>
                </a:lnTo>
                <a:lnTo>
                  <a:pt x="24384" y="0"/>
                </a:lnTo>
                <a:lnTo>
                  <a:pt x="24384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 descr=""/>
          <p:cNvSpPr/>
          <p:nvPr/>
        </p:nvSpPr>
        <p:spPr>
          <a:xfrm>
            <a:off x="3964400" y="5196745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24384" y="24479"/>
                </a:moveTo>
                <a:lnTo>
                  <a:pt x="0" y="24479"/>
                </a:lnTo>
                <a:lnTo>
                  <a:pt x="0" y="0"/>
                </a:lnTo>
                <a:lnTo>
                  <a:pt x="24384" y="0"/>
                </a:lnTo>
                <a:lnTo>
                  <a:pt x="24384" y="24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 descr=""/>
          <p:cNvSpPr/>
          <p:nvPr/>
        </p:nvSpPr>
        <p:spPr>
          <a:xfrm>
            <a:off x="4177284" y="5010911"/>
            <a:ext cx="27940" cy="210820"/>
          </a:xfrm>
          <a:custGeom>
            <a:avLst/>
            <a:gdLst/>
            <a:ahLst/>
            <a:cxnLst/>
            <a:rect l="l" t="t" r="r" b="b"/>
            <a:pathLst>
              <a:path w="27939" h="210820">
                <a:moveTo>
                  <a:pt x="27432" y="210311"/>
                </a:moveTo>
                <a:lnTo>
                  <a:pt x="0" y="210311"/>
                </a:lnTo>
                <a:lnTo>
                  <a:pt x="0" y="0"/>
                </a:lnTo>
                <a:lnTo>
                  <a:pt x="27432" y="0"/>
                </a:lnTo>
                <a:lnTo>
                  <a:pt x="27432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8" name="object 358" descr="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4258817" y="5083778"/>
            <a:ext cx="106775" cy="137350"/>
          </a:xfrm>
          <a:prstGeom prst="rect">
            <a:avLst/>
          </a:prstGeom>
        </p:spPr>
      </p:pic>
      <p:grpSp>
        <p:nvGrpSpPr>
          <p:cNvPr id="359" name="object 359" descr=""/>
          <p:cNvGrpSpPr/>
          <p:nvPr/>
        </p:nvGrpSpPr>
        <p:grpSpPr>
          <a:xfrm>
            <a:off x="4412837" y="5022723"/>
            <a:ext cx="354330" cy="203200"/>
            <a:chOff x="4412837" y="5022723"/>
            <a:chExt cx="354330" cy="203200"/>
          </a:xfrm>
        </p:grpSpPr>
        <p:sp>
          <p:nvSpPr>
            <p:cNvPr id="360" name="object 360" descr=""/>
            <p:cNvSpPr/>
            <p:nvPr/>
          </p:nvSpPr>
          <p:spPr>
            <a:xfrm>
              <a:off x="4412831" y="5022735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1" name="object 361" descr="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4467796" y="5048726"/>
              <a:ext cx="94583" cy="177069"/>
            </a:xfrm>
            <a:prstGeom prst="rect">
              <a:avLst/>
            </a:prstGeom>
          </p:spPr>
        </p:pic>
        <p:sp>
          <p:nvSpPr>
            <p:cNvPr id="362" name="object 362" descr=""/>
            <p:cNvSpPr/>
            <p:nvPr/>
          </p:nvSpPr>
          <p:spPr>
            <a:xfrm>
              <a:off x="4594377" y="5022735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3" name="object 363" descr="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4660011" y="5082254"/>
              <a:ext cx="106775" cy="143446"/>
            </a:xfrm>
            <a:prstGeom prst="rect">
              <a:avLst/>
            </a:prstGeom>
          </p:spPr>
        </p:pic>
      </p:grpSp>
      <p:sp>
        <p:nvSpPr>
          <p:cNvPr id="364" name="object 364" descr=""/>
          <p:cNvSpPr/>
          <p:nvPr/>
        </p:nvSpPr>
        <p:spPr>
          <a:xfrm>
            <a:off x="4812791" y="5010911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59" y="0"/>
                </a:lnTo>
                <a:lnTo>
                  <a:pt x="22859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5" name="object 365" descr=""/>
          <p:cNvGrpSpPr/>
          <p:nvPr/>
        </p:nvGrpSpPr>
        <p:grpSpPr>
          <a:xfrm>
            <a:off x="4882705" y="5022723"/>
            <a:ext cx="424180" cy="203200"/>
            <a:chOff x="4882705" y="5022723"/>
            <a:chExt cx="424180" cy="203200"/>
          </a:xfrm>
        </p:grpSpPr>
        <p:sp>
          <p:nvSpPr>
            <p:cNvPr id="366" name="object 366" descr=""/>
            <p:cNvSpPr/>
            <p:nvPr/>
          </p:nvSpPr>
          <p:spPr>
            <a:xfrm>
              <a:off x="4882693" y="5022735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7" name="object 367" descr="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4940617" y="5086826"/>
              <a:ext cx="112871" cy="134302"/>
            </a:xfrm>
            <a:prstGeom prst="rect">
              <a:avLst/>
            </a:prstGeom>
          </p:spPr>
        </p:pic>
        <p:pic>
          <p:nvPicPr>
            <p:cNvPr id="368" name="object 368" descr="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5074824" y="5082254"/>
              <a:ext cx="231933" cy="143446"/>
            </a:xfrm>
            <a:prstGeom prst="rect">
              <a:avLst/>
            </a:prstGeom>
          </p:spPr>
        </p:pic>
      </p:grpSp>
      <p:pic>
        <p:nvPicPr>
          <p:cNvPr id="369" name="object 369" descr=""/>
          <p:cNvPicPr/>
          <p:nvPr/>
        </p:nvPicPr>
        <p:blipFill>
          <a:blip r:embed="rId237" cstate="print"/>
          <a:stretch>
            <a:fillRect/>
          </a:stretch>
        </p:blipFill>
        <p:spPr>
          <a:xfrm>
            <a:off x="5428773" y="5007483"/>
            <a:ext cx="161639" cy="218217"/>
          </a:xfrm>
          <a:prstGeom prst="rect">
            <a:avLst/>
          </a:prstGeom>
        </p:spPr>
      </p:pic>
      <p:pic>
        <p:nvPicPr>
          <p:cNvPr id="370" name="object 370" descr=""/>
          <p:cNvPicPr/>
          <p:nvPr/>
        </p:nvPicPr>
        <p:blipFill>
          <a:blip r:embed="rId238" cstate="print"/>
          <a:stretch>
            <a:fillRect/>
          </a:stretch>
        </p:blipFill>
        <p:spPr>
          <a:xfrm>
            <a:off x="5639181" y="5012055"/>
            <a:ext cx="151066" cy="216693"/>
          </a:xfrm>
          <a:prstGeom prst="rect">
            <a:avLst/>
          </a:prstGeom>
        </p:spPr>
      </p:pic>
      <p:sp>
        <p:nvSpPr>
          <p:cNvPr id="371" name="object 371" descr=""/>
          <p:cNvSpPr/>
          <p:nvPr/>
        </p:nvSpPr>
        <p:spPr>
          <a:xfrm>
            <a:off x="5846064" y="5010911"/>
            <a:ext cx="27940" cy="210820"/>
          </a:xfrm>
          <a:custGeom>
            <a:avLst/>
            <a:gdLst/>
            <a:ahLst/>
            <a:cxnLst/>
            <a:rect l="l" t="t" r="r" b="b"/>
            <a:pathLst>
              <a:path w="27939" h="210820">
                <a:moveTo>
                  <a:pt x="27432" y="210311"/>
                </a:moveTo>
                <a:lnTo>
                  <a:pt x="0" y="210311"/>
                </a:lnTo>
                <a:lnTo>
                  <a:pt x="0" y="0"/>
                </a:lnTo>
                <a:lnTo>
                  <a:pt x="27432" y="0"/>
                </a:lnTo>
                <a:lnTo>
                  <a:pt x="27432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2" name="object 372" descr=""/>
          <p:cNvGrpSpPr/>
          <p:nvPr/>
        </p:nvGrpSpPr>
        <p:grpSpPr>
          <a:xfrm>
            <a:off x="6008370" y="5082254"/>
            <a:ext cx="490220" cy="143510"/>
            <a:chOff x="6008370" y="5082254"/>
            <a:chExt cx="490220" cy="143510"/>
          </a:xfrm>
        </p:grpSpPr>
        <p:pic>
          <p:nvPicPr>
            <p:cNvPr id="373" name="object 373" descr="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6008370" y="5082254"/>
              <a:ext cx="265461" cy="143446"/>
            </a:xfrm>
            <a:prstGeom prst="rect">
              <a:avLst/>
            </a:prstGeom>
          </p:spPr>
        </p:pic>
        <p:pic>
          <p:nvPicPr>
            <p:cNvPr id="374" name="object 374" descr="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6307360" y="5083778"/>
              <a:ext cx="190690" cy="137350"/>
            </a:xfrm>
            <a:prstGeom prst="rect">
              <a:avLst/>
            </a:prstGeom>
          </p:spPr>
        </p:pic>
      </p:grpSp>
      <p:pic>
        <p:nvPicPr>
          <p:cNvPr id="375" name="object 375" descr=""/>
          <p:cNvPicPr/>
          <p:nvPr/>
        </p:nvPicPr>
        <p:blipFill>
          <a:blip r:embed="rId241" cstate="print"/>
          <a:stretch>
            <a:fillRect/>
          </a:stretch>
        </p:blipFill>
        <p:spPr>
          <a:xfrm>
            <a:off x="6548342" y="5083778"/>
            <a:ext cx="120491" cy="196881"/>
          </a:xfrm>
          <a:prstGeom prst="rect">
            <a:avLst/>
          </a:prstGeom>
        </p:spPr>
      </p:pic>
      <p:grpSp>
        <p:nvGrpSpPr>
          <p:cNvPr id="376" name="object 376" descr=""/>
          <p:cNvGrpSpPr/>
          <p:nvPr/>
        </p:nvGrpSpPr>
        <p:grpSpPr>
          <a:xfrm>
            <a:off x="6696361" y="5048725"/>
            <a:ext cx="869950" cy="210820"/>
            <a:chOff x="6696361" y="5048725"/>
            <a:chExt cx="869950" cy="210820"/>
          </a:xfrm>
        </p:grpSpPr>
        <p:pic>
          <p:nvPicPr>
            <p:cNvPr id="377" name="object 377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6864095" y="5083778"/>
              <a:ext cx="106775" cy="137350"/>
            </a:xfrm>
            <a:prstGeom prst="rect">
              <a:avLst/>
            </a:prstGeom>
          </p:spPr>
        </p:pic>
        <p:pic>
          <p:nvPicPr>
            <p:cNvPr id="378" name="object 378" descr="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6696361" y="5082254"/>
              <a:ext cx="132683" cy="143446"/>
            </a:xfrm>
            <a:prstGeom prst="rect">
              <a:avLst/>
            </a:prstGeom>
          </p:spPr>
        </p:pic>
        <p:pic>
          <p:nvPicPr>
            <p:cNvPr id="379" name="object 379" descr="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7006018" y="5082254"/>
              <a:ext cx="114395" cy="143446"/>
            </a:xfrm>
            <a:prstGeom prst="rect">
              <a:avLst/>
            </a:prstGeom>
          </p:spPr>
        </p:pic>
        <p:pic>
          <p:nvPicPr>
            <p:cNvPr id="380" name="object 380" descr="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7153942" y="5083778"/>
              <a:ext cx="106775" cy="137350"/>
            </a:xfrm>
            <a:prstGeom prst="rect">
              <a:avLst/>
            </a:prstGeom>
          </p:spPr>
        </p:pic>
        <p:pic>
          <p:nvPicPr>
            <p:cNvPr id="381" name="object 381" descr="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7291196" y="5048725"/>
              <a:ext cx="213550" cy="176974"/>
            </a:xfrm>
            <a:prstGeom prst="rect">
              <a:avLst/>
            </a:prstGeom>
          </p:spPr>
        </p:pic>
        <p:sp>
          <p:nvSpPr>
            <p:cNvPr id="382" name="object 382" descr=""/>
            <p:cNvSpPr/>
            <p:nvPr/>
          </p:nvSpPr>
          <p:spPr>
            <a:xfrm>
              <a:off x="7539894" y="5196744"/>
              <a:ext cx="26034" cy="62865"/>
            </a:xfrm>
            <a:custGeom>
              <a:avLst/>
              <a:gdLst/>
              <a:ahLst/>
              <a:cxnLst/>
              <a:rect l="l" t="t" r="r" b="b"/>
              <a:pathLst>
                <a:path w="26034" h="62864">
                  <a:moveTo>
                    <a:pt x="13715" y="62483"/>
                  </a:moveTo>
                  <a:lnTo>
                    <a:pt x="0" y="62483"/>
                  </a:lnTo>
                  <a:lnTo>
                    <a:pt x="7619" y="24383"/>
                  </a:lnTo>
                  <a:lnTo>
                    <a:pt x="0" y="24383"/>
                  </a:lnTo>
                  <a:lnTo>
                    <a:pt x="0" y="0"/>
                  </a:lnTo>
                  <a:lnTo>
                    <a:pt x="25907" y="0"/>
                  </a:lnTo>
                  <a:lnTo>
                    <a:pt x="25907" y="24383"/>
                  </a:lnTo>
                  <a:lnTo>
                    <a:pt x="13715" y="624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83" name="object 383" descr=""/>
          <p:cNvPicPr/>
          <p:nvPr/>
        </p:nvPicPr>
        <p:blipFill>
          <a:blip r:embed="rId246" cstate="print"/>
          <a:stretch>
            <a:fillRect/>
          </a:stretch>
        </p:blipFill>
        <p:spPr>
          <a:xfrm>
            <a:off x="7700009" y="5048725"/>
            <a:ext cx="459105" cy="177069"/>
          </a:xfrm>
          <a:prstGeom prst="rect">
            <a:avLst/>
          </a:prstGeom>
        </p:spPr>
      </p:pic>
      <p:sp>
        <p:nvSpPr>
          <p:cNvPr id="384" name="object 384" descr=""/>
          <p:cNvSpPr/>
          <p:nvPr/>
        </p:nvSpPr>
        <p:spPr>
          <a:xfrm>
            <a:off x="8285988" y="5010911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59" h="210820">
                <a:moveTo>
                  <a:pt x="22860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60" y="0"/>
                </a:lnTo>
                <a:lnTo>
                  <a:pt x="22860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85" name="object 385" descr=""/>
          <p:cNvGrpSpPr/>
          <p:nvPr/>
        </p:nvGrpSpPr>
        <p:grpSpPr>
          <a:xfrm>
            <a:off x="8355901" y="5022723"/>
            <a:ext cx="912494" cy="203200"/>
            <a:chOff x="8355901" y="5022723"/>
            <a:chExt cx="912494" cy="203200"/>
          </a:xfrm>
        </p:grpSpPr>
        <p:sp>
          <p:nvSpPr>
            <p:cNvPr id="386" name="object 386" descr=""/>
            <p:cNvSpPr/>
            <p:nvPr/>
          </p:nvSpPr>
          <p:spPr>
            <a:xfrm>
              <a:off x="8355901" y="5022735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7" name="object 387" descr="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8413908" y="5048726"/>
              <a:ext cx="207454" cy="176974"/>
            </a:xfrm>
            <a:prstGeom prst="rect">
              <a:avLst/>
            </a:prstGeom>
          </p:spPr>
        </p:pic>
        <p:pic>
          <p:nvPicPr>
            <p:cNvPr id="388" name="object 388" descr="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8641174" y="5082254"/>
              <a:ext cx="114395" cy="143446"/>
            </a:xfrm>
            <a:prstGeom prst="rect">
              <a:avLst/>
            </a:prstGeom>
          </p:spPr>
        </p:pic>
        <p:pic>
          <p:nvPicPr>
            <p:cNvPr id="389" name="object 389" descr="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8789098" y="5083873"/>
              <a:ext cx="106775" cy="137255"/>
            </a:xfrm>
            <a:prstGeom prst="rect">
              <a:avLst/>
            </a:prstGeom>
          </p:spPr>
        </p:pic>
        <p:pic>
          <p:nvPicPr>
            <p:cNvPr id="390" name="object 390" descr="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8930925" y="5082254"/>
              <a:ext cx="116014" cy="143446"/>
            </a:xfrm>
            <a:prstGeom prst="rect">
              <a:avLst/>
            </a:prstGeom>
          </p:spPr>
        </p:pic>
        <p:pic>
          <p:nvPicPr>
            <p:cNvPr id="391" name="object 391" descr="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9080468" y="5082254"/>
              <a:ext cx="187642" cy="143446"/>
            </a:xfrm>
            <a:prstGeom prst="rect">
              <a:avLst/>
            </a:prstGeom>
          </p:spPr>
        </p:pic>
      </p:grpSp>
      <p:pic>
        <p:nvPicPr>
          <p:cNvPr id="392" name="object 392" descr=""/>
          <p:cNvPicPr/>
          <p:nvPr/>
        </p:nvPicPr>
        <p:blipFill>
          <a:blip r:embed="rId251" cstate="print"/>
          <a:stretch>
            <a:fillRect/>
          </a:stretch>
        </p:blipFill>
        <p:spPr>
          <a:xfrm>
            <a:off x="1029652" y="5478970"/>
            <a:ext cx="186023" cy="175450"/>
          </a:xfrm>
          <a:prstGeom prst="rect">
            <a:avLst/>
          </a:prstGeom>
        </p:spPr>
      </p:pic>
      <p:pic>
        <p:nvPicPr>
          <p:cNvPr id="393" name="object 393" descr=""/>
          <p:cNvPicPr/>
          <p:nvPr/>
        </p:nvPicPr>
        <p:blipFill>
          <a:blip r:embed="rId252" cstate="print"/>
          <a:stretch>
            <a:fillRect/>
          </a:stretch>
        </p:blipFill>
        <p:spPr>
          <a:xfrm>
            <a:off x="1413986" y="5466778"/>
            <a:ext cx="3262788" cy="234981"/>
          </a:xfrm>
          <a:prstGeom prst="rect">
            <a:avLst/>
          </a:prstGeom>
        </p:spPr>
      </p:pic>
      <p:sp>
        <p:nvSpPr>
          <p:cNvPr id="394" name="object 394" descr=""/>
          <p:cNvSpPr/>
          <p:nvPr/>
        </p:nvSpPr>
        <p:spPr>
          <a:xfrm>
            <a:off x="4759070" y="5541549"/>
            <a:ext cx="24765" cy="26034"/>
          </a:xfrm>
          <a:custGeom>
            <a:avLst/>
            <a:gdLst/>
            <a:ahLst/>
            <a:cxnLst/>
            <a:rect l="l" t="t" r="r" b="b"/>
            <a:pathLst>
              <a:path w="24764" h="26035">
                <a:moveTo>
                  <a:pt x="24479" y="25908"/>
                </a:moveTo>
                <a:lnTo>
                  <a:pt x="0" y="25908"/>
                </a:lnTo>
                <a:lnTo>
                  <a:pt x="0" y="0"/>
                </a:lnTo>
                <a:lnTo>
                  <a:pt x="24479" y="0"/>
                </a:lnTo>
                <a:lnTo>
                  <a:pt x="24479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5" name="object 395" descr=""/>
          <p:cNvSpPr/>
          <p:nvPr/>
        </p:nvSpPr>
        <p:spPr>
          <a:xfrm>
            <a:off x="4759070" y="5651373"/>
            <a:ext cx="24765" cy="26034"/>
          </a:xfrm>
          <a:custGeom>
            <a:avLst/>
            <a:gdLst/>
            <a:ahLst/>
            <a:cxnLst/>
            <a:rect l="l" t="t" r="r" b="b"/>
            <a:pathLst>
              <a:path w="24764" h="26035">
                <a:moveTo>
                  <a:pt x="24479" y="26003"/>
                </a:moveTo>
                <a:lnTo>
                  <a:pt x="0" y="26003"/>
                </a:lnTo>
                <a:lnTo>
                  <a:pt x="0" y="0"/>
                </a:lnTo>
                <a:lnTo>
                  <a:pt x="24479" y="0"/>
                </a:lnTo>
                <a:lnTo>
                  <a:pt x="24479" y="260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6" name="object 396" descr=""/>
          <p:cNvGrpSpPr/>
          <p:nvPr/>
        </p:nvGrpSpPr>
        <p:grpSpPr>
          <a:xfrm>
            <a:off x="4966525" y="5462206"/>
            <a:ext cx="619760" cy="218440"/>
            <a:chOff x="4966525" y="5462206"/>
            <a:chExt cx="619760" cy="218440"/>
          </a:xfrm>
        </p:grpSpPr>
        <p:pic>
          <p:nvPicPr>
            <p:cNvPr id="397" name="object 397" descr="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4966525" y="5462206"/>
              <a:ext cx="158686" cy="218217"/>
            </a:xfrm>
            <a:prstGeom prst="rect">
              <a:avLst/>
            </a:prstGeom>
          </p:spPr>
        </p:pic>
        <p:pic>
          <p:nvPicPr>
            <p:cNvPr id="398" name="object 398" descr="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5149595" y="5536977"/>
              <a:ext cx="132683" cy="143446"/>
            </a:xfrm>
            <a:prstGeom prst="rect">
              <a:avLst/>
            </a:prstGeom>
          </p:spPr>
        </p:pic>
        <p:pic>
          <p:nvPicPr>
            <p:cNvPr id="399" name="object 399" descr="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5315902" y="5538501"/>
              <a:ext cx="108299" cy="138874"/>
            </a:xfrm>
            <a:prstGeom prst="rect">
              <a:avLst/>
            </a:prstGeom>
          </p:spPr>
        </p:pic>
        <p:pic>
          <p:nvPicPr>
            <p:cNvPr id="400" name="object 400" descr="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5456205" y="5463730"/>
              <a:ext cx="129635" cy="213645"/>
            </a:xfrm>
            <a:prstGeom prst="rect">
              <a:avLst/>
            </a:prstGeom>
          </p:spPr>
        </p:pic>
      </p:grpSp>
      <p:grpSp>
        <p:nvGrpSpPr>
          <p:cNvPr id="401" name="object 401" descr=""/>
          <p:cNvGrpSpPr/>
          <p:nvPr/>
        </p:nvGrpSpPr>
        <p:grpSpPr>
          <a:xfrm>
            <a:off x="5619464" y="5538501"/>
            <a:ext cx="274955" cy="200025"/>
            <a:chOff x="5619464" y="5538501"/>
            <a:chExt cx="274955" cy="200025"/>
          </a:xfrm>
        </p:grpSpPr>
        <p:pic>
          <p:nvPicPr>
            <p:cNvPr id="402" name="object 402" descr="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5785675" y="5541549"/>
              <a:ext cx="108299" cy="138874"/>
            </a:xfrm>
            <a:prstGeom prst="rect">
              <a:avLst/>
            </a:prstGeom>
          </p:spPr>
        </p:pic>
        <p:pic>
          <p:nvPicPr>
            <p:cNvPr id="403" name="object 403" descr="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5619464" y="5538501"/>
              <a:ext cx="137255" cy="199929"/>
            </a:xfrm>
            <a:prstGeom prst="rect">
              <a:avLst/>
            </a:prstGeom>
          </p:spPr>
        </p:pic>
      </p:grpSp>
      <p:pic>
        <p:nvPicPr>
          <p:cNvPr id="404" name="object 404" descr=""/>
          <p:cNvPicPr/>
          <p:nvPr/>
        </p:nvPicPr>
        <p:blipFill>
          <a:blip r:embed="rId259" cstate="print"/>
          <a:stretch>
            <a:fillRect/>
          </a:stretch>
        </p:blipFill>
        <p:spPr>
          <a:xfrm>
            <a:off x="5942742" y="5536977"/>
            <a:ext cx="321945" cy="143446"/>
          </a:xfrm>
          <a:prstGeom prst="rect">
            <a:avLst/>
          </a:prstGeom>
        </p:spPr>
      </p:pic>
      <p:sp>
        <p:nvSpPr>
          <p:cNvPr id="405" name="object 405" descr=""/>
          <p:cNvSpPr/>
          <p:nvPr/>
        </p:nvSpPr>
        <p:spPr>
          <a:xfrm>
            <a:off x="6394323" y="5478970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4384" y="62585"/>
                </a:moveTo>
                <a:lnTo>
                  <a:pt x="3048" y="62585"/>
                </a:lnTo>
                <a:lnTo>
                  <a:pt x="3048" y="198412"/>
                </a:lnTo>
                <a:lnTo>
                  <a:pt x="24384" y="198412"/>
                </a:lnTo>
                <a:lnTo>
                  <a:pt x="24384" y="62585"/>
                </a:lnTo>
                <a:close/>
              </a:path>
              <a:path w="27939" h="198754">
                <a:moveTo>
                  <a:pt x="27432" y="0"/>
                </a:moveTo>
                <a:lnTo>
                  <a:pt x="0" y="0"/>
                </a:lnTo>
                <a:lnTo>
                  <a:pt x="0" y="25908"/>
                </a:lnTo>
                <a:lnTo>
                  <a:pt x="27432" y="25908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6" name="object 406" descr=""/>
          <p:cNvPicPr/>
          <p:nvPr/>
        </p:nvPicPr>
        <p:blipFill>
          <a:blip r:embed="rId260" cstate="print"/>
          <a:stretch>
            <a:fillRect/>
          </a:stretch>
        </p:blipFill>
        <p:spPr>
          <a:xfrm>
            <a:off x="6468998" y="5538501"/>
            <a:ext cx="106775" cy="138874"/>
          </a:xfrm>
          <a:prstGeom prst="rect">
            <a:avLst/>
          </a:prstGeom>
        </p:spPr>
      </p:pic>
      <p:grpSp>
        <p:nvGrpSpPr>
          <p:cNvPr id="407" name="object 407" descr=""/>
          <p:cNvGrpSpPr/>
          <p:nvPr/>
        </p:nvGrpSpPr>
        <p:grpSpPr>
          <a:xfrm>
            <a:off x="6623113" y="5478970"/>
            <a:ext cx="354330" cy="201930"/>
            <a:chOff x="6623113" y="5478970"/>
            <a:chExt cx="354330" cy="201930"/>
          </a:xfrm>
        </p:grpSpPr>
        <p:sp>
          <p:nvSpPr>
            <p:cNvPr id="408" name="object 408" descr=""/>
            <p:cNvSpPr/>
            <p:nvPr/>
          </p:nvSpPr>
          <p:spPr>
            <a:xfrm>
              <a:off x="6623113" y="5478970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384" y="62585"/>
                  </a:moveTo>
                  <a:lnTo>
                    <a:pt x="1524" y="62585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2585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432" y="25908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9" name="object 409" descr="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6677977" y="5503449"/>
              <a:ext cx="94583" cy="176974"/>
            </a:xfrm>
            <a:prstGeom prst="rect">
              <a:avLst/>
            </a:prstGeom>
          </p:spPr>
        </p:pic>
        <p:sp>
          <p:nvSpPr>
            <p:cNvPr id="410" name="object 410" descr=""/>
            <p:cNvSpPr/>
            <p:nvPr/>
          </p:nvSpPr>
          <p:spPr>
            <a:xfrm>
              <a:off x="6804660" y="5478970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4">
                  <a:moveTo>
                    <a:pt x="24384" y="62585"/>
                  </a:moveTo>
                  <a:lnTo>
                    <a:pt x="1524" y="62585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2585"/>
                  </a:lnTo>
                  <a:close/>
                </a:path>
                <a:path w="26034" h="198754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1" name="object 411" descr="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6870191" y="5536977"/>
              <a:ext cx="106775" cy="143446"/>
            </a:xfrm>
            <a:prstGeom prst="rect">
              <a:avLst/>
            </a:prstGeom>
          </p:spPr>
        </p:pic>
      </p:grpSp>
      <p:sp>
        <p:nvSpPr>
          <p:cNvPr id="412" name="object 412" descr=""/>
          <p:cNvSpPr/>
          <p:nvPr/>
        </p:nvSpPr>
        <p:spPr>
          <a:xfrm>
            <a:off x="7022592" y="5466588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59" h="210820">
                <a:moveTo>
                  <a:pt x="228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59" y="0"/>
                </a:lnTo>
                <a:lnTo>
                  <a:pt x="22859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3" name="object 413" descr=""/>
          <p:cNvGrpSpPr/>
          <p:nvPr/>
        </p:nvGrpSpPr>
        <p:grpSpPr>
          <a:xfrm>
            <a:off x="7179849" y="5536977"/>
            <a:ext cx="605790" cy="144145"/>
            <a:chOff x="7179849" y="5536977"/>
            <a:chExt cx="605790" cy="144145"/>
          </a:xfrm>
        </p:grpSpPr>
        <p:pic>
          <p:nvPicPr>
            <p:cNvPr id="414" name="object 414" descr="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7179849" y="5536977"/>
              <a:ext cx="233362" cy="143541"/>
            </a:xfrm>
            <a:prstGeom prst="rect">
              <a:avLst/>
            </a:prstGeom>
          </p:spPr>
        </p:pic>
        <p:pic>
          <p:nvPicPr>
            <p:cNvPr id="415" name="object 415" descr="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7446834" y="5536977"/>
              <a:ext cx="204407" cy="143446"/>
            </a:xfrm>
            <a:prstGeom prst="rect">
              <a:avLst/>
            </a:prstGeom>
          </p:spPr>
        </p:pic>
        <p:pic>
          <p:nvPicPr>
            <p:cNvPr id="416" name="object 416" descr="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7671053" y="5536977"/>
              <a:ext cx="114395" cy="143446"/>
            </a:xfrm>
            <a:prstGeom prst="rect">
              <a:avLst/>
            </a:prstGeom>
          </p:spPr>
        </p:pic>
      </p:grpSp>
      <p:pic>
        <p:nvPicPr>
          <p:cNvPr id="417" name="object 417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029652" y="5933599"/>
            <a:ext cx="186023" cy="175545"/>
          </a:xfrm>
          <a:prstGeom prst="rect">
            <a:avLst/>
          </a:prstGeom>
        </p:spPr>
      </p:pic>
      <p:pic>
        <p:nvPicPr>
          <p:cNvPr id="418" name="object 418" descr=""/>
          <p:cNvPicPr/>
          <p:nvPr/>
        </p:nvPicPr>
        <p:blipFill>
          <a:blip r:embed="rId266" cstate="print"/>
          <a:stretch>
            <a:fillRect/>
          </a:stretch>
        </p:blipFill>
        <p:spPr>
          <a:xfrm>
            <a:off x="7818977" y="5538501"/>
            <a:ext cx="106775" cy="138874"/>
          </a:xfrm>
          <a:prstGeom prst="rect">
            <a:avLst/>
          </a:prstGeom>
        </p:spPr>
      </p:pic>
      <p:pic>
        <p:nvPicPr>
          <p:cNvPr id="419" name="object 419" descr=""/>
          <p:cNvPicPr/>
          <p:nvPr/>
        </p:nvPicPr>
        <p:blipFill>
          <a:blip r:embed="rId267" cstate="print"/>
          <a:stretch>
            <a:fillRect/>
          </a:stretch>
        </p:blipFill>
        <p:spPr>
          <a:xfrm>
            <a:off x="1413986" y="5921501"/>
            <a:ext cx="2945511" cy="279178"/>
          </a:xfrm>
          <a:prstGeom prst="rect">
            <a:avLst/>
          </a:prstGeom>
        </p:spPr>
      </p:pic>
      <p:sp>
        <p:nvSpPr>
          <p:cNvPr id="420" name="object 420" descr=""/>
          <p:cNvSpPr/>
          <p:nvPr/>
        </p:nvSpPr>
        <p:spPr>
          <a:xfrm>
            <a:off x="4440364" y="5997797"/>
            <a:ext cx="26034" cy="24765"/>
          </a:xfrm>
          <a:custGeom>
            <a:avLst/>
            <a:gdLst/>
            <a:ahLst/>
            <a:cxnLst/>
            <a:rect l="l" t="t" r="r" b="b"/>
            <a:pathLst>
              <a:path w="26035" h="24764">
                <a:moveTo>
                  <a:pt x="25908" y="24384"/>
                </a:moveTo>
                <a:lnTo>
                  <a:pt x="0" y="24384"/>
                </a:lnTo>
                <a:lnTo>
                  <a:pt x="0" y="0"/>
                </a:lnTo>
                <a:lnTo>
                  <a:pt x="25908" y="0"/>
                </a:lnTo>
                <a:lnTo>
                  <a:pt x="25908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1" name="object 421" descr=""/>
          <p:cNvSpPr/>
          <p:nvPr/>
        </p:nvSpPr>
        <p:spPr>
          <a:xfrm>
            <a:off x="4440364" y="6106096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25908" y="25908"/>
                </a:moveTo>
                <a:lnTo>
                  <a:pt x="0" y="25908"/>
                </a:lnTo>
                <a:lnTo>
                  <a:pt x="0" y="0"/>
                </a:lnTo>
                <a:lnTo>
                  <a:pt x="25908" y="0"/>
                </a:lnTo>
                <a:lnTo>
                  <a:pt x="25908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2" name="object 422" descr=""/>
          <p:cNvGrpSpPr/>
          <p:nvPr/>
        </p:nvGrpSpPr>
        <p:grpSpPr>
          <a:xfrm>
            <a:off x="4658486" y="5921502"/>
            <a:ext cx="991869" cy="273685"/>
            <a:chOff x="4658486" y="5921502"/>
            <a:chExt cx="991869" cy="273685"/>
          </a:xfrm>
        </p:grpSpPr>
        <p:pic>
          <p:nvPicPr>
            <p:cNvPr id="423" name="object 423" descr="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4658486" y="5921502"/>
              <a:ext cx="172307" cy="210597"/>
            </a:xfrm>
            <a:prstGeom prst="rect">
              <a:avLst/>
            </a:prstGeom>
          </p:spPr>
        </p:pic>
        <p:sp>
          <p:nvSpPr>
            <p:cNvPr id="424" name="object 424" descr=""/>
            <p:cNvSpPr/>
            <p:nvPr/>
          </p:nvSpPr>
          <p:spPr>
            <a:xfrm>
              <a:off x="4870513" y="5933693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5" name="object 425" descr="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4928425" y="5991701"/>
              <a:ext cx="100679" cy="143446"/>
            </a:xfrm>
            <a:prstGeom prst="rect">
              <a:avLst/>
            </a:prstGeom>
          </p:spPr>
        </p:pic>
        <p:pic>
          <p:nvPicPr>
            <p:cNvPr id="426" name="object 426" descr="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5061108" y="5994749"/>
              <a:ext cx="120491" cy="195262"/>
            </a:xfrm>
            <a:prstGeom prst="rect">
              <a:avLst/>
            </a:prstGeom>
          </p:spPr>
        </p:pic>
        <p:sp>
          <p:nvSpPr>
            <p:cNvPr id="427" name="object 427" descr=""/>
            <p:cNvSpPr/>
            <p:nvPr/>
          </p:nvSpPr>
          <p:spPr>
            <a:xfrm>
              <a:off x="5216651" y="5922264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8" name="object 428" descr="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5280755" y="5991701"/>
              <a:ext cx="369188" cy="202882"/>
            </a:xfrm>
            <a:prstGeom prst="rect">
              <a:avLst/>
            </a:prstGeom>
          </p:spPr>
        </p:pic>
      </p:grpSp>
      <p:grpSp>
        <p:nvGrpSpPr>
          <p:cNvPr id="429" name="object 429" descr=""/>
          <p:cNvGrpSpPr/>
          <p:nvPr/>
        </p:nvGrpSpPr>
        <p:grpSpPr>
          <a:xfrm>
            <a:off x="5768911" y="5959602"/>
            <a:ext cx="502284" cy="175895"/>
            <a:chOff x="5768911" y="5959602"/>
            <a:chExt cx="502284" cy="175895"/>
          </a:xfrm>
        </p:grpSpPr>
        <p:pic>
          <p:nvPicPr>
            <p:cNvPr id="430" name="object 430" descr=""/>
            <p:cNvPicPr/>
            <p:nvPr/>
          </p:nvPicPr>
          <p:blipFill>
            <a:blip r:embed="rId272" cstate="print"/>
            <a:stretch>
              <a:fillRect/>
            </a:stretch>
          </p:blipFill>
          <p:spPr>
            <a:xfrm>
              <a:off x="5768911" y="5991701"/>
              <a:ext cx="114395" cy="143446"/>
            </a:xfrm>
            <a:prstGeom prst="rect">
              <a:avLst/>
            </a:prstGeom>
          </p:spPr>
        </p:pic>
        <p:pic>
          <p:nvPicPr>
            <p:cNvPr id="431" name="object 431" descr="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5907690" y="5991796"/>
              <a:ext cx="108299" cy="143351"/>
            </a:xfrm>
            <a:prstGeom prst="rect">
              <a:avLst/>
            </a:prstGeom>
          </p:spPr>
        </p:pic>
        <p:pic>
          <p:nvPicPr>
            <p:cNvPr id="432" name="object 432" descr="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6043421" y="5959602"/>
              <a:ext cx="94583" cy="175545"/>
            </a:xfrm>
            <a:prstGeom prst="rect">
              <a:avLst/>
            </a:prstGeom>
          </p:spPr>
        </p:pic>
        <p:pic>
          <p:nvPicPr>
            <p:cNvPr id="433" name="object 433" descr="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6162484" y="5991701"/>
              <a:ext cx="108299" cy="143446"/>
            </a:xfrm>
            <a:prstGeom prst="rect">
              <a:avLst/>
            </a:prstGeom>
          </p:spPr>
        </p:pic>
      </p:grpSp>
      <p:grpSp>
        <p:nvGrpSpPr>
          <p:cNvPr id="434" name="object 434" descr=""/>
          <p:cNvGrpSpPr/>
          <p:nvPr/>
        </p:nvGrpSpPr>
        <p:grpSpPr>
          <a:xfrm>
            <a:off x="6316979" y="5922264"/>
            <a:ext cx="733425" cy="272415"/>
            <a:chOff x="6316979" y="5922264"/>
            <a:chExt cx="733425" cy="272415"/>
          </a:xfrm>
        </p:grpSpPr>
        <p:sp>
          <p:nvSpPr>
            <p:cNvPr id="435" name="object 435" descr=""/>
            <p:cNvSpPr/>
            <p:nvPr/>
          </p:nvSpPr>
          <p:spPr>
            <a:xfrm>
              <a:off x="6316979" y="5922264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6" name="object 436" descr="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6372986" y="5991701"/>
              <a:ext cx="376809" cy="202882"/>
            </a:xfrm>
            <a:prstGeom prst="rect">
              <a:avLst/>
            </a:prstGeom>
          </p:spPr>
        </p:pic>
        <p:pic>
          <p:nvPicPr>
            <p:cNvPr id="437" name="object 437" descr=""/>
            <p:cNvPicPr/>
            <p:nvPr/>
          </p:nvPicPr>
          <p:blipFill>
            <a:blip r:embed="rId277" cstate="print"/>
            <a:stretch>
              <a:fillRect/>
            </a:stretch>
          </p:blipFill>
          <p:spPr>
            <a:xfrm>
              <a:off x="6775608" y="5991701"/>
              <a:ext cx="132778" cy="143446"/>
            </a:xfrm>
            <a:prstGeom prst="rect">
              <a:avLst/>
            </a:prstGeom>
          </p:spPr>
        </p:pic>
        <p:pic>
          <p:nvPicPr>
            <p:cNvPr id="438" name="object 438" descr="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6943438" y="5994749"/>
              <a:ext cx="106775" cy="137350"/>
            </a:xfrm>
            <a:prstGeom prst="rect">
              <a:avLst/>
            </a:prstGeom>
          </p:spPr>
        </p:pic>
      </p:grpSp>
      <p:grpSp>
        <p:nvGrpSpPr>
          <p:cNvPr id="439" name="object 439" descr=""/>
          <p:cNvGrpSpPr/>
          <p:nvPr/>
        </p:nvGrpSpPr>
        <p:grpSpPr>
          <a:xfrm>
            <a:off x="7098792" y="5922264"/>
            <a:ext cx="183515" cy="272415"/>
            <a:chOff x="7098792" y="5922264"/>
            <a:chExt cx="183515" cy="272415"/>
          </a:xfrm>
        </p:grpSpPr>
        <p:sp>
          <p:nvSpPr>
            <p:cNvPr id="440" name="object 440" descr=""/>
            <p:cNvSpPr/>
            <p:nvPr/>
          </p:nvSpPr>
          <p:spPr>
            <a:xfrm>
              <a:off x="7098792" y="5922264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1" name="object 441" descr="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7150893" y="5997797"/>
              <a:ext cx="131159" cy="196786"/>
            </a:xfrm>
            <a:prstGeom prst="rect">
              <a:avLst/>
            </a:prstGeom>
          </p:spPr>
        </p:pic>
      </p:grpSp>
      <p:grpSp>
        <p:nvGrpSpPr>
          <p:cNvPr id="442" name="object 442" descr=""/>
          <p:cNvGrpSpPr/>
          <p:nvPr/>
        </p:nvGrpSpPr>
        <p:grpSpPr>
          <a:xfrm>
            <a:off x="7396448" y="5991701"/>
            <a:ext cx="744855" cy="143510"/>
            <a:chOff x="7396448" y="5991701"/>
            <a:chExt cx="744855" cy="143510"/>
          </a:xfrm>
        </p:grpSpPr>
        <p:pic>
          <p:nvPicPr>
            <p:cNvPr id="443" name="object 443" descr="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7396448" y="5991701"/>
              <a:ext cx="231838" cy="143446"/>
            </a:xfrm>
            <a:prstGeom prst="rect">
              <a:avLst/>
            </a:prstGeom>
          </p:spPr>
        </p:pic>
        <p:pic>
          <p:nvPicPr>
            <p:cNvPr id="444" name="object 444" descr=""/>
            <p:cNvPicPr/>
            <p:nvPr/>
          </p:nvPicPr>
          <p:blipFill>
            <a:blip r:embed="rId281" cstate="print"/>
            <a:stretch>
              <a:fillRect/>
            </a:stretch>
          </p:blipFill>
          <p:spPr>
            <a:xfrm>
              <a:off x="7661910" y="5991796"/>
              <a:ext cx="204406" cy="143351"/>
            </a:xfrm>
            <a:prstGeom prst="rect">
              <a:avLst/>
            </a:prstGeom>
          </p:spPr>
        </p:pic>
        <p:pic>
          <p:nvPicPr>
            <p:cNvPr id="445" name="object 445" descr="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7886128" y="5991701"/>
              <a:ext cx="114395" cy="143446"/>
            </a:xfrm>
            <a:prstGeom prst="rect">
              <a:avLst/>
            </a:prstGeom>
          </p:spPr>
        </p:pic>
        <p:pic>
          <p:nvPicPr>
            <p:cNvPr id="446" name="object 446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8034051" y="5994749"/>
              <a:ext cx="106775" cy="137350"/>
            </a:xfrm>
            <a:prstGeom prst="rect">
              <a:avLst/>
            </a:prstGeom>
          </p:spPr>
        </p:pic>
      </p:grpSp>
      <p:pic>
        <p:nvPicPr>
          <p:cNvPr id="447" name="object 447" descr=""/>
          <p:cNvPicPr/>
          <p:nvPr/>
        </p:nvPicPr>
        <p:blipFill>
          <a:blip r:embed="rId181" cstate="print"/>
          <a:stretch>
            <a:fillRect/>
          </a:stretch>
        </p:blipFill>
        <p:spPr>
          <a:xfrm>
            <a:off x="1029652" y="6388417"/>
            <a:ext cx="186023" cy="175450"/>
          </a:xfrm>
          <a:prstGeom prst="rect">
            <a:avLst/>
          </a:prstGeom>
        </p:spPr>
      </p:pic>
      <p:grpSp>
        <p:nvGrpSpPr>
          <p:cNvPr id="448" name="object 448" descr=""/>
          <p:cNvGrpSpPr/>
          <p:nvPr/>
        </p:nvGrpSpPr>
        <p:grpSpPr>
          <a:xfrm>
            <a:off x="1406366" y="6399085"/>
            <a:ext cx="2207260" cy="258445"/>
            <a:chOff x="1406366" y="6399085"/>
            <a:chExt cx="2207260" cy="258445"/>
          </a:xfrm>
        </p:grpSpPr>
        <p:pic>
          <p:nvPicPr>
            <p:cNvPr id="449" name="object 449" descr="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1406366" y="6399085"/>
              <a:ext cx="1569624" cy="257841"/>
            </a:xfrm>
            <a:prstGeom prst="rect">
              <a:avLst/>
            </a:prstGeom>
          </p:spPr>
        </p:pic>
        <p:sp>
          <p:nvSpPr>
            <p:cNvPr id="450" name="object 450" descr=""/>
            <p:cNvSpPr/>
            <p:nvPr/>
          </p:nvSpPr>
          <p:spPr>
            <a:xfrm>
              <a:off x="3004947" y="6402323"/>
              <a:ext cx="111760" cy="184150"/>
            </a:xfrm>
            <a:custGeom>
              <a:avLst/>
              <a:gdLst/>
              <a:ahLst/>
              <a:cxnLst/>
              <a:rect l="l" t="t" r="r" b="b"/>
              <a:pathLst>
                <a:path w="111760" h="184150">
                  <a:moveTo>
                    <a:pt x="111340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45808" y="17780"/>
                  </a:lnTo>
                  <a:lnTo>
                    <a:pt x="45808" y="166370"/>
                  </a:lnTo>
                  <a:lnTo>
                    <a:pt x="0" y="166370"/>
                  </a:lnTo>
                  <a:lnTo>
                    <a:pt x="0" y="175260"/>
                  </a:lnTo>
                  <a:lnTo>
                    <a:pt x="0" y="184150"/>
                  </a:lnTo>
                  <a:lnTo>
                    <a:pt x="111340" y="184150"/>
                  </a:lnTo>
                  <a:lnTo>
                    <a:pt x="111340" y="175260"/>
                  </a:lnTo>
                  <a:lnTo>
                    <a:pt x="111340" y="166370"/>
                  </a:lnTo>
                  <a:lnTo>
                    <a:pt x="65620" y="166370"/>
                  </a:lnTo>
                  <a:lnTo>
                    <a:pt x="65620" y="17780"/>
                  </a:lnTo>
                  <a:lnTo>
                    <a:pt x="111340" y="17780"/>
                  </a:lnTo>
                  <a:lnTo>
                    <a:pt x="111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1" name="object 451" descr="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3146774" y="6418897"/>
              <a:ext cx="129730" cy="169354"/>
            </a:xfrm>
            <a:prstGeom prst="rect">
              <a:avLst/>
            </a:prstGeom>
          </p:spPr>
        </p:pic>
        <p:pic>
          <p:nvPicPr>
            <p:cNvPr id="452" name="object 452" descr="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3316128" y="6454044"/>
              <a:ext cx="297465" cy="134207"/>
            </a:xfrm>
            <a:prstGeom prst="rect">
              <a:avLst/>
            </a:prstGeom>
          </p:spPr>
        </p:pic>
      </p:grpSp>
      <p:pic>
        <p:nvPicPr>
          <p:cNvPr id="453" name="object 453" descr=""/>
          <p:cNvPicPr/>
          <p:nvPr/>
        </p:nvPicPr>
        <p:blipFill>
          <a:blip r:embed="rId286" cstate="print"/>
          <a:stretch>
            <a:fillRect/>
          </a:stretch>
        </p:blipFill>
        <p:spPr>
          <a:xfrm>
            <a:off x="3668458" y="6376225"/>
            <a:ext cx="80867" cy="234981"/>
          </a:xfrm>
          <a:prstGeom prst="rect">
            <a:avLst/>
          </a:prstGeom>
        </p:spPr>
      </p:pic>
      <p:pic>
        <p:nvPicPr>
          <p:cNvPr id="454" name="object 454" descr=""/>
          <p:cNvPicPr/>
          <p:nvPr/>
        </p:nvPicPr>
        <p:blipFill>
          <a:blip r:embed="rId287" cstate="print"/>
          <a:stretch>
            <a:fillRect/>
          </a:stretch>
        </p:blipFill>
        <p:spPr>
          <a:xfrm>
            <a:off x="3802760" y="6376225"/>
            <a:ext cx="79248" cy="234981"/>
          </a:xfrm>
          <a:prstGeom prst="rect">
            <a:avLst/>
          </a:prstGeom>
        </p:spPr>
      </p:pic>
      <p:sp>
        <p:nvSpPr>
          <p:cNvPr id="455" name="object 455" descr=""/>
          <p:cNvSpPr/>
          <p:nvPr/>
        </p:nvSpPr>
        <p:spPr>
          <a:xfrm>
            <a:off x="3964400" y="6452520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24384" y="24384"/>
                </a:moveTo>
                <a:lnTo>
                  <a:pt x="0" y="24384"/>
                </a:lnTo>
                <a:lnTo>
                  <a:pt x="0" y="0"/>
                </a:lnTo>
                <a:lnTo>
                  <a:pt x="24384" y="0"/>
                </a:lnTo>
                <a:lnTo>
                  <a:pt x="24384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6" name="object 456" descr=""/>
          <p:cNvSpPr/>
          <p:nvPr/>
        </p:nvSpPr>
        <p:spPr>
          <a:xfrm>
            <a:off x="3964400" y="6562343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5">
                <a:moveTo>
                  <a:pt x="24384" y="24384"/>
                </a:moveTo>
                <a:lnTo>
                  <a:pt x="0" y="24384"/>
                </a:lnTo>
                <a:lnTo>
                  <a:pt x="0" y="0"/>
                </a:lnTo>
                <a:lnTo>
                  <a:pt x="24384" y="0"/>
                </a:lnTo>
                <a:lnTo>
                  <a:pt x="24384" y="243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7" name="object 457" descr=""/>
          <p:cNvPicPr/>
          <p:nvPr/>
        </p:nvPicPr>
        <p:blipFill>
          <a:blip r:embed="rId288" cstate="print"/>
          <a:stretch>
            <a:fillRect/>
          </a:stretch>
        </p:blipFill>
        <p:spPr>
          <a:xfrm>
            <a:off x="4156614" y="6376225"/>
            <a:ext cx="312705" cy="213550"/>
          </a:xfrm>
          <a:prstGeom prst="rect">
            <a:avLst/>
          </a:prstGeom>
        </p:spPr>
      </p:pic>
      <p:sp>
        <p:nvSpPr>
          <p:cNvPr id="458" name="object 458" descr=""/>
          <p:cNvSpPr/>
          <p:nvPr/>
        </p:nvSpPr>
        <p:spPr>
          <a:xfrm>
            <a:off x="4517135" y="6376415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60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60" y="0"/>
                </a:lnTo>
                <a:lnTo>
                  <a:pt x="22860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9" name="object 459" descr=""/>
          <p:cNvGrpSpPr/>
          <p:nvPr/>
        </p:nvGrpSpPr>
        <p:grpSpPr>
          <a:xfrm>
            <a:off x="4586763" y="6376225"/>
            <a:ext cx="764540" cy="248920"/>
            <a:chOff x="4586763" y="6376225"/>
            <a:chExt cx="764540" cy="248920"/>
          </a:xfrm>
        </p:grpSpPr>
        <p:sp>
          <p:nvSpPr>
            <p:cNvPr id="460" name="object 460" descr=""/>
            <p:cNvSpPr/>
            <p:nvPr/>
          </p:nvSpPr>
          <p:spPr>
            <a:xfrm>
              <a:off x="4586757" y="6388328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1" name="object 461" descr="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4646199" y="6376225"/>
              <a:ext cx="120586" cy="213550"/>
            </a:xfrm>
            <a:prstGeom prst="rect">
              <a:avLst/>
            </a:prstGeom>
          </p:spPr>
        </p:pic>
        <p:pic>
          <p:nvPicPr>
            <p:cNvPr id="462" name="object 462" descr="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4807934" y="6447948"/>
              <a:ext cx="108299" cy="141827"/>
            </a:xfrm>
            <a:prstGeom prst="rect">
              <a:avLst/>
            </a:prstGeom>
          </p:spPr>
        </p:pic>
        <p:pic>
          <p:nvPicPr>
            <p:cNvPr id="463" name="object 463" descr=""/>
            <p:cNvPicPr/>
            <p:nvPr/>
          </p:nvPicPr>
          <p:blipFill>
            <a:blip r:embed="rId291" cstate="print"/>
            <a:stretch>
              <a:fillRect/>
            </a:stretch>
          </p:blipFill>
          <p:spPr>
            <a:xfrm>
              <a:off x="4942141" y="6414325"/>
              <a:ext cx="347757" cy="175450"/>
            </a:xfrm>
            <a:prstGeom prst="rect">
              <a:avLst/>
            </a:prstGeom>
          </p:spPr>
        </p:pic>
        <p:sp>
          <p:nvSpPr>
            <p:cNvPr id="464" name="object 464" descr=""/>
            <p:cNvSpPr/>
            <p:nvPr/>
          </p:nvSpPr>
          <p:spPr>
            <a:xfrm>
              <a:off x="5326570" y="6562344"/>
              <a:ext cx="24765" cy="62865"/>
            </a:xfrm>
            <a:custGeom>
              <a:avLst/>
              <a:gdLst/>
              <a:ahLst/>
              <a:cxnLst/>
              <a:rect l="l" t="t" r="r" b="b"/>
              <a:pathLst>
                <a:path w="24764" h="62865">
                  <a:moveTo>
                    <a:pt x="12192" y="62579"/>
                  </a:moveTo>
                  <a:lnTo>
                    <a:pt x="0" y="62579"/>
                  </a:lnTo>
                  <a:lnTo>
                    <a:pt x="7620" y="24383"/>
                  </a:lnTo>
                  <a:lnTo>
                    <a:pt x="0" y="24383"/>
                  </a:lnTo>
                  <a:lnTo>
                    <a:pt x="0" y="0"/>
                  </a:lnTo>
                  <a:lnTo>
                    <a:pt x="24384" y="0"/>
                  </a:lnTo>
                  <a:lnTo>
                    <a:pt x="24384" y="24383"/>
                  </a:lnTo>
                  <a:lnTo>
                    <a:pt x="12192" y="62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5" name="object 465" descr=""/>
          <p:cNvGrpSpPr/>
          <p:nvPr/>
        </p:nvGrpSpPr>
        <p:grpSpPr>
          <a:xfrm>
            <a:off x="5497353" y="6376225"/>
            <a:ext cx="551180" cy="213995"/>
            <a:chOff x="5497353" y="6376225"/>
            <a:chExt cx="551180" cy="213995"/>
          </a:xfrm>
        </p:grpSpPr>
        <p:pic>
          <p:nvPicPr>
            <p:cNvPr id="466" name="object 466" descr=""/>
            <p:cNvPicPr/>
            <p:nvPr/>
          </p:nvPicPr>
          <p:blipFill>
            <a:blip r:embed="rId292" cstate="print"/>
            <a:stretch>
              <a:fillRect/>
            </a:stretch>
          </p:blipFill>
          <p:spPr>
            <a:xfrm>
              <a:off x="5497353" y="6447948"/>
              <a:ext cx="106775" cy="141827"/>
            </a:xfrm>
            <a:prstGeom prst="rect">
              <a:avLst/>
            </a:prstGeom>
          </p:spPr>
        </p:pic>
        <p:pic>
          <p:nvPicPr>
            <p:cNvPr id="467" name="object 467" descr=""/>
            <p:cNvPicPr/>
            <p:nvPr/>
          </p:nvPicPr>
          <p:blipFill>
            <a:blip r:embed="rId293" cstate="print"/>
            <a:stretch>
              <a:fillRect/>
            </a:stretch>
          </p:blipFill>
          <p:spPr>
            <a:xfrm>
              <a:off x="5637752" y="6376225"/>
              <a:ext cx="120491" cy="213550"/>
            </a:xfrm>
            <a:prstGeom prst="rect">
              <a:avLst/>
            </a:prstGeom>
          </p:spPr>
        </p:pic>
        <p:pic>
          <p:nvPicPr>
            <p:cNvPr id="468" name="object 468" descr=""/>
            <p:cNvPicPr/>
            <p:nvPr/>
          </p:nvPicPr>
          <p:blipFill>
            <a:blip r:embed="rId294" cstate="print"/>
            <a:stretch>
              <a:fillRect/>
            </a:stretch>
          </p:blipFill>
          <p:spPr>
            <a:xfrm>
              <a:off x="5793295" y="6376225"/>
              <a:ext cx="120491" cy="213550"/>
            </a:xfrm>
            <a:prstGeom prst="rect">
              <a:avLst/>
            </a:prstGeom>
          </p:spPr>
        </p:pic>
        <p:pic>
          <p:nvPicPr>
            <p:cNvPr id="469" name="object 469" descr="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5947409" y="6447948"/>
              <a:ext cx="100679" cy="141827"/>
            </a:xfrm>
            <a:prstGeom prst="rect">
              <a:avLst/>
            </a:prstGeom>
          </p:spPr>
        </p:pic>
      </p:grpSp>
      <p:grpSp>
        <p:nvGrpSpPr>
          <p:cNvPr id="470" name="object 470" descr=""/>
          <p:cNvGrpSpPr/>
          <p:nvPr/>
        </p:nvGrpSpPr>
        <p:grpSpPr>
          <a:xfrm>
            <a:off x="6177724" y="6388417"/>
            <a:ext cx="704850" cy="236854"/>
            <a:chOff x="6177724" y="6388417"/>
            <a:chExt cx="704850" cy="236854"/>
          </a:xfrm>
        </p:grpSpPr>
        <p:sp>
          <p:nvSpPr>
            <p:cNvPr id="471" name="object 471" descr=""/>
            <p:cNvSpPr/>
            <p:nvPr/>
          </p:nvSpPr>
          <p:spPr>
            <a:xfrm>
              <a:off x="6177712" y="6388430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2" name="object 472" descr=""/>
            <p:cNvPicPr/>
            <p:nvPr/>
          </p:nvPicPr>
          <p:blipFill>
            <a:blip r:embed="rId296" cstate="print"/>
            <a:stretch>
              <a:fillRect/>
            </a:stretch>
          </p:blipFill>
          <p:spPr>
            <a:xfrm>
              <a:off x="6234112" y="6414325"/>
              <a:ext cx="228790" cy="175546"/>
            </a:xfrm>
            <a:prstGeom prst="rect">
              <a:avLst/>
            </a:prstGeom>
          </p:spPr>
        </p:pic>
        <p:pic>
          <p:nvPicPr>
            <p:cNvPr id="473" name="object 473" descr=""/>
            <p:cNvPicPr/>
            <p:nvPr/>
          </p:nvPicPr>
          <p:blipFill>
            <a:blip r:embed="rId297" cstate="print"/>
            <a:stretch>
              <a:fillRect/>
            </a:stretch>
          </p:blipFill>
          <p:spPr>
            <a:xfrm>
              <a:off x="6496526" y="6449473"/>
              <a:ext cx="190690" cy="137255"/>
            </a:xfrm>
            <a:prstGeom prst="rect">
              <a:avLst/>
            </a:prstGeom>
          </p:spPr>
        </p:pic>
        <p:pic>
          <p:nvPicPr>
            <p:cNvPr id="474" name="object 474" descr="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6720744" y="6447949"/>
              <a:ext cx="100679" cy="141827"/>
            </a:xfrm>
            <a:prstGeom prst="rect">
              <a:avLst/>
            </a:prstGeom>
          </p:spPr>
        </p:pic>
        <p:sp>
          <p:nvSpPr>
            <p:cNvPr id="475" name="object 475" descr=""/>
            <p:cNvSpPr/>
            <p:nvPr/>
          </p:nvSpPr>
          <p:spPr>
            <a:xfrm>
              <a:off x="6856476" y="6562344"/>
              <a:ext cx="26034" cy="62865"/>
            </a:xfrm>
            <a:custGeom>
              <a:avLst/>
              <a:gdLst/>
              <a:ahLst/>
              <a:cxnLst/>
              <a:rect l="l" t="t" r="r" b="b"/>
              <a:pathLst>
                <a:path w="26034" h="62865">
                  <a:moveTo>
                    <a:pt x="12191" y="62579"/>
                  </a:moveTo>
                  <a:lnTo>
                    <a:pt x="0" y="62579"/>
                  </a:lnTo>
                  <a:lnTo>
                    <a:pt x="7619" y="24383"/>
                  </a:lnTo>
                  <a:lnTo>
                    <a:pt x="0" y="24383"/>
                  </a:lnTo>
                  <a:lnTo>
                    <a:pt x="0" y="0"/>
                  </a:lnTo>
                  <a:lnTo>
                    <a:pt x="25907" y="0"/>
                  </a:lnTo>
                  <a:lnTo>
                    <a:pt x="25907" y="24383"/>
                  </a:lnTo>
                  <a:lnTo>
                    <a:pt x="12191" y="62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76" name="object 476" descr=""/>
          <p:cNvPicPr/>
          <p:nvPr/>
        </p:nvPicPr>
        <p:blipFill>
          <a:blip r:embed="rId299" cstate="print"/>
          <a:stretch>
            <a:fillRect/>
          </a:stretch>
        </p:blipFill>
        <p:spPr>
          <a:xfrm>
            <a:off x="7036498" y="6452520"/>
            <a:ext cx="106775" cy="137255"/>
          </a:xfrm>
          <a:prstGeom prst="rect">
            <a:avLst/>
          </a:prstGeom>
        </p:spPr>
      </p:pic>
      <p:grpSp>
        <p:nvGrpSpPr>
          <p:cNvPr id="477" name="object 477" descr=""/>
          <p:cNvGrpSpPr/>
          <p:nvPr/>
        </p:nvGrpSpPr>
        <p:grpSpPr>
          <a:xfrm>
            <a:off x="7193565" y="6376225"/>
            <a:ext cx="793750" cy="270510"/>
            <a:chOff x="7193565" y="6376225"/>
            <a:chExt cx="793750" cy="270510"/>
          </a:xfrm>
        </p:grpSpPr>
        <p:pic>
          <p:nvPicPr>
            <p:cNvPr id="478" name="object 478" descr=""/>
            <p:cNvPicPr/>
            <p:nvPr/>
          </p:nvPicPr>
          <p:blipFill>
            <a:blip r:embed="rId300" cstate="print"/>
            <a:stretch>
              <a:fillRect/>
            </a:stretch>
          </p:blipFill>
          <p:spPr>
            <a:xfrm>
              <a:off x="7193565" y="6449472"/>
              <a:ext cx="120491" cy="196786"/>
            </a:xfrm>
            <a:prstGeom prst="rect">
              <a:avLst/>
            </a:prstGeom>
          </p:spPr>
        </p:pic>
        <p:pic>
          <p:nvPicPr>
            <p:cNvPr id="479" name="object 479" descr=""/>
            <p:cNvPicPr/>
            <p:nvPr/>
          </p:nvPicPr>
          <p:blipFill>
            <a:blip r:embed="rId301" cstate="print"/>
            <a:stretch>
              <a:fillRect/>
            </a:stretch>
          </p:blipFill>
          <p:spPr>
            <a:xfrm>
              <a:off x="7344631" y="6376225"/>
              <a:ext cx="120491" cy="213550"/>
            </a:xfrm>
            <a:prstGeom prst="rect">
              <a:avLst/>
            </a:prstGeom>
          </p:spPr>
        </p:pic>
        <p:pic>
          <p:nvPicPr>
            <p:cNvPr id="480" name="object 480" descr=""/>
            <p:cNvPicPr/>
            <p:nvPr/>
          </p:nvPicPr>
          <p:blipFill>
            <a:blip r:embed="rId302" cstate="print"/>
            <a:stretch>
              <a:fillRect/>
            </a:stretch>
          </p:blipFill>
          <p:spPr>
            <a:xfrm>
              <a:off x="7506271" y="6447853"/>
              <a:ext cx="106775" cy="141922"/>
            </a:xfrm>
            <a:prstGeom prst="rect">
              <a:avLst/>
            </a:prstGeom>
          </p:spPr>
        </p:pic>
        <p:pic>
          <p:nvPicPr>
            <p:cNvPr id="481" name="object 481" descr=""/>
            <p:cNvPicPr/>
            <p:nvPr/>
          </p:nvPicPr>
          <p:blipFill>
            <a:blip r:embed="rId303" cstate="print"/>
            <a:stretch>
              <a:fillRect/>
            </a:stretch>
          </p:blipFill>
          <p:spPr>
            <a:xfrm>
              <a:off x="7640573" y="6414325"/>
              <a:ext cx="94488" cy="175450"/>
            </a:xfrm>
            <a:prstGeom prst="rect">
              <a:avLst/>
            </a:prstGeom>
          </p:spPr>
        </p:pic>
        <p:pic>
          <p:nvPicPr>
            <p:cNvPr id="482" name="object 482" descr=""/>
            <p:cNvPicPr/>
            <p:nvPr/>
          </p:nvPicPr>
          <p:blipFill>
            <a:blip r:embed="rId304" cstate="print"/>
            <a:stretch>
              <a:fillRect/>
            </a:stretch>
          </p:blipFill>
          <p:spPr>
            <a:xfrm>
              <a:off x="7754873" y="6447948"/>
              <a:ext cx="231933" cy="141922"/>
            </a:xfrm>
            <a:prstGeom prst="rect">
              <a:avLst/>
            </a:prstGeom>
          </p:spPr>
        </p:pic>
      </p:grpSp>
      <p:grpSp>
        <p:nvGrpSpPr>
          <p:cNvPr id="483" name="object 483" descr=""/>
          <p:cNvGrpSpPr/>
          <p:nvPr/>
        </p:nvGrpSpPr>
        <p:grpSpPr>
          <a:xfrm>
            <a:off x="8119395" y="6376320"/>
            <a:ext cx="256540" cy="213995"/>
            <a:chOff x="8119395" y="6376320"/>
            <a:chExt cx="256540" cy="213995"/>
          </a:xfrm>
        </p:grpSpPr>
        <p:pic>
          <p:nvPicPr>
            <p:cNvPr id="484" name="object 484" descr="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8119395" y="6376320"/>
              <a:ext cx="120586" cy="213550"/>
            </a:xfrm>
            <a:prstGeom prst="rect">
              <a:avLst/>
            </a:prstGeom>
          </p:spPr>
        </p:pic>
        <p:pic>
          <p:nvPicPr>
            <p:cNvPr id="485" name="object 485" descr=""/>
            <p:cNvPicPr/>
            <p:nvPr/>
          </p:nvPicPr>
          <p:blipFill>
            <a:blip r:embed="rId306" cstate="print"/>
            <a:stretch>
              <a:fillRect/>
            </a:stretch>
          </p:blipFill>
          <p:spPr>
            <a:xfrm>
              <a:off x="8267414" y="6447948"/>
              <a:ext cx="108299" cy="141827"/>
            </a:xfrm>
            <a:prstGeom prst="rect">
              <a:avLst/>
            </a:prstGeom>
          </p:spPr>
        </p:pic>
      </p:grpSp>
      <p:grpSp>
        <p:nvGrpSpPr>
          <p:cNvPr id="486" name="object 486" descr=""/>
          <p:cNvGrpSpPr/>
          <p:nvPr/>
        </p:nvGrpSpPr>
        <p:grpSpPr>
          <a:xfrm>
            <a:off x="8421623" y="6376415"/>
            <a:ext cx="170815" cy="213360"/>
            <a:chOff x="8421623" y="6376415"/>
            <a:chExt cx="170815" cy="213360"/>
          </a:xfrm>
        </p:grpSpPr>
        <p:sp>
          <p:nvSpPr>
            <p:cNvPr id="487" name="object 487" descr=""/>
            <p:cNvSpPr/>
            <p:nvPr/>
          </p:nvSpPr>
          <p:spPr>
            <a:xfrm>
              <a:off x="8421623" y="6376415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8" name="object 488" descr=""/>
            <p:cNvPicPr/>
            <p:nvPr/>
          </p:nvPicPr>
          <p:blipFill>
            <a:blip r:embed="rId307" cstate="print"/>
            <a:stretch>
              <a:fillRect/>
            </a:stretch>
          </p:blipFill>
          <p:spPr>
            <a:xfrm>
              <a:off x="8485537" y="6447948"/>
              <a:ext cx="106775" cy="141827"/>
            </a:xfrm>
            <a:prstGeom prst="rect">
              <a:avLst/>
            </a:prstGeom>
          </p:spPr>
        </p:pic>
      </p:grpSp>
      <p:grpSp>
        <p:nvGrpSpPr>
          <p:cNvPr id="489" name="object 489" descr=""/>
          <p:cNvGrpSpPr/>
          <p:nvPr/>
        </p:nvGrpSpPr>
        <p:grpSpPr>
          <a:xfrm>
            <a:off x="8638127" y="6447948"/>
            <a:ext cx="392430" cy="142240"/>
            <a:chOff x="8638127" y="6447948"/>
            <a:chExt cx="392430" cy="142240"/>
          </a:xfrm>
        </p:grpSpPr>
        <p:pic>
          <p:nvPicPr>
            <p:cNvPr id="490" name="object 490" descr=""/>
            <p:cNvPicPr/>
            <p:nvPr/>
          </p:nvPicPr>
          <p:blipFill>
            <a:blip r:embed="rId308" cstate="print"/>
            <a:stretch>
              <a:fillRect/>
            </a:stretch>
          </p:blipFill>
          <p:spPr>
            <a:xfrm>
              <a:off x="8638127" y="6449377"/>
              <a:ext cx="106775" cy="137350"/>
            </a:xfrm>
            <a:prstGeom prst="rect">
              <a:avLst/>
            </a:prstGeom>
          </p:spPr>
        </p:pic>
        <p:pic>
          <p:nvPicPr>
            <p:cNvPr id="491" name="object 491" descr=""/>
            <p:cNvPicPr/>
            <p:nvPr/>
          </p:nvPicPr>
          <p:blipFill>
            <a:blip r:embed="rId309" cstate="print"/>
            <a:stretch>
              <a:fillRect/>
            </a:stretch>
          </p:blipFill>
          <p:spPr>
            <a:xfrm>
              <a:off x="8781478" y="6447948"/>
              <a:ext cx="114395" cy="141827"/>
            </a:xfrm>
            <a:prstGeom prst="rect">
              <a:avLst/>
            </a:prstGeom>
          </p:spPr>
        </p:pic>
        <p:pic>
          <p:nvPicPr>
            <p:cNvPr id="492" name="object 492" descr="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8915685" y="6447948"/>
              <a:ext cx="114395" cy="141922"/>
            </a:xfrm>
            <a:prstGeom prst="rect">
              <a:avLst/>
            </a:prstGeom>
          </p:spPr>
        </p:pic>
      </p:grpSp>
      <p:pic>
        <p:nvPicPr>
          <p:cNvPr id="493" name="object 493" descr=""/>
          <p:cNvPicPr/>
          <p:nvPr/>
        </p:nvPicPr>
        <p:blipFill>
          <a:blip r:embed="rId311" cstate="print"/>
          <a:stretch>
            <a:fillRect/>
          </a:stretch>
        </p:blipFill>
        <p:spPr>
          <a:xfrm>
            <a:off x="1029652" y="6844665"/>
            <a:ext cx="186023" cy="175450"/>
          </a:xfrm>
          <a:prstGeom prst="rect">
            <a:avLst/>
          </a:prstGeom>
        </p:spPr>
      </p:pic>
      <p:grpSp>
        <p:nvGrpSpPr>
          <p:cNvPr id="494" name="object 494" descr=""/>
          <p:cNvGrpSpPr/>
          <p:nvPr/>
        </p:nvGrpSpPr>
        <p:grpSpPr>
          <a:xfrm>
            <a:off x="1398746" y="6857047"/>
            <a:ext cx="2199640" cy="254635"/>
            <a:chOff x="1398746" y="6857047"/>
            <a:chExt cx="2199640" cy="254635"/>
          </a:xfrm>
        </p:grpSpPr>
        <p:pic>
          <p:nvPicPr>
            <p:cNvPr id="495" name="object 495" descr=""/>
            <p:cNvPicPr/>
            <p:nvPr/>
          </p:nvPicPr>
          <p:blipFill>
            <a:blip r:embed="rId312" cstate="print"/>
            <a:stretch>
              <a:fillRect/>
            </a:stretch>
          </p:blipFill>
          <p:spPr>
            <a:xfrm>
              <a:off x="1398746" y="6873621"/>
              <a:ext cx="129635" cy="170878"/>
            </a:xfrm>
            <a:prstGeom prst="rect">
              <a:avLst/>
            </a:prstGeom>
          </p:spPr>
        </p:pic>
        <p:pic>
          <p:nvPicPr>
            <p:cNvPr id="496" name="object 496" descr=""/>
            <p:cNvPicPr/>
            <p:nvPr/>
          </p:nvPicPr>
          <p:blipFill>
            <a:blip r:embed="rId313" cstate="print"/>
            <a:stretch>
              <a:fillRect/>
            </a:stretch>
          </p:blipFill>
          <p:spPr>
            <a:xfrm>
              <a:off x="1560480" y="6910291"/>
              <a:ext cx="137255" cy="131159"/>
            </a:xfrm>
            <a:prstGeom prst="rect">
              <a:avLst/>
            </a:prstGeom>
          </p:spPr>
        </p:pic>
        <p:pic>
          <p:nvPicPr>
            <p:cNvPr id="497" name="object 497" descr=""/>
            <p:cNvPicPr/>
            <p:nvPr/>
          </p:nvPicPr>
          <p:blipFill>
            <a:blip r:embed="rId314" cstate="print"/>
            <a:stretch>
              <a:fillRect/>
            </a:stretch>
          </p:blipFill>
          <p:spPr>
            <a:xfrm>
              <a:off x="1732787" y="6858380"/>
              <a:ext cx="114395" cy="183070"/>
            </a:xfrm>
            <a:prstGeom prst="rect">
              <a:avLst/>
            </a:prstGeom>
          </p:spPr>
        </p:pic>
        <p:pic>
          <p:nvPicPr>
            <p:cNvPr id="498" name="object 498" descr=""/>
            <p:cNvPicPr/>
            <p:nvPr/>
          </p:nvPicPr>
          <p:blipFill>
            <a:blip r:embed="rId315" cstate="print"/>
            <a:stretch>
              <a:fillRect/>
            </a:stretch>
          </p:blipFill>
          <p:spPr>
            <a:xfrm>
              <a:off x="1877758" y="6908768"/>
              <a:ext cx="303466" cy="202882"/>
            </a:xfrm>
            <a:prstGeom prst="rect">
              <a:avLst/>
            </a:prstGeom>
          </p:spPr>
        </p:pic>
        <p:pic>
          <p:nvPicPr>
            <p:cNvPr id="499" name="object 499" descr=""/>
            <p:cNvPicPr/>
            <p:nvPr/>
          </p:nvPicPr>
          <p:blipFill>
            <a:blip r:embed="rId316" cstate="print"/>
            <a:stretch>
              <a:fillRect/>
            </a:stretch>
          </p:blipFill>
          <p:spPr>
            <a:xfrm>
              <a:off x="2202656" y="6908768"/>
              <a:ext cx="125063" cy="135731"/>
            </a:xfrm>
            <a:prstGeom prst="rect">
              <a:avLst/>
            </a:prstGeom>
          </p:spPr>
        </p:pic>
        <p:pic>
          <p:nvPicPr>
            <p:cNvPr id="500" name="object 500" descr=""/>
            <p:cNvPicPr/>
            <p:nvPr/>
          </p:nvPicPr>
          <p:blipFill>
            <a:blip r:embed="rId317" cstate="print"/>
            <a:stretch>
              <a:fillRect/>
            </a:stretch>
          </p:blipFill>
          <p:spPr>
            <a:xfrm>
              <a:off x="2355151" y="6910291"/>
              <a:ext cx="137255" cy="131159"/>
            </a:xfrm>
            <a:prstGeom prst="rect">
              <a:avLst/>
            </a:prstGeom>
          </p:spPr>
        </p:pic>
        <p:sp>
          <p:nvSpPr>
            <p:cNvPr id="501" name="object 501" descr=""/>
            <p:cNvSpPr/>
            <p:nvPr/>
          </p:nvSpPr>
          <p:spPr>
            <a:xfrm>
              <a:off x="2527541" y="6857047"/>
              <a:ext cx="111760" cy="184150"/>
            </a:xfrm>
            <a:custGeom>
              <a:avLst/>
              <a:gdLst/>
              <a:ahLst/>
              <a:cxnLst/>
              <a:rect l="l" t="t" r="r" b="b"/>
              <a:pathLst>
                <a:path w="111760" h="184150">
                  <a:moveTo>
                    <a:pt x="111353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45720" y="17780"/>
                  </a:lnTo>
                  <a:lnTo>
                    <a:pt x="45720" y="166370"/>
                  </a:lnTo>
                  <a:lnTo>
                    <a:pt x="0" y="166370"/>
                  </a:lnTo>
                  <a:lnTo>
                    <a:pt x="0" y="175260"/>
                  </a:lnTo>
                  <a:lnTo>
                    <a:pt x="0" y="184150"/>
                  </a:lnTo>
                  <a:lnTo>
                    <a:pt x="111353" y="184150"/>
                  </a:lnTo>
                  <a:lnTo>
                    <a:pt x="111353" y="175260"/>
                  </a:lnTo>
                  <a:lnTo>
                    <a:pt x="111353" y="166370"/>
                  </a:lnTo>
                  <a:lnTo>
                    <a:pt x="67056" y="166370"/>
                  </a:lnTo>
                  <a:lnTo>
                    <a:pt x="67056" y="17780"/>
                  </a:lnTo>
                  <a:lnTo>
                    <a:pt x="111353" y="17780"/>
                  </a:lnTo>
                  <a:lnTo>
                    <a:pt x="1113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2" name="object 502" descr=""/>
            <p:cNvPicPr/>
            <p:nvPr/>
          </p:nvPicPr>
          <p:blipFill>
            <a:blip r:embed="rId318" cstate="print"/>
            <a:stretch>
              <a:fillRect/>
            </a:stretch>
          </p:blipFill>
          <p:spPr>
            <a:xfrm>
              <a:off x="2666333" y="6910292"/>
              <a:ext cx="306609" cy="132683"/>
            </a:xfrm>
            <a:prstGeom prst="rect">
              <a:avLst/>
            </a:prstGeom>
          </p:spPr>
        </p:pic>
        <p:pic>
          <p:nvPicPr>
            <p:cNvPr id="503" name="object 503" descr=""/>
            <p:cNvPicPr/>
            <p:nvPr/>
          </p:nvPicPr>
          <p:blipFill>
            <a:blip r:embed="rId319" cstate="print"/>
            <a:stretch>
              <a:fillRect/>
            </a:stretch>
          </p:blipFill>
          <p:spPr>
            <a:xfrm>
              <a:off x="2998850" y="6908672"/>
              <a:ext cx="123539" cy="135826"/>
            </a:xfrm>
            <a:prstGeom prst="rect">
              <a:avLst/>
            </a:prstGeom>
          </p:spPr>
        </p:pic>
        <p:pic>
          <p:nvPicPr>
            <p:cNvPr id="504" name="object 504" descr=""/>
            <p:cNvPicPr/>
            <p:nvPr/>
          </p:nvPicPr>
          <p:blipFill>
            <a:blip r:embed="rId320" cstate="print"/>
            <a:stretch>
              <a:fillRect/>
            </a:stretch>
          </p:blipFill>
          <p:spPr>
            <a:xfrm>
              <a:off x="3163633" y="6858380"/>
              <a:ext cx="114395" cy="183070"/>
            </a:xfrm>
            <a:prstGeom prst="rect">
              <a:avLst/>
            </a:prstGeom>
          </p:spPr>
        </p:pic>
        <p:pic>
          <p:nvPicPr>
            <p:cNvPr id="505" name="object 505" descr=""/>
            <p:cNvPicPr/>
            <p:nvPr/>
          </p:nvPicPr>
          <p:blipFill>
            <a:blip r:embed="rId321" cstate="print"/>
            <a:stretch>
              <a:fillRect/>
            </a:stretch>
          </p:blipFill>
          <p:spPr>
            <a:xfrm>
              <a:off x="3320700" y="6908768"/>
              <a:ext cx="118967" cy="135731"/>
            </a:xfrm>
            <a:prstGeom prst="rect">
              <a:avLst/>
            </a:prstGeom>
          </p:spPr>
        </p:pic>
        <p:pic>
          <p:nvPicPr>
            <p:cNvPr id="506" name="object 506" descr=""/>
            <p:cNvPicPr/>
            <p:nvPr/>
          </p:nvPicPr>
          <p:blipFill>
            <a:blip r:embed="rId322" cstate="print"/>
            <a:stretch>
              <a:fillRect/>
            </a:stretch>
          </p:blipFill>
          <p:spPr>
            <a:xfrm>
              <a:off x="3474719" y="6908768"/>
              <a:ext cx="123634" cy="135731"/>
            </a:xfrm>
            <a:prstGeom prst="rect">
              <a:avLst/>
            </a:prstGeom>
          </p:spPr>
        </p:pic>
      </p:grpSp>
      <p:pic>
        <p:nvPicPr>
          <p:cNvPr id="507" name="object 507" descr=""/>
          <p:cNvPicPr/>
          <p:nvPr/>
        </p:nvPicPr>
        <p:blipFill>
          <a:blip r:embed="rId323" cstate="print"/>
          <a:stretch>
            <a:fillRect/>
          </a:stretch>
        </p:blipFill>
        <p:spPr>
          <a:xfrm>
            <a:off x="3668458" y="6832378"/>
            <a:ext cx="80867" cy="234981"/>
          </a:xfrm>
          <a:prstGeom prst="rect">
            <a:avLst/>
          </a:prstGeom>
        </p:spPr>
      </p:pic>
      <p:pic>
        <p:nvPicPr>
          <p:cNvPr id="508" name="object 508" descr=""/>
          <p:cNvPicPr/>
          <p:nvPr/>
        </p:nvPicPr>
        <p:blipFill>
          <a:blip r:embed="rId324" cstate="print"/>
          <a:stretch>
            <a:fillRect/>
          </a:stretch>
        </p:blipFill>
        <p:spPr>
          <a:xfrm>
            <a:off x="3802760" y="6832378"/>
            <a:ext cx="79248" cy="234981"/>
          </a:xfrm>
          <a:prstGeom prst="rect">
            <a:avLst/>
          </a:prstGeom>
        </p:spPr>
      </p:pic>
      <p:sp>
        <p:nvSpPr>
          <p:cNvPr id="509" name="object 509" descr=""/>
          <p:cNvSpPr/>
          <p:nvPr/>
        </p:nvSpPr>
        <p:spPr>
          <a:xfrm>
            <a:off x="3964400" y="6907244"/>
            <a:ext cx="24765" cy="26034"/>
          </a:xfrm>
          <a:custGeom>
            <a:avLst/>
            <a:gdLst/>
            <a:ahLst/>
            <a:cxnLst/>
            <a:rect l="l" t="t" r="r" b="b"/>
            <a:pathLst>
              <a:path w="24764" h="26034">
                <a:moveTo>
                  <a:pt x="24384" y="25908"/>
                </a:moveTo>
                <a:lnTo>
                  <a:pt x="0" y="25908"/>
                </a:lnTo>
                <a:lnTo>
                  <a:pt x="0" y="0"/>
                </a:lnTo>
                <a:lnTo>
                  <a:pt x="24384" y="0"/>
                </a:lnTo>
                <a:lnTo>
                  <a:pt x="24384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0" name="object 510" descr=""/>
          <p:cNvSpPr/>
          <p:nvPr/>
        </p:nvSpPr>
        <p:spPr>
          <a:xfrm>
            <a:off x="3964400" y="7017067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5">
                <a:moveTo>
                  <a:pt x="24384" y="24479"/>
                </a:moveTo>
                <a:lnTo>
                  <a:pt x="0" y="24479"/>
                </a:lnTo>
                <a:lnTo>
                  <a:pt x="0" y="0"/>
                </a:lnTo>
                <a:lnTo>
                  <a:pt x="24384" y="0"/>
                </a:lnTo>
                <a:lnTo>
                  <a:pt x="24384" y="24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11" name="object 511" descr=""/>
          <p:cNvGrpSpPr/>
          <p:nvPr/>
        </p:nvGrpSpPr>
        <p:grpSpPr>
          <a:xfrm>
            <a:off x="4173378" y="6827901"/>
            <a:ext cx="1207135" cy="217170"/>
            <a:chOff x="4173378" y="6827901"/>
            <a:chExt cx="1207135" cy="217170"/>
          </a:xfrm>
        </p:grpSpPr>
        <p:pic>
          <p:nvPicPr>
            <p:cNvPr id="512" name="object 512" descr=""/>
            <p:cNvPicPr/>
            <p:nvPr/>
          </p:nvPicPr>
          <p:blipFill>
            <a:blip r:embed="rId325" cstate="print"/>
            <a:stretch>
              <a:fillRect/>
            </a:stretch>
          </p:blipFill>
          <p:spPr>
            <a:xfrm>
              <a:off x="4365593" y="6902576"/>
              <a:ext cx="114395" cy="141827"/>
            </a:xfrm>
            <a:prstGeom prst="rect">
              <a:avLst/>
            </a:prstGeom>
          </p:spPr>
        </p:pic>
        <p:pic>
          <p:nvPicPr>
            <p:cNvPr id="513" name="object 513" descr=""/>
            <p:cNvPicPr/>
            <p:nvPr/>
          </p:nvPicPr>
          <p:blipFill>
            <a:blip r:embed="rId326" cstate="print"/>
            <a:stretch>
              <a:fillRect/>
            </a:stretch>
          </p:blipFill>
          <p:spPr>
            <a:xfrm>
              <a:off x="4173378" y="6827901"/>
              <a:ext cx="160210" cy="216598"/>
            </a:xfrm>
            <a:prstGeom prst="rect">
              <a:avLst/>
            </a:prstGeom>
          </p:spPr>
        </p:pic>
        <p:pic>
          <p:nvPicPr>
            <p:cNvPr id="514" name="object 514" descr=""/>
            <p:cNvPicPr/>
            <p:nvPr/>
          </p:nvPicPr>
          <p:blipFill>
            <a:blip r:embed="rId327" cstate="print"/>
            <a:stretch>
              <a:fillRect/>
            </a:stretch>
          </p:blipFill>
          <p:spPr>
            <a:xfrm>
              <a:off x="4513516" y="6904101"/>
              <a:ext cx="106775" cy="137350"/>
            </a:xfrm>
            <a:prstGeom prst="rect">
              <a:avLst/>
            </a:prstGeom>
          </p:spPr>
        </p:pic>
        <p:pic>
          <p:nvPicPr>
            <p:cNvPr id="515" name="object 515" descr=""/>
            <p:cNvPicPr/>
            <p:nvPr/>
          </p:nvPicPr>
          <p:blipFill>
            <a:blip r:embed="rId328" cstate="print"/>
            <a:stretch>
              <a:fillRect/>
            </a:stretch>
          </p:blipFill>
          <p:spPr>
            <a:xfrm>
              <a:off x="4655438" y="6902576"/>
              <a:ext cx="114395" cy="141922"/>
            </a:xfrm>
            <a:prstGeom prst="rect">
              <a:avLst/>
            </a:prstGeom>
          </p:spPr>
        </p:pic>
        <p:pic>
          <p:nvPicPr>
            <p:cNvPr id="516" name="object 516" descr=""/>
            <p:cNvPicPr/>
            <p:nvPr/>
          </p:nvPicPr>
          <p:blipFill>
            <a:blip r:embed="rId329" cstate="print"/>
            <a:stretch>
              <a:fillRect/>
            </a:stretch>
          </p:blipFill>
          <p:spPr>
            <a:xfrm>
              <a:off x="4804886" y="6904100"/>
              <a:ext cx="73247" cy="137350"/>
            </a:xfrm>
            <a:prstGeom prst="rect">
              <a:avLst/>
            </a:prstGeom>
          </p:spPr>
        </p:pic>
        <p:pic>
          <p:nvPicPr>
            <p:cNvPr id="517" name="object 517" descr=""/>
            <p:cNvPicPr/>
            <p:nvPr/>
          </p:nvPicPr>
          <p:blipFill>
            <a:blip r:embed="rId330" cstate="print"/>
            <a:stretch>
              <a:fillRect/>
            </a:stretch>
          </p:blipFill>
          <p:spPr>
            <a:xfrm>
              <a:off x="4899469" y="6902577"/>
              <a:ext cx="106775" cy="141922"/>
            </a:xfrm>
            <a:prstGeom prst="rect">
              <a:avLst/>
            </a:prstGeom>
          </p:spPr>
        </p:pic>
        <p:pic>
          <p:nvPicPr>
            <p:cNvPr id="518" name="object 518" descr=""/>
            <p:cNvPicPr/>
            <p:nvPr/>
          </p:nvPicPr>
          <p:blipFill>
            <a:blip r:embed="rId331" cstate="print"/>
            <a:stretch>
              <a:fillRect/>
            </a:stretch>
          </p:blipFill>
          <p:spPr>
            <a:xfrm>
              <a:off x="5033676" y="6869049"/>
              <a:ext cx="94583" cy="175450"/>
            </a:xfrm>
            <a:prstGeom prst="rect">
              <a:avLst/>
            </a:prstGeom>
          </p:spPr>
        </p:pic>
        <p:pic>
          <p:nvPicPr>
            <p:cNvPr id="519" name="object 519" descr=""/>
            <p:cNvPicPr/>
            <p:nvPr/>
          </p:nvPicPr>
          <p:blipFill>
            <a:blip r:embed="rId332" cstate="print"/>
            <a:stretch>
              <a:fillRect/>
            </a:stretch>
          </p:blipFill>
          <p:spPr>
            <a:xfrm>
              <a:off x="5148071" y="6902576"/>
              <a:ext cx="231838" cy="141922"/>
            </a:xfrm>
            <a:prstGeom prst="rect">
              <a:avLst/>
            </a:prstGeom>
          </p:spPr>
        </p:pic>
      </p:grpSp>
      <p:pic>
        <p:nvPicPr>
          <p:cNvPr id="520" name="object 520" descr=""/>
          <p:cNvPicPr/>
          <p:nvPr/>
        </p:nvPicPr>
        <p:blipFill>
          <a:blip r:embed="rId333" cstate="print"/>
          <a:stretch>
            <a:fillRect/>
          </a:stretch>
        </p:blipFill>
        <p:spPr>
          <a:xfrm>
            <a:off x="5504973" y="6902577"/>
            <a:ext cx="106775" cy="141922"/>
          </a:xfrm>
          <a:prstGeom prst="rect">
            <a:avLst/>
          </a:prstGeom>
        </p:spPr>
      </p:pic>
      <p:grpSp>
        <p:nvGrpSpPr>
          <p:cNvPr id="521" name="object 521" descr=""/>
          <p:cNvGrpSpPr/>
          <p:nvPr/>
        </p:nvGrpSpPr>
        <p:grpSpPr>
          <a:xfrm>
            <a:off x="5657564" y="6832472"/>
            <a:ext cx="264160" cy="212090"/>
            <a:chOff x="5657564" y="6832472"/>
            <a:chExt cx="264160" cy="212090"/>
          </a:xfrm>
        </p:grpSpPr>
        <p:pic>
          <p:nvPicPr>
            <p:cNvPr id="522" name="object 522" descr=""/>
            <p:cNvPicPr/>
            <p:nvPr/>
          </p:nvPicPr>
          <p:blipFill>
            <a:blip r:embed="rId334" cstate="print"/>
            <a:stretch>
              <a:fillRect/>
            </a:stretch>
          </p:blipFill>
          <p:spPr>
            <a:xfrm>
              <a:off x="5657564" y="6904100"/>
              <a:ext cx="108299" cy="137350"/>
            </a:xfrm>
            <a:prstGeom prst="rect">
              <a:avLst/>
            </a:prstGeom>
          </p:spPr>
        </p:pic>
        <p:pic>
          <p:nvPicPr>
            <p:cNvPr id="523" name="object 523" descr=""/>
            <p:cNvPicPr/>
            <p:nvPr/>
          </p:nvPicPr>
          <p:blipFill>
            <a:blip r:embed="rId335" cstate="print"/>
            <a:stretch>
              <a:fillRect/>
            </a:stretch>
          </p:blipFill>
          <p:spPr>
            <a:xfrm>
              <a:off x="5800915" y="6832472"/>
              <a:ext cx="120491" cy="212026"/>
            </a:xfrm>
            <a:prstGeom prst="rect">
              <a:avLst/>
            </a:prstGeom>
          </p:spPr>
        </p:pic>
      </p:grpSp>
      <p:pic>
        <p:nvPicPr>
          <p:cNvPr id="524" name="object 524" descr=""/>
          <p:cNvPicPr/>
          <p:nvPr/>
        </p:nvPicPr>
        <p:blipFill>
          <a:blip r:embed="rId336" cstate="print"/>
          <a:stretch>
            <a:fillRect/>
          </a:stretch>
        </p:blipFill>
        <p:spPr>
          <a:xfrm>
            <a:off x="6057233" y="6832472"/>
            <a:ext cx="120491" cy="212026"/>
          </a:xfrm>
          <a:prstGeom prst="rect">
            <a:avLst/>
          </a:prstGeom>
        </p:spPr>
      </p:pic>
      <p:grpSp>
        <p:nvGrpSpPr>
          <p:cNvPr id="525" name="object 525" descr=""/>
          <p:cNvGrpSpPr/>
          <p:nvPr/>
        </p:nvGrpSpPr>
        <p:grpSpPr>
          <a:xfrm>
            <a:off x="6226492" y="6830567"/>
            <a:ext cx="778510" cy="273685"/>
            <a:chOff x="6226492" y="6830567"/>
            <a:chExt cx="778510" cy="273685"/>
          </a:xfrm>
        </p:grpSpPr>
        <p:sp>
          <p:nvSpPr>
            <p:cNvPr id="526" name="object 526" descr=""/>
            <p:cNvSpPr/>
            <p:nvPr/>
          </p:nvSpPr>
          <p:spPr>
            <a:xfrm>
              <a:off x="6226492" y="6843051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7" name="object 527" descr=""/>
            <p:cNvPicPr/>
            <p:nvPr/>
          </p:nvPicPr>
          <p:blipFill>
            <a:blip r:embed="rId337" cstate="print"/>
            <a:stretch>
              <a:fillRect/>
            </a:stretch>
          </p:blipFill>
          <p:spPr>
            <a:xfrm>
              <a:off x="6284499" y="6902576"/>
              <a:ext cx="99155" cy="141922"/>
            </a:xfrm>
            <a:prstGeom prst="rect">
              <a:avLst/>
            </a:prstGeom>
          </p:spPr>
        </p:pic>
        <p:pic>
          <p:nvPicPr>
            <p:cNvPr id="528" name="object 528" descr=""/>
            <p:cNvPicPr/>
            <p:nvPr/>
          </p:nvPicPr>
          <p:blipFill>
            <a:blip r:embed="rId338" cstate="print"/>
            <a:stretch>
              <a:fillRect/>
            </a:stretch>
          </p:blipFill>
          <p:spPr>
            <a:xfrm>
              <a:off x="6415659" y="6904100"/>
              <a:ext cx="120491" cy="196881"/>
            </a:xfrm>
            <a:prstGeom prst="rect">
              <a:avLst/>
            </a:prstGeom>
          </p:spPr>
        </p:pic>
        <p:sp>
          <p:nvSpPr>
            <p:cNvPr id="529" name="object 529" descr=""/>
            <p:cNvSpPr/>
            <p:nvPr/>
          </p:nvSpPr>
          <p:spPr>
            <a:xfrm>
              <a:off x="6571487" y="68305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0" name="object 530" descr=""/>
            <p:cNvPicPr/>
            <p:nvPr/>
          </p:nvPicPr>
          <p:blipFill>
            <a:blip r:embed="rId339" cstate="print"/>
            <a:stretch>
              <a:fillRect/>
            </a:stretch>
          </p:blipFill>
          <p:spPr>
            <a:xfrm>
              <a:off x="6635305" y="6902576"/>
              <a:ext cx="369093" cy="201453"/>
            </a:xfrm>
            <a:prstGeom prst="rect">
              <a:avLst/>
            </a:prstGeom>
          </p:spPr>
        </p:pic>
      </p:grpSp>
      <p:sp>
        <p:nvSpPr>
          <p:cNvPr id="531" name="object 531" descr=""/>
          <p:cNvSpPr/>
          <p:nvPr/>
        </p:nvSpPr>
        <p:spPr>
          <a:xfrm>
            <a:off x="7135647" y="6843052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4" h="198754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6034" h="198754">
                <a:moveTo>
                  <a:pt x="25908" y="0"/>
                </a:moveTo>
                <a:lnTo>
                  <a:pt x="0" y="0"/>
                </a:lnTo>
                <a:lnTo>
                  <a:pt x="0" y="27533"/>
                </a:lnTo>
                <a:lnTo>
                  <a:pt x="25908" y="27533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2" name="object 532" descr=""/>
          <p:cNvGrpSpPr/>
          <p:nvPr/>
        </p:nvGrpSpPr>
        <p:grpSpPr>
          <a:xfrm>
            <a:off x="7208805" y="6843045"/>
            <a:ext cx="817880" cy="236854"/>
            <a:chOff x="7208805" y="6843045"/>
            <a:chExt cx="817880" cy="236854"/>
          </a:xfrm>
        </p:grpSpPr>
        <p:pic>
          <p:nvPicPr>
            <p:cNvPr id="533" name="object 533" descr=""/>
            <p:cNvPicPr/>
            <p:nvPr/>
          </p:nvPicPr>
          <p:blipFill>
            <a:blip r:embed="rId340" cstate="print"/>
            <a:stretch>
              <a:fillRect/>
            </a:stretch>
          </p:blipFill>
          <p:spPr>
            <a:xfrm>
              <a:off x="7208805" y="6904101"/>
              <a:ext cx="106775" cy="137350"/>
            </a:xfrm>
            <a:prstGeom prst="rect">
              <a:avLst/>
            </a:prstGeom>
          </p:spPr>
        </p:pic>
        <p:pic>
          <p:nvPicPr>
            <p:cNvPr id="534" name="object 534" descr=""/>
            <p:cNvPicPr/>
            <p:nvPr/>
          </p:nvPicPr>
          <p:blipFill>
            <a:blip r:embed="rId341" cstate="print"/>
            <a:stretch>
              <a:fillRect/>
            </a:stretch>
          </p:blipFill>
          <p:spPr>
            <a:xfrm>
              <a:off x="7344632" y="6902576"/>
              <a:ext cx="277558" cy="141922"/>
            </a:xfrm>
            <a:prstGeom prst="rect">
              <a:avLst/>
            </a:prstGeom>
          </p:spPr>
        </p:pic>
        <p:sp>
          <p:nvSpPr>
            <p:cNvPr id="535" name="object 535" descr=""/>
            <p:cNvSpPr/>
            <p:nvPr/>
          </p:nvSpPr>
          <p:spPr>
            <a:xfrm>
              <a:off x="7654277" y="6843052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6" name="object 536" descr=""/>
            <p:cNvPicPr/>
            <p:nvPr/>
          </p:nvPicPr>
          <p:blipFill>
            <a:blip r:embed="rId342" cstate="print"/>
            <a:stretch>
              <a:fillRect/>
            </a:stretch>
          </p:blipFill>
          <p:spPr>
            <a:xfrm>
              <a:off x="7715250" y="6902576"/>
              <a:ext cx="248602" cy="141922"/>
            </a:xfrm>
            <a:prstGeom prst="rect">
              <a:avLst/>
            </a:prstGeom>
          </p:spPr>
        </p:pic>
        <p:sp>
          <p:nvSpPr>
            <p:cNvPr id="537" name="object 537" descr=""/>
            <p:cNvSpPr/>
            <p:nvPr/>
          </p:nvSpPr>
          <p:spPr>
            <a:xfrm>
              <a:off x="8002047" y="7017067"/>
              <a:ext cx="24765" cy="62865"/>
            </a:xfrm>
            <a:custGeom>
              <a:avLst/>
              <a:gdLst/>
              <a:ahLst/>
              <a:cxnLst/>
              <a:rect l="l" t="t" r="r" b="b"/>
              <a:pathLst>
                <a:path w="24765" h="62865">
                  <a:moveTo>
                    <a:pt x="12191" y="62579"/>
                  </a:moveTo>
                  <a:lnTo>
                    <a:pt x="0" y="62579"/>
                  </a:lnTo>
                  <a:lnTo>
                    <a:pt x="7619" y="24383"/>
                  </a:lnTo>
                  <a:lnTo>
                    <a:pt x="0" y="24383"/>
                  </a:lnTo>
                  <a:lnTo>
                    <a:pt x="0" y="0"/>
                  </a:lnTo>
                  <a:lnTo>
                    <a:pt x="24383" y="0"/>
                  </a:lnTo>
                  <a:lnTo>
                    <a:pt x="24383" y="24383"/>
                  </a:lnTo>
                  <a:lnTo>
                    <a:pt x="12191" y="62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8" name="object 538" descr=""/>
          <p:cNvSpPr/>
          <p:nvPr/>
        </p:nvSpPr>
        <p:spPr>
          <a:xfrm>
            <a:off x="8182064" y="6869061"/>
            <a:ext cx="681990" cy="175895"/>
          </a:xfrm>
          <a:custGeom>
            <a:avLst/>
            <a:gdLst/>
            <a:ahLst/>
            <a:cxnLst/>
            <a:rect l="l" t="t" r="r" b="b"/>
            <a:pathLst>
              <a:path w="681990" h="175895">
                <a:moveTo>
                  <a:pt x="74676" y="35140"/>
                </a:moveTo>
                <a:lnTo>
                  <a:pt x="56057" y="37731"/>
                </a:lnTo>
                <a:lnTo>
                  <a:pt x="41148" y="44488"/>
                </a:lnTo>
                <a:lnTo>
                  <a:pt x="29667" y="53822"/>
                </a:lnTo>
                <a:lnTo>
                  <a:pt x="21336" y="64185"/>
                </a:lnTo>
                <a:lnTo>
                  <a:pt x="21336" y="36664"/>
                </a:lnTo>
                <a:lnTo>
                  <a:pt x="0" y="36664"/>
                </a:lnTo>
                <a:lnTo>
                  <a:pt x="0" y="172491"/>
                </a:lnTo>
                <a:lnTo>
                  <a:pt x="22860" y="172491"/>
                </a:lnTo>
                <a:lnTo>
                  <a:pt x="22860" y="108381"/>
                </a:lnTo>
                <a:lnTo>
                  <a:pt x="26670" y="87388"/>
                </a:lnTo>
                <a:lnTo>
                  <a:pt x="37338" y="70815"/>
                </a:lnTo>
                <a:lnTo>
                  <a:pt x="53721" y="59664"/>
                </a:lnTo>
                <a:lnTo>
                  <a:pt x="74676" y="54952"/>
                </a:lnTo>
                <a:lnTo>
                  <a:pt x="74676" y="35140"/>
                </a:lnTo>
                <a:close/>
              </a:path>
              <a:path w="681990" h="175895">
                <a:moveTo>
                  <a:pt x="202780" y="106768"/>
                </a:moveTo>
                <a:lnTo>
                  <a:pt x="192112" y="54851"/>
                </a:lnTo>
                <a:lnTo>
                  <a:pt x="186016" y="48704"/>
                </a:lnTo>
                <a:lnTo>
                  <a:pt x="186016" y="89903"/>
                </a:lnTo>
                <a:lnTo>
                  <a:pt x="111252" y="89903"/>
                </a:lnTo>
                <a:lnTo>
                  <a:pt x="116789" y="74307"/>
                </a:lnTo>
                <a:lnTo>
                  <a:pt x="125780" y="62280"/>
                </a:lnTo>
                <a:lnTo>
                  <a:pt x="137045" y="54546"/>
                </a:lnTo>
                <a:lnTo>
                  <a:pt x="149440" y="51803"/>
                </a:lnTo>
                <a:lnTo>
                  <a:pt x="161163" y="53898"/>
                </a:lnTo>
                <a:lnTo>
                  <a:pt x="172300" y="60566"/>
                </a:lnTo>
                <a:lnTo>
                  <a:pt x="181165" y="72377"/>
                </a:lnTo>
                <a:lnTo>
                  <a:pt x="186016" y="89903"/>
                </a:lnTo>
                <a:lnTo>
                  <a:pt x="186016" y="48704"/>
                </a:lnTo>
                <a:lnTo>
                  <a:pt x="181165" y="43802"/>
                </a:lnTo>
                <a:lnTo>
                  <a:pt x="169633" y="37325"/>
                </a:lnTo>
                <a:lnTo>
                  <a:pt x="158686" y="34277"/>
                </a:lnTo>
                <a:lnTo>
                  <a:pt x="149440" y="33515"/>
                </a:lnTo>
                <a:lnTo>
                  <a:pt x="125717" y="39116"/>
                </a:lnTo>
                <a:lnTo>
                  <a:pt x="106311" y="54292"/>
                </a:lnTo>
                <a:lnTo>
                  <a:pt x="93205" y="76644"/>
                </a:lnTo>
                <a:lnTo>
                  <a:pt x="88392" y="103720"/>
                </a:lnTo>
                <a:lnTo>
                  <a:pt x="93484" y="132270"/>
                </a:lnTo>
                <a:lnTo>
                  <a:pt x="107454" y="154965"/>
                </a:lnTo>
                <a:lnTo>
                  <a:pt x="128295" y="169938"/>
                </a:lnTo>
                <a:lnTo>
                  <a:pt x="154012" y="175348"/>
                </a:lnTo>
                <a:lnTo>
                  <a:pt x="168287" y="174256"/>
                </a:lnTo>
                <a:lnTo>
                  <a:pt x="181254" y="171157"/>
                </a:lnTo>
                <a:lnTo>
                  <a:pt x="192811" y="166344"/>
                </a:lnTo>
                <a:lnTo>
                  <a:pt x="202780" y="160108"/>
                </a:lnTo>
                <a:lnTo>
                  <a:pt x="202323" y="157060"/>
                </a:lnTo>
                <a:lnTo>
                  <a:pt x="202272" y="156794"/>
                </a:lnTo>
                <a:lnTo>
                  <a:pt x="199732" y="140296"/>
                </a:lnTo>
                <a:lnTo>
                  <a:pt x="185953" y="149987"/>
                </a:lnTo>
                <a:lnTo>
                  <a:pt x="172872" y="154965"/>
                </a:lnTo>
                <a:lnTo>
                  <a:pt x="161810" y="156794"/>
                </a:lnTo>
                <a:lnTo>
                  <a:pt x="154012" y="157060"/>
                </a:lnTo>
                <a:lnTo>
                  <a:pt x="137020" y="153276"/>
                </a:lnTo>
                <a:lnTo>
                  <a:pt x="123304" y="142773"/>
                </a:lnTo>
                <a:lnTo>
                  <a:pt x="113868" y="126847"/>
                </a:lnTo>
                <a:lnTo>
                  <a:pt x="109728" y="106768"/>
                </a:lnTo>
                <a:lnTo>
                  <a:pt x="202780" y="106768"/>
                </a:lnTo>
                <a:close/>
              </a:path>
              <a:path w="681990" h="175895">
                <a:moveTo>
                  <a:pt x="321754" y="134302"/>
                </a:moveTo>
                <a:lnTo>
                  <a:pt x="301078" y="100317"/>
                </a:lnTo>
                <a:lnTo>
                  <a:pt x="262674" y="89052"/>
                </a:lnTo>
                <a:lnTo>
                  <a:pt x="252984" y="85432"/>
                </a:lnTo>
                <a:lnTo>
                  <a:pt x="246430" y="79527"/>
                </a:lnTo>
                <a:lnTo>
                  <a:pt x="244030" y="70192"/>
                </a:lnTo>
                <a:lnTo>
                  <a:pt x="247434" y="59626"/>
                </a:lnTo>
                <a:lnTo>
                  <a:pt x="255270" y="54190"/>
                </a:lnTo>
                <a:lnTo>
                  <a:pt x="263956" y="52197"/>
                </a:lnTo>
                <a:lnTo>
                  <a:pt x="269938" y="51904"/>
                </a:lnTo>
                <a:lnTo>
                  <a:pt x="278104" y="52070"/>
                </a:lnTo>
                <a:lnTo>
                  <a:pt x="288417" y="53238"/>
                </a:lnTo>
                <a:lnTo>
                  <a:pt x="300151" y="56400"/>
                </a:lnTo>
                <a:lnTo>
                  <a:pt x="312610" y="62572"/>
                </a:lnTo>
                <a:lnTo>
                  <a:pt x="315658" y="42760"/>
                </a:lnTo>
                <a:lnTo>
                  <a:pt x="304698" y="38061"/>
                </a:lnTo>
                <a:lnTo>
                  <a:pt x="294322" y="35242"/>
                </a:lnTo>
                <a:lnTo>
                  <a:pt x="283933" y="33883"/>
                </a:lnTo>
                <a:lnTo>
                  <a:pt x="272986" y="33528"/>
                </a:lnTo>
                <a:lnTo>
                  <a:pt x="261912" y="34137"/>
                </a:lnTo>
                <a:lnTo>
                  <a:pt x="244983" y="38481"/>
                </a:lnTo>
                <a:lnTo>
                  <a:pt x="229476" y="50279"/>
                </a:lnTo>
                <a:lnTo>
                  <a:pt x="222694" y="73240"/>
                </a:lnTo>
                <a:lnTo>
                  <a:pt x="224243" y="83578"/>
                </a:lnTo>
                <a:lnTo>
                  <a:pt x="252603" y="110210"/>
                </a:lnTo>
                <a:lnTo>
                  <a:pt x="280492" y="116319"/>
                </a:lnTo>
                <a:lnTo>
                  <a:pt x="289941" y="120015"/>
                </a:lnTo>
                <a:lnTo>
                  <a:pt x="297395" y="126276"/>
                </a:lnTo>
                <a:lnTo>
                  <a:pt x="300418" y="135826"/>
                </a:lnTo>
                <a:lnTo>
                  <a:pt x="296532" y="148158"/>
                </a:lnTo>
                <a:lnTo>
                  <a:pt x="287655" y="154495"/>
                </a:lnTo>
                <a:lnTo>
                  <a:pt x="277914" y="156819"/>
                </a:lnTo>
                <a:lnTo>
                  <a:pt x="271462" y="157162"/>
                </a:lnTo>
                <a:lnTo>
                  <a:pt x="254647" y="155422"/>
                </a:lnTo>
                <a:lnTo>
                  <a:pt x="240982" y="151257"/>
                </a:lnTo>
                <a:lnTo>
                  <a:pt x="230746" y="146227"/>
                </a:lnTo>
                <a:lnTo>
                  <a:pt x="224218" y="141922"/>
                </a:lnTo>
                <a:lnTo>
                  <a:pt x="221170" y="163258"/>
                </a:lnTo>
                <a:lnTo>
                  <a:pt x="229450" y="167081"/>
                </a:lnTo>
                <a:lnTo>
                  <a:pt x="240601" y="171069"/>
                </a:lnTo>
                <a:lnTo>
                  <a:pt x="254596" y="174180"/>
                </a:lnTo>
                <a:lnTo>
                  <a:pt x="271462" y="175450"/>
                </a:lnTo>
                <a:lnTo>
                  <a:pt x="277799" y="175298"/>
                </a:lnTo>
                <a:lnTo>
                  <a:pt x="312750" y="159804"/>
                </a:lnTo>
                <a:lnTo>
                  <a:pt x="320662" y="143370"/>
                </a:lnTo>
                <a:lnTo>
                  <a:pt x="321754" y="134302"/>
                </a:lnTo>
                <a:close/>
              </a:path>
              <a:path w="681990" h="175895">
                <a:moveTo>
                  <a:pt x="454533" y="106768"/>
                </a:moveTo>
                <a:lnTo>
                  <a:pt x="454406" y="103720"/>
                </a:lnTo>
                <a:lnTo>
                  <a:pt x="454126" y="96748"/>
                </a:lnTo>
                <a:lnTo>
                  <a:pt x="453250" y="90004"/>
                </a:lnTo>
                <a:lnTo>
                  <a:pt x="439496" y="51904"/>
                </a:lnTo>
                <a:lnTo>
                  <a:pt x="436245" y="48425"/>
                </a:lnTo>
                <a:lnTo>
                  <a:pt x="436245" y="90004"/>
                </a:lnTo>
                <a:lnTo>
                  <a:pt x="361467" y="90004"/>
                </a:lnTo>
                <a:lnTo>
                  <a:pt x="366991" y="74409"/>
                </a:lnTo>
                <a:lnTo>
                  <a:pt x="375945" y="62382"/>
                </a:lnTo>
                <a:lnTo>
                  <a:pt x="387184" y="54648"/>
                </a:lnTo>
                <a:lnTo>
                  <a:pt x="399567" y="51904"/>
                </a:lnTo>
                <a:lnTo>
                  <a:pt x="411949" y="54000"/>
                </a:lnTo>
                <a:lnTo>
                  <a:pt x="423049" y="60667"/>
                </a:lnTo>
                <a:lnTo>
                  <a:pt x="431584" y="72478"/>
                </a:lnTo>
                <a:lnTo>
                  <a:pt x="436245" y="90004"/>
                </a:lnTo>
                <a:lnTo>
                  <a:pt x="436245" y="48425"/>
                </a:lnTo>
                <a:lnTo>
                  <a:pt x="432015" y="43891"/>
                </a:lnTo>
                <a:lnTo>
                  <a:pt x="420382" y="37376"/>
                </a:lnTo>
                <a:lnTo>
                  <a:pt x="409041" y="34302"/>
                </a:lnTo>
                <a:lnTo>
                  <a:pt x="399567" y="33515"/>
                </a:lnTo>
                <a:lnTo>
                  <a:pt x="375907" y="39128"/>
                </a:lnTo>
                <a:lnTo>
                  <a:pt x="356514" y="54330"/>
                </a:lnTo>
                <a:lnTo>
                  <a:pt x="343420" y="76682"/>
                </a:lnTo>
                <a:lnTo>
                  <a:pt x="338607" y="103720"/>
                </a:lnTo>
                <a:lnTo>
                  <a:pt x="343712" y="132321"/>
                </a:lnTo>
                <a:lnTo>
                  <a:pt x="357657" y="155054"/>
                </a:lnTo>
                <a:lnTo>
                  <a:pt x="378472" y="170040"/>
                </a:lnTo>
                <a:lnTo>
                  <a:pt x="404139" y="175437"/>
                </a:lnTo>
                <a:lnTo>
                  <a:pt x="418426" y="174345"/>
                </a:lnTo>
                <a:lnTo>
                  <a:pt x="431431" y="171246"/>
                </a:lnTo>
                <a:lnTo>
                  <a:pt x="443014" y="166446"/>
                </a:lnTo>
                <a:lnTo>
                  <a:pt x="453009" y="160197"/>
                </a:lnTo>
                <a:lnTo>
                  <a:pt x="452780" y="157149"/>
                </a:lnTo>
                <a:lnTo>
                  <a:pt x="452755" y="156895"/>
                </a:lnTo>
                <a:lnTo>
                  <a:pt x="451485" y="140385"/>
                </a:lnTo>
                <a:lnTo>
                  <a:pt x="436803" y="150088"/>
                </a:lnTo>
                <a:lnTo>
                  <a:pt x="423278" y="155054"/>
                </a:lnTo>
                <a:lnTo>
                  <a:pt x="411975" y="156895"/>
                </a:lnTo>
                <a:lnTo>
                  <a:pt x="404139" y="157149"/>
                </a:lnTo>
                <a:lnTo>
                  <a:pt x="387807" y="153365"/>
                </a:lnTo>
                <a:lnTo>
                  <a:pt x="374040" y="142862"/>
                </a:lnTo>
                <a:lnTo>
                  <a:pt x="364286" y="126898"/>
                </a:lnTo>
                <a:lnTo>
                  <a:pt x="359943" y="106768"/>
                </a:lnTo>
                <a:lnTo>
                  <a:pt x="454533" y="106768"/>
                </a:lnTo>
                <a:close/>
              </a:path>
              <a:path w="681990" h="175895">
                <a:moveTo>
                  <a:pt x="562825" y="164782"/>
                </a:moveTo>
                <a:lnTo>
                  <a:pt x="558253" y="146494"/>
                </a:lnTo>
                <a:lnTo>
                  <a:pt x="552259" y="150723"/>
                </a:lnTo>
                <a:lnTo>
                  <a:pt x="545680" y="154114"/>
                </a:lnTo>
                <a:lnTo>
                  <a:pt x="538543" y="156349"/>
                </a:lnTo>
                <a:lnTo>
                  <a:pt x="530821" y="157162"/>
                </a:lnTo>
                <a:lnTo>
                  <a:pt x="523887" y="155460"/>
                </a:lnTo>
                <a:lnTo>
                  <a:pt x="519125" y="150495"/>
                </a:lnTo>
                <a:lnTo>
                  <a:pt x="516369" y="142367"/>
                </a:lnTo>
                <a:lnTo>
                  <a:pt x="515493" y="131254"/>
                </a:lnTo>
                <a:lnTo>
                  <a:pt x="515493" y="56476"/>
                </a:lnTo>
                <a:lnTo>
                  <a:pt x="558253" y="56476"/>
                </a:lnTo>
                <a:lnTo>
                  <a:pt x="558253" y="38188"/>
                </a:lnTo>
                <a:lnTo>
                  <a:pt x="515493" y="38188"/>
                </a:lnTo>
                <a:lnTo>
                  <a:pt x="515493" y="0"/>
                </a:lnTo>
                <a:lnTo>
                  <a:pt x="495681" y="0"/>
                </a:lnTo>
                <a:lnTo>
                  <a:pt x="495681" y="38188"/>
                </a:lnTo>
                <a:lnTo>
                  <a:pt x="468249" y="38188"/>
                </a:lnTo>
                <a:lnTo>
                  <a:pt x="468249" y="56476"/>
                </a:lnTo>
                <a:lnTo>
                  <a:pt x="494157" y="56476"/>
                </a:lnTo>
                <a:lnTo>
                  <a:pt x="494157" y="137350"/>
                </a:lnTo>
                <a:lnTo>
                  <a:pt x="495185" y="151028"/>
                </a:lnTo>
                <a:lnTo>
                  <a:pt x="498919" y="163296"/>
                </a:lnTo>
                <a:lnTo>
                  <a:pt x="506374" y="172148"/>
                </a:lnTo>
                <a:lnTo>
                  <a:pt x="518541" y="175539"/>
                </a:lnTo>
                <a:lnTo>
                  <a:pt x="533425" y="174510"/>
                </a:lnTo>
                <a:lnTo>
                  <a:pt x="545871" y="171907"/>
                </a:lnTo>
                <a:lnTo>
                  <a:pt x="555713" y="168427"/>
                </a:lnTo>
                <a:lnTo>
                  <a:pt x="562825" y="164782"/>
                </a:lnTo>
                <a:close/>
              </a:path>
              <a:path w="681990" h="175895">
                <a:moveTo>
                  <a:pt x="681799" y="134302"/>
                </a:moveTo>
                <a:lnTo>
                  <a:pt x="661123" y="100317"/>
                </a:lnTo>
                <a:lnTo>
                  <a:pt x="622630" y="89052"/>
                </a:lnTo>
                <a:lnTo>
                  <a:pt x="612940" y="85432"/>
                </a:lnTo>
                <a:lnTo>
                  <a:pt x="606386" y="79527"/>
                </a:lnTo>
                <a:lnTo>
                  <a:pt x="603986" y="70192"/>
                </a:lnTo>
                <a:lnTo>
                  <a:pt x="607390" y="59626"/>
                </a:lnTo>
                <a:lnTo>
                  <a:pt x="615226" y="54190"/>
                </a:lnTo>
                <a:lnTo>
                  <a:pt x="623912" y="52197"/>
                </a:lnTo>
                <a:lnTo>
                  <a:pt x="629894" y="51904"/>
                </a:lnTo>
                <a:lnTo>
                  <a:pt x="638073" y="52070"/>
                </a:lnTo>
                <a:lnTo>
                  <a:pt x="648411" y="53238"/>
                </a:lnTo>
                <a:lnTo>
                  <a:pt x="660184" y="56400"/>
                </a:lnTo>
                <a:lnTo>
                  <a:pt x="672655" y="62572"/>
                </a:lnTo>
                <a:lnTo>
                  <a:pt x="675703" y="42760"/>
                </a:lnTo>
                <a:lnTo>
                  <a:pt x="664743" y="38061"/>
                </a:lnTo>
                <a:lnTo>
                  <a:pt x="654354" y="35242"/>
                </a:lnTo>
                <a:lnTo>
                  <a:pt x="643940" y="33883"/>
                </a:lnTo>
                <a:lnTo>
                  <a:pt x="632942" y="33528"/>
                </a:lnTo>
                <a:lnTo>
                  <a:pt x="621868" y="34137"/>
                </a:lnTo>
                <a:lnTo>
                  <a:pt x="604939" y="38481"/>
                </a:lnTo>
                <a:lnTo>
                  <a:pt x="589432" y="50279"/>
                </a:lnTo>
                <a:lnTo>
                  <a:pt x="582650" y="73240"/>
                </a:lnTo>
                <a:lnTo>
                  <a:pt x="583958" y="83578"/>
                </a:lnTo>
                <a:lnTo>
                  <a:pt x="612368" y="110210"/>
                </a:lnTo>
                <a:lnTo>
                  <a:pt x="640448" y="116319"/>
                </a:lnTo>
                <a:lnTo>
                  <a:pt x="649935" y="120015"/>
                </a:lnTo>
                <a:lnTo>
                  <a:pt x="657428" y="126276"/>
                </a:lnTo>
                <a:lnTo>
                  <a:pt x="660463" y="135826"/>
                </a:lnTo>
                <a:lnTo>
                  <a:pt x="656564" y="148158"/>
                </a:lnTo>
                <a:lnTo>
                  <a:pt x="647649" y="154495"/>
                </a:lnTo>
                <a:lnTo>
                  <a:pt x="637882" y="156819"/>
                </a:lnTo>
                <a:lnTo>
                  <a:pt x="631418" y="157162"/>
                </a:lnTo>
                <a:lnTo>
                  <a:pt x="614603" y="155422"/>
                </a:lnTo>
                <a:lnTo>
                  <a:pt x="600938" y="151257"/>
                </a:lnTo>
                <a:lnTo>
                  <a:pt x="590689" y="146227"/>
                </a:lnTo>
                <a:lnTo>
                  <a:pt x="584174" y="141922"/>
                </a:lnTo>
                <a:lnTo>
                  <a:pt x="581126" y="163258"/>
                </a:lnTo>
                <a:lnTo>
                  <a:pt x="589407" y="167081"/>
                </a:lnTo>
                <a:lnTo>
                  <a:pt x="600557" y="171069"/>
                </a:lnTo>
                <a:lnTo>
                  <a:pt x="614553" y="174180"/>
                </a:lnTo>
                <a:lnTo>
                  <a:pt x="631418" y="175450"/>
                </a:lnTo>
                <a:lnTo>
                  <a:pt x="637755" y="175298"/>
                </a:lnTo>
                <a:lnTo>
                  <a:pt x="672795" y="159804"/>
                </a:lnTo>
                <a:lnTo>
                  <a:pt x="680707" y="143370"/>
                </a:lnTo>
                <a:lnTo>
                  <a:pt x="681799" y="134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9" name="object 539" descr=""/>
          <p:cNvPicPr/>
          <p:nvPr/>
        </p:nvPicPr>
        <p:blipFill>
          <a:blip r:embed="rId343" cstate="print"/>
          <a:stretch>
            <a:fillRect/>
          </a:stretch>
        </p:blipFill>
        <p:spPr>
          <a:xfrm>
            <a:off x="1407890" y="7277957"/>
            <a:ext cx="108299" cy="143446"/>
          </a:xfrm>
          <a:prstGeom prst="rect">
            <a:avLst/>
          </a:prstGeom>
        </p:spPr>
      </p:pic>
      <p:grpSp>
        <p:nvGrpSpPr>
          <p:cNvPr id="540" name="object 540" descr=""/>
          <p:cNvGrpSpPr/>
          <p:nvPr/>
        </p:nvGrpSpPr>
        <p:grpSpPr>
          <a:xfrm>
            <a:off x="1562004" y="7208519"/>
            <a:ext cx="335915" cy="267970"/>
            <a:chOff x="1562004" y="7208519"/>
            <a:chExt cx="335915" cy="267970"/>
          </a:xfrm>
        </p:grpSpPr>
        <p:pic>
          <p:nvPicPr>
            <p:cNvPr id="541" name="object 541" descr=""/>
            <p:cNvPicPr/>
            <p:nvPr/>
          </p:nvPicPr>
          <p:blipFill>
            <a:blip r:embed="rId344" cstate="print"/>
            <a:stretch>
              <a:fillRect/>
            </a:stretch>
          </p:blipFill>
          <p:spPr>
            <a:xfrm>
              <a:off x="1562004" y="7279481"/>
              <a:ext cx="120491" cy="196881"/>
            </a:xfrm>
            <a:prstGeom prst="rect">
              <a:avLst/>
            </a:prstGeom>
          </p:spPr>
        </p:pic>
        <p:pic>
          <p:nvPicPr>
            <p:cNvPr id="542" name="object 542" descr=""/>
            <p:cNvPicPr/>
            <p:nvPr/>
          </p:nvPicPr>
          <p:blipFill>
            <a:blip r:embed="rId345" cstate="print"/>
            <a:stretch>
              <a:fillRect/>
            </a:stretch>
          </p:blipFill>
          <p:spPr>
            <a:xfrm>
              <a:off x="1717548" y="7279481"/>
              <a:ext cx="120491" cy="196786"/>
            </a:xfrm>
            <a:prstGeom prst="rect">
              <a:avLst/>
            </a:prstGeom>
          </p:spPr>
        </p:pic>
        <p:sp>
          <p:nvSpPr>
            <p:cNvPr id="543" name="object 543" descr=""/>
            <p:cNvSpPr/>
            <p:nvPr/>
          </p:nvSpPr>
          <p:spPr>
            <a:xfrm>
              <a:off x="1874520" y="720851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4" name="object 544" descr=""/>
          <p:cNvGrpSpPr/>
          <p:nvPr/>
        </p:nvGrpSpPr>
        <p:grpSpPr>
          <a:xfrm>
            <a:off x="1944814" y="7219950"/>
            <a:ext cx="793750" cy="201930"/>
            <a:chOff x="1944814" y="7219950"/>
            <a:chExt cx="793750" cy="201930"/>
          </a:xfrm>
        </p:grpSpPr>
        <p:sp>
          <p:nvSpPr>
            <p:cNvPr id="545" name="object 545" descr=""/>
            <p:cNvSpPr/>
            <p:nvPr/>
          </p:nvSpPr>
          <p:spPr>
            <a:xfrm>
              <a:off x="1944814" y="7219962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5996"/>
                  </a:lnTo>
                  <a:lnTo>
                    <a:pt x="25908" y="25996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6" name="object 546" descr=""/>
            <p:cNvPicPr/>
            <p:nvPr/>
          </p:nvPicPr>
          <p:blipFill>
            <a:blip r:embed="rId346" cstate="print"/>
            <a:stretch>
              <a:fillRect/>
            </a:stretch>
          </p:blipFill>
          <p:spPr>
            <a:xfrm>
              <a:off x="2004345" y="7278052"/>
              <a:ext cx="114395" cy="143446"/>
            </a:xfrm>
            <a:prstGeom prst="rect">
              <a:avLst/>
            </a:prstGeom>
          </p:spPr>
        </p:pic>
        <p:pic>
          <p:nvPicPr>
            <p:cNvPr id="547" name="object 547" descr=""/>
            <p:cNvPicPr/>
            <p:nvPr/>
          </p:nvPicPr>
          <p:blipFill>
            <a:blip r:embed="rId347" cstate="print"/>
            <a:stretch>
              <a:fillRect/>
            </a:stretch>
          </p:blipFill>
          <p:spPr>
            <a:xfrm>
              <a:off x="2144649" y="7277957"/>
              <a:ext cx="106775" cy="143446"/>
            </a:xfrm>
            <a:prstGeom prst="rect">
              <a:avLst/>
            </a:prstGeom>
          </p:spPr>
        </p:pic>
        <p:pic>
          <p:nvPicPr>
            <p:cNvPr id="548" name="object 548" descr=""/>
            <p:cNvPicPr/>
            <p:nvPr/>
          </p:nvPicPr>
          <p:blipFill>
            <a:blip r:embed="rId348" cstate="print"/>
            <a:stretch>
              <a:fillRect/>
            </a:stretch>
          </p:blipFill>
          <p:spPr>
            <a:xfrm>
              <a:off x="2278856" y="7244429"/>
              <a:ext cx="94583" cy="176974"/>
            </a:xfrm>
            <a:prstGeom prst="rect">
              <a:avLst/>
            </a:prstGeom>
          </p:spPr>
        </p:pic>
        <p:sp>
          <p:nvSpPr>
            <p:cNvPr id="549" name="object 549" descr=""/>
            <p:cNvSpPr/>
            <p:nvPr/>
          </p:nvSpPr>
          <p:spPr>
            <a:xfrm>
              <a:off x="2405443" y="722005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472" y="64008"/>
                  </a:moveTo>
                  <a:lnTo>
                    <a:pt x="1524" y="64008"/>
                  </a:lnTo>
                  <a:lnTo>
                    <a:pt x="1524" y="198310"/>
                  </a:lnTo>
                  <a:lnTo>
                    <a:pt x="24472" y="198310"/>
                  </a:lnTo>
                  <a:lnTo>
                    <a:pt x="24472" y="64008"/>
                  </a:lnTo>
                  <a:close/>
                </a:path>
                <a:path w="27939" h="198754">
                  <a:moveTo>
                    <a:pt x="2752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520" y="25908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0" name="object 550" descr=""/>
            <p:cNvPicPr/>
            <p:nvPr/>
          </p:nvPicPr>
          <p:blipFill>
            <a:blip r:embed="rId349" cstate="print"/>
            <a:stretch>
              <a:fillRect/>
            </a:stretch>
          </p:blipFill>
          <p:spPr>
            <a:xfrm>
              <a:off x="2463450" y="7277957"/>
              <a:ext cx="132683" cy="143446"/>
            </a:xfrm>
            <a:prstGeom prst="rect">
              <a:avLst/>
            </a:prstGeom>
          </p:spPr>
        </p:pic>
        <p:pic>
          <p:nvPicPr>
            <p:cNvPr id="551" name="object 551" descr=""/>
            <p:cNvPicPr/>
            <p:nvPr/>
          </p:nvPicPr>
          <p:blipFill>
            <a:blip r:embed="rId350" cstate="print"/>
            <a:stretch>
              <a:fillRect/>
            </a:stretch>
          </p:blipFill>
          <p:spPr>
            <a:xfrm>
              <a:off x="2631281" y="7279481"/>
              <a:ext cx="106775" cy="1388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1557" y="422243"/>
            <a:ext cx="534035" cy="281305"/>
            <a:chOff x="271557" y="422243"/>
            <a:chExt cx="534035" cy="281305"/>
          </a:xfrm>
        </p:grpSpPr>
        <p:sp>
          <p:nvSpPr>
            <p:cNvPr id="3" name="object 3" descr=""/>
            <p:cNvSpPr/>
            <p:nvPr/>
          </p:nvSpPr>
          <p:spPr>
            <a:xfrm>
              <a:off x="271557" y="422243"/>
              <a:ext cx="180340" cy="276225"/>
            </a:xfrm>
            <a:custGeom>
              <a:avLst/>
              <a:gdLst/>
              <a:ahLst/>
              <a:cxnLst/>
              <a:rect l="l" t="t" r="r" b="b"/>
              <a:pathLst>
                <a:path w="180340" h="276225">
                  <a:moveTo>
                    <a:pt x="179927" y="276225"/>
                  </a:moveTo>
                  <a:lnTo>
                    <a:pt x="0" y="276225"/>
                  </a:lnTo>
                  <a:lnTo>
                    <a:pt x="0" y="0"/>
                  </a:lnTo>
                  <a:lnTo>
                    <a:pt x="173831" y="0"/>
                  </a:lnTo>
                  <a:lnTo>
                    <a:pt x="173831" y="26003"/>
                  </a:lnTo>
                  <a:lnTo>
                    <a:pt x="35051" y="26003"/>
                  </a:lnTo>
                  <a:lnTo>
                    <a:pt x="35051" y="120586"/>
                  </a:lnTo>
                  <a:lnTo>
                    <a:pt x="163163" y="120586"/>
                  </a:lnTo>
                  <a:lnTo>
                    <a:pt x="163163" y="144970"/>
                  </a:lnTo>
                  <a:lnTo>
                    <a:pt x="35051" y="144970"/>
                  </a:lnTo>
                  <a:lnTo>
                    <a:pt x="35051" y="250317"/>
                  </a:lnTo>
                  <a:lnTo>
                    <a:pt x="117443" y="250317"/>
                  </a:lnTo>
                  <a:lnTo>
                    <a:pt x="123539" y="248793"/>
                  </a:lnTo>
                  <a:lnTo>
                    <a:pt x="179927" y="248793"/>
                  </a:lnTo>
                  <a:lnTo>
                    <a:pt x="179927" y="276225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821" y="521493"/>
              <a:ext cx="167830" cy="1769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083" y="515397"/>
              <a:ext cx="137350" cy="187642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864108" y="420623"/>
            <a:ext cx="30480" cy="277495"/>
          </a:xfrm>
          <a:custGeom>
            <a:avLst/>
            <a:gdLst/>
            <a:ahLst/>
            <a:cxnLst/>
            <a:rect l="l" t="t" r="r" b="b"/>
            <a:pathLst>
              <a:path w="30480" h="277495">
                <a:moveTo>
                  <a:pt x="30479" y="277367"/>
                </a:moveTo>
                <a:lnTo>
                  <a:pt x="0" y="277367"/>
                </a:lnTo>
                <a:lnTo>
                  <a:pt x="0" y="0"/>
                </a:lnTo>
                <a:lnTo>
                  <a:pt x="30479" y="0"/>
                </a:lnTo>
                <a:lnTo>
                  <a:pt x="30479" y="277367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4881" y="521493"/>
            <a:ext cx="137255" cy="181546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145571" y="437578"/>
            <a:ext cx="760095" cy="266065"/>
            <a:chOff x="1145571" y="437578"/>
            <a:chExt cx="760095" cy="266065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5571" y="515397"/>
              <a:ext cx="137255" cy="18764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16354" y="471106"/>
              <a:ext cx="123539" cy="23193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479511" y="437590"/>
              <a:ext cx="33655" cy="260985"/>
            </a:xfrm>
            <a:custGeom>
              <a:avLst/>
              <a:gdLst/>
              <a:ahLst/>
              <a:cxnLst/>
              <a:rect l="l" t="t" r="r" b="b"/>
              <a:pathLst>
                <a:path w="33655" h="260984">
                  <a:moveTo>
                    <a:pt x="32092" y="83908"/>
                  </a:moveTo>
                  <a:lnTo>
                    <a:pt x="1524" y="83908"/>
                  </a:lnTo>
                  <a:lnTo>
                    <a:pt x="1524" y="260883"/>
                  </a:lnTo>
                  <a:lnTo>
                    <a:pt x="32092" y="260883"/>
                  </a:lnTo>
                  <a:lnTo>
                    <a:pt x="32092" y="83908"/>
                  </a:lnTo>
                  <a:close/>
                </a:path>
                <a:path w="33655" h="260984">
                  <a:moveTo>
                    <a:pt x="33616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33616" y="35052"/>
                  </a:lnTo>
                  <a:lnTo>
                    <a:pt x="33616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54384" y="515397"/>
              <a:ext cx="170783" cy="18764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7935" y="518445"/>
              <a:ext cx="137255" cy="180022"/>
            </a:xfrm>
            <a:prstGeom prst="rect">
              <a:avLst/>
            </a:prstGeom>
          </p:spPr>
        </p:pic>
      </p:grpSp>
      <p:sp>
        <p:nvSpPr>
          <p:cNvPr id="14" name="object 14" descr=""/>
          <p:cNvSpPr/>
          <p:nvPr/>
        </p:nvSpPr>
        <p:spPr>
          <a:xfrm>
            <a:off x="2069592" y="597408"/>
            <a:ext cx="104139" cy="24765"/>
          </a:xfrm>
          <a:custGeom>
            <a:avLst/>
            <a:gdLst/>
            <a:ahLst/>
            <a:cxnLst/>
            <a:rect l="l" t="t" r="r" b="b"/>
            <a:pathLst>
              <a:path w="104139" h="24765">
                <a:moveTo>
                  <a:pt x="103632" y="24383"/>
                </a:moveTo>
                <a:lnTo>
                  <a:pt x="0" y="24383"/>
                </a:lnTo>
                <a:lnTo>
                  <a:pt x="0" y="0"/>
                </a:lnTo>
                <a:lnTo>
                  <a:pt x="103632" y="0"/>
                </a:lnTo>
                <a:lnTo>
                  <a:pt x="103632" y="24383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2342959" y="413099"/>
            <a:ext cx="1520825" cy="368300"/>
            <a:chOff x="2342959" y="413099"/>
            <a:chExt cx="1520825" cy="368300"/>
          </a:xfrm>
        </p:grpSpPr>
        <p:sp>
          <p:nvSpPr>
            <p:cNvPr id="16" name="object 16" descr=""/>
            <p:cNvSpPr/>
            <p:nvPr/>
          </p:nvSpPr>
          <p:spPr>
            <a:xfrm>
              <a:off x="2342959" y="413099"/>
              <a:ext cx="177165" cy="294640"/>
            </a:xfrm>
            <a:custGeom>
              <a:avLst/>
              <a:gdLst/>
              <a:ahLst/>
              <a:cxnLst/>
              <a:rect l="l" t="t" r="r" b="b"/>
              <a:pathLst>
                <a:path w="177164" h="294640">
                  <a:moveTo>
                    <a:pt x="90011" y="294513"/>
                  </a:moveTo>
                  <a:lnTo>
                    <a:pt x="73375" y="293417"/>
                  </a:lnTo>
                  <a:lnTo>
                    <a:pt x="51863" y="289179"/>
                  </a:lnTo>
                  <a:lnTo>
                    <a:pt x="26923" y="280368"/>
                  </a:lnTo>
                  <a:lnTo>
                    <a:pt x="0" y="265557"/>
                  </a:lnTo>
                  <a:lnTo>
                    <a:pt x="6095" y="233457"/>
                  </a:lnTo>
                  <a:lnTo>
                    <a:pt x="25409" y="247752"/>
                  </a:lnTo>
                  <a:lnTo>
                    <a:pt x="46303" y="258306"/>
                  </a:lnTo>
                  <a:lnTo>
                    <a:pt x="68072" y="264841"/>
                  </a:lnTo>
                  <a:lnTo>
                    <a:pt x="90011" y="267081"/>
                  </a:lnTo>
                  <a:lnTo>
                    <a:pt x="112966" y="262589"/>
                  </a:lnTo>
                  <a:lnTo>
                    <a:pt x="130778" y="250650"/>
                  </a:lnTo>
                  <a:lnTo>
                    <a:pt x="142303" y="233567"/>
                  </a:lnTo>
                  <a:lnTo>
                    <a:pt x="146399" y="213645"/>
                  </a:lnTo>
                  <a:lnTo>
                    <a:pt x="145351" y="203692"/>
                  </a:lnTo>
                  <a:lnTo>
                    <a:pt x="116300" y="166889"/>
                  </a:lnTo>
                  <a:lnTo>
                    <a:pt x="64905" y="152828"/>
                  </a:lnTo>
                  <a:lnTo>
                    <a:pt x="50303" y="147637"/>
                  </a:lnTo>
                  <a:lnTo>
                    <a:pt x="19359" y="122513"/>
                  </a:lnTo>
                  <a:lnTo>
                    <a:pt x="4572" y="79343"/>
                  </a:lnTo>
                  <a:lnTo>
                    <a:pt x="10859" y="50229"/>
                  </a:lnTo>
                  <a:lnTo>
                    <a:pt x="28586" y="24812"/>
                  </a:lnTo>
                  <a:lnTo>
                    <a:pt x="56047" y="6825"/>
                  </a:lnTo>
                  <a:lnTo>
                    <a:pt x="91535" y="0"/>
                  </a:lnTo>
                  <a:lnTo>
                    <a:pt x="116038" y="1811"/>
                  </a:lnTo>
                  <a:lnTo>
                    <a:pt x="135540" y="6488"/>
                  </a:lnTo>
                  <a:lnTo>
                    <a:pt x="151328" y="12898"/>
                  </a:lnTo>
                  <a:lnTo>
                    <a:pt x="164687" y="19907"/>
                  </a:lnTo>
                  <a:lnTo>
                    <a:pt x="158591" y="51911"/>
                  </a:lnTo>
                  <a:lnTo>
                    <a:pt x="146399" y="42719"/>
                  </a:lnTo>
                  <a:lnTo>
                    <a:pt x="131921" y="34385"/>
                  </a:lnTo>
                  <a:lnTo>
                    <a:pt x="114014" y="28336"/>
                  </a:lnTo>
                  <a:lnTo>
                    <a:pt x="91535" y="26003"/>
                  </a:lnTo>
                  <a:lnTo>
                    <a:pt x="67881" y="30194"/>
                  </a:lnTo>
                  <a:lnTo>
                    <a:pt x="50113" y="41243"/>
                  </a:lnTo>
                  <a:lnTo>
                    <a:pt x="38934" y="56864"/>
                  </a:lnTo>
                  <a:lnTo>
                    <a:pt x="35052" y="74771"/>
                  </a:lnTo>
                  <a:lnTo>
                    <a:pt x="36790" y="86239"/>
                  </a:lnTo>
                  <a:lnTo>
                    <a:pt x="66913" y="117348"/>
                  </a:lnTo>
                  <a:lnTo>
                    <a:pt x="96107" y="125158"/>
                  </a:lnTo>
                  <a:lnTo>
                    <a:pt x="114419" y="130349"/>
                  </a:lnTo>
                  <a:lnTo>
                    <a:pt x="157067" y="155638"/>
                  </a:lnTo>
                  <a:lnTo>
                    <a:pt x="174935" y="192366"/>
                  </a:lnTo>
                  <a:lnTo>
                    <a:pt x="176974" y="210597"/>
                  </a:lnTo>
                  <a:lnTo>
                    <a:pt x="170673" y="242394"/>
                  </a:lnTo>
                  <a:lnTo>
                    <a:pt x="152923" y="269164"/>
                  </a:lnTo>
                  <a:lnTo>
                    <a:pt x="125459" y="287629"/>
                  </a:lnTo>
                  <a:lnTo>
                    <a:pt x="90011" y="294513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8890" y="471106"/>
              <a:ext cx="123539" cy="23193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13577" y="515397"/>
              <a:ext cx="263937" cy="18764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18663" y="518445"/>
              <a:ext cx="138874" cy="18002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198685" y="518445"/>
              <a:ext cx="179070" cy="262890"/>
            </a:xfrm>
            <a:custGeom>
              <a:avLst/>
              <a:gdLst/>
              <a:ahLst/>
              <a:cxnLst/>
              <a:rect l="l" t="t" r="r" b="b"/>
              <a:pathLst>
                <a:path w="179070" h="262890">
                  <a:moveTo>
                    <a:pt x="86963" y="262413"/>
                  </a:moveTo>
                  <a:lnTo>
                    <a:pt x="52570" y="258126"/>
                  </a:lnTo>
                  <a:lnTo>
                    <a:pt x="52704" y="258126"/>
                  </a:lnTo>
                  <a:lnTo>
                    <a:pt x="25157" y="246590"/>
                  </a:lnTo>
                  <a:lnTo>
                    <a:pt x="6716" y="229583"/>
                  </a:lnTo>
                  <a:lnTo>
                    <a:pt x="0" y="208978"/>
                  </a:lnTo>
                  <a:lnTo>
                    <a:pt x="1023" y="199096"/>
                  </a:lnTo>
                  <a:lnTo>
                    <a:pt x="4762" y="188214"/>
                  </a:lnTo>
                  <a:lnTo>
                    <a:pt x="12215" y="177045"/>
                  </a:lnTo>
                  <a:lnTo>
                    <a:pt x="24384" y="166306"/>
                  </a:lnTo>
                  <a:lnTo>
                    <a:pt x="21669" y="161780"/>
                  </a:lnTo>
                  <a:lnTo>
                    <a:pt x="18669" y="155245"/>
                  </a:lnTo>
                  <a:lnTo>
                    <a:pt x="16240" y="146978"/>
                  </a:lnTo>
                  <a:lnTo>
                    <a:pt x="15240" y="137255"/>
                  </a:lnTo>
                  <a:lnTo>
                    <a:pt x="15749" y="131159"/>
                  </a:lnTo>
                  <a:lnTo>
                    <a:pt x="15859" y="129849"/>
                  </a:lnTo>
                  <a:lnTo>
                    <a:pt x="17907" y="121443"/>
                  </a:lnTo>
                  <a:lnTo>
                    <a:pt x="21669" y="112180"/>
                  </a:lnTo>
                  <a:lnTo>
                    <a:pt x="27432" y="102203"/>
                  </a:lnTo>
                  <a:lnTo>
                    <a:pt x="21431" y="93676"/>
                  </a:lnTo>
                  <a:lnTo>
                    <a:pt x="17145" y="84284"/>
                  </a:lnTo>
                  <a:lnTo>
                    <a:pt x="14573" y="74302"/>
                  </a:lnTo>
                  <a:lnTo>
                    <a:pt x="13716" y="64008"/>
                  </a:lnTo>
                  <a:lnTo>
                    <a:pt x="18551" y="39219"/>
                  </a:lnTo>
                  <a:lnTo>
                    <a:pt x="31825" y="18859"/>
                  </a:lnTo>
                  <a:lnTo>
                    <a:pt x="51689" y="5072"/>
                  </a:lnTo>
                  <a:lnTo>
                    <a:pt x="76295" y="0"/>
                  </a:lnTo>
                  <a:lnTo>
                    <a:pt x="83510" y="404"/>
                  </a:lnTo>
                  <a:lnTo>
                    <a:pt x="92868" y="2095"/>
                  </a:lnTo>
                  <a:lnTo>
                    <a:pt x="103084" y="5786"/>
                  </a:lnTo>
                  <a:lnTo>
                    <a:pt x="112871" y="12192"/>
                  </a:lnTo>
                  <a:lnTo>
                    <a:pt x="176364" y="12192"/>
                  </a:lnTo>
                  <a:lnTo>
                    <a:pt x="178193" y="21336"/>
                  </a:lnTo>
                  <a:lnTo>
                    <a:pt x="76295" y="21336"/>
                  </a:lnTo>
                  <a:lnTo>
                    <a:pt x="65619" y="23074"/>
                  </a:lnTo>
                  <a:lnTo>
                    <a:pt x="54113" y="29527"/>
                  </a:lnTo>
                  <a:lnTo>
                    <a:pt x="44911" y="42552"/>
                  </a:lnTo>
                  <a:lnTo>
                    <a:pt x="41148" y="64008"/>
                  </a:lnTo>
                  <a:lnTo>
                    <a:pt x="44054" y="83351"/>
                  </a:lnTo>
                  <a:lnTo>
                    <a:pt x="51827" y="96095"/>
                  </a:lnTo>
                  <a:lnTo>
                    <a:pt x="63048" y="103106"/>
                  </a:lnTo>
                  <a:lnTo>
                    <a:pt x="76295" y="105251"/>
                  </a:lnTo>
                  <a:lnTo>
                    <a:pt x="122774" y="105251"/>
                  </a:lnTo>
                  <a:lnTo>
                    <a:pt x="120110" y="109239"/>
                  </a:lnTo>
                  <a:lnTo>
                    <a:pt x="110473" y="115919"/>
                  </a:lnTo>
                  <a:lnTo>
                    <a:pt x="39624" y="115919"/>
                  </a:lnTo>
                  <a:lnTo>
                    <a:pt x="38100" y="120491"/>
                  </a:lnTo>
                  <a:lnTo>
                    <a:pt x="36576" y="122015"/>
                  </a:lnTo>
                  <a:lnTo>
                    <a:pt x="36576" y="131159"/>
                  </a:lnTo>
                  <a:lnTo>
                    <a:pt x="39266" y="143549"/>
                  </a:lnTo>
                  <a:lnTo>
                    <a:pt x="45529" y="149911"/>
                  </a:lnTo>
                  <a:lnTo>
                    <a:pt x="52649" y="152255"/>
                  </a:lnTo>
                  <a:lnTo>
                    <a:pt x="57912" y="152590"/>
                  </a:lnTo>
                  <a:lnTo>
                    <a:pt x="93059" y="152590"/>
                  </a:lnTo>
                  <a:lnTo>
                    <a:pt x="112124" y="153447"/>
                  </a:lnTo>
                  <a:lnTo>
                    <a:pt x="139207" y="159448"/>
                  </a:lnTo>
                  <a:lnTo>
                    <a:pt x="163434" y="175736"/>
                  </a:lnTo>
                  <a:lnTo>
                    <a:pt x="165356" y="181546"/>
                  </a:lnTo>
                  <a:lnTo>
                    <a:pt x="57912" y="181546"/>
                  </a:lnTo>
                  <a:lnTo>
                    <a:pt x="40290" y="185380"/>
                  </a:lnTo>
                  <a:lnTo>
                    <a:pt x="31242" y="193929"/>
                  </a:lnTo>
                  <a:lnTo>
                    <a:pt x="27908" y="202763"/>
                  </a:lnTo>
                  <a:lnTo>
                    <a:pt x="27432" y="207454"/>
                  </a:lnTo>
                  <a:lnTo>
                    <a:pt x="32434" y="220868"/>
                  </a:lnTo>
                  <a:lnTo>
                    <a:pt x="45731" y="230969"/>
                  </a:lnTo>
                  <a:lnTo>
                    <a:pt x="64762" y="237337"/>
                  </a:lnTo>
                  <a:lnTo>
                    <a:pt x="86963" y="239553"/>
                  </a:lnTo>
                  <a:lnTo>
                    <a:pt x="155541" y="239553"/>
                  </a:lnTo>
                  <a:lnTo>
                    <a:pt x="148161" y="246399"/>
                  </a:lnTo>
                  <a:lnTo>
                    <a:pt x="120482" y="258126"/>
                  </a:lnTo>
                  <a:lnTo>
                    <a:pt x="86963" y="262413"/>
                  </a:lnTo>
                  <a:close/>
                </a:path>
                <a:path w="179070" h="262890">
                  <a:moveTo>
                    <a:pt x="176364" y="12192"/>
                  </a:moveTo>
                  <a:lnTo>
                    <a:pt x="112871" y="12192"/>
                  </a:lnTo>
                  <a:lnTo>
                    <a:pt x="132452" y="5072"/>
                  </a:lnTo>
                  <a:lnTo>
                    <a:pt x="132610" y="5072"/>
                  </a:lnTo>
                  <a:lnTo>
                    <a:pt x="150221" y="1524"/>
                  </a:lnTo>
                  <a:lnTo>
                    <a:pt x="164775" y="190"/>
                  </a:lnTo>
                  <a:lnTo>
                    <a:pt x="173926" y="0"/>
                  </a:lnTo>
                  <a:lnTo>
                    <a:pt x="176364" y="12192"/>
                  </a:lnTo>
                  <a:close/>
                </a:path>
                <a:path w="179070" h="262890">
                  <a:moveTo>
                    <a:pt x="122774" y="105251"/>
                  </a:moveTo>
                  <a:lnTo>
                    <a:pt x="76295" y="105251"/>
                  </a:lnTo>
                  <a:lnTo>
                    <a:pt x="86915" y="103749"/>
                  </a:lnTo>
                  <a:lnTo>
                    <a:pt x="98393" y="97809"/>
                  </a:lnTo>
                  <a:lnTo>
                    <a:pt x="107584" y="85280"/>
                  </a:lnTo>
                  <a:lnTo>
                    <a:pt x="111347" y="64008"/>
                  </a:lnTo>
                  <a:lnTo>
                    <a:pt x="108227" y="44481"/>
                  </a:lnTo>
                  <a:lnTo>
                    <a:pt x="100107" y="31242"/>
                  </a:lnTo>
                  <a:lnTo>
                    <a:pt x="88701" y="23622"/>
                  </a:lnTo>
                  <a:lnTo>
                    <a:pt x="88342" y="23622"/>
                  </a:lnTo>
                  <a:lnTo>
                    <a:pt x="76295" y="21336"/>
                  </a:lnTo>
                  <a:lnTo>
                    <a:pt x="178193" y="21336"/>
                  </a:lnTo>
                  <a:lnTo>
                    <a:pt x="178498" y="22860"/>
                  </a:lnTo>
                  <a:lnTo>
                    <a:pt x="125063" y="22860"/>
                  </a:lnTo>
                  <a:lnTo>
                    <a:pt x="130421" y="32289"/>
                  </a:lnTo>
                  <a:lnTo>
                    <a:pt x="134778" y="42291"/>
                  </a:lnTo>
                  <a:lnTo>
                    <a:pt x="137707" y="52863"/>
                  </a:lnTo>
                  <a:lnTo>
                    <a:pt x="138779" y="64008"/>
                  </a:lnTo>
                  <a:lnTo>
                    <a:pt x="133731" y="88851"/>
                  </a:lnTo>
                  <a:lnTo>
                    <a:pt x="122774" y="105251"/>
                  </a:lnTo>
                  <a:close/>
                </a:path>
                <a:path w="179070" h="262890">
                  <a:moveTo>
                    <a:pt x="126587" y="24384"/>
                  </a:moveTo>
                  <a:lnTo>
                    <a:pt x="125063" y="22860"/>
                  </a:lnTo>
                  <a:lnTo>
                    <a:pt x="158591" y="22860"/>
                  </a:lnTo>
                  <a:lnTo>
                    <a:pt x="149268" y="23074"/>
                  </a:lnTo>
                  <a:lnTo>
                    <a:pt x="148619" y="23074"/>
                  </a:lnTo>
                  <a:lnTo>
                    <a:pt x="139731" y="23622"/>
                  </a:lnTo>
                  <a:lnTo>
                    <a:pt x="132659" y="24145"/>
                  </a:lnTo>
                  <a:lnTo>
                    <a:pt x="126587" y="24384"/>
                  </a:lnTo>
                  <a:close/>
                </a:path>
                <a:path w="179070" h="262890">
                  <a:moveTo>
                    <a:pt x="76295" y="128111"/>
                  </a:moveTo>
                  <a:lnTo>
                    <a:pt x="64524" y="126849"/>
                  </a:lnTo>
                  <a:lnTo>
                    <a:pt x="54494" y="123729"/>
                  </a:lnTo>
                  <a:lnTo>
                    <a:pt x="46197" y="119753"/>
                  </a:lnTo>
                  <a:lnTo>
                    <a:pt x="39624" y="115919"/>
                  </a:lnTo>
                  <a:lnTo>
                    <a:pt x="110473" y="115919"/>
                  </a:lnTo>
                  <a:lnTo>
                    <a:pt x="100203" y="123037"/>
                  </a:lnTo>
                  <a:lnTo>
                    <a:pt x="76295" y="128111"/>
                  </a:lnTo>
                  <a:close/>
                </a:path>
                <a:path w="179070" h="262890">
                  <a:moveTo>
                    <a:pt x="155541" y="239553"/>
                  </a:moveTo>
                  <a:lnTo>
                    <a:pt x="86963" y="239553"/>
                  </a:lnTo>
                  <a:lnTo>
                    <a:pt x="109108" y="237337"/>
                  </a:lnTo>
                  <a:lnTo>
                    <a:pt x="108941" y="237337"/>
                  </a:lnTo>
                  <a:lnTo>
                    <a:pt x="127349" y="231159"/>
                  </a:lnTo>
                  <a:lnTo>
                    <a:pt x="140112" y="221511"/>
                  </a:lnTo>
                  <a:lnTo>
                    <a:pt x="144875" y="208978"/>
                  </a:lnTo>
                  <a:lnTo>
                    <a:pt x="138064" y="193119"/>
                  </a:lnTo>
                  <a:lnTo>
                    <a:pt x="122396" y="184975"/>
                  </a:lnTo>
                  <a:lnTo>
                    <a:pt x="105013" y="181975"/>
                  </a:lnTo>
                  <a:lnTo>
                    <a:pt x="93059" y="181546"/>
                  </a:lnTo>
                  <a:lnTo>
                    <a:pt x="165356" y="181546"/>
                  </a:lnTo>
                  <a:lnTo>
                    <a:pt x="173926" y="207454"/>
                  </a:lnTo>
                  <a:lnTo>
                    <a:pt x="166982" y="228940"/>
                  </a:lnTo>
                  <a:lnTo>
                    <a:pt x="155541" y="239553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89375" y="471106"/>
              <a:ext cx="123539" cy="231933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3554063" y="422338"/>
              <a:ext cx="137795" cy="276225"/>
            </a:xfrm>
            <a:custGeom>
              <a:avLst/>
              <a:gdLst/>
              <a:ahLst/>
              <a:cxnLst/>
              <a:rect l="l" t="t" r="r" b="b"/>
              <a:pathLst>
                <a:path w="137795" h="276225">
                  <a:moveTo>
                    <a:pt x="137350" y="276129"/>
                  </a:moveTo>
                  <a:lnTo>
                    <a:pt x="108299" y="276129"/>
                  </a:lnTo>
                  <a:lnTo>
                    <a:pt x="108299" y="158686"/>
                  </a:lnTo>
                  <a:lnTo>
                    <a:pt x="107465" y="146653"/>
                  </a:lnTo>
                  <a:lnTo>
                    <a:pt x="102774" y="133647"/>
                  </a:lnTo>
                  <a:lnTo>
                    <a:pt x="90939" y="123231"/>
                  </a:lnTo>
                  <a:lnTo>
                    <a:pt x="68675" y="118967"/>
                  </a:lnTo>
                  <a:lnTo>
                    <a:pt x="50506" y="124601"/>
                  </a:lnTo>
                  <a:lnTo>
                    <a:pt x="38766" y="138826"/>
                  </a:lnTo>
                  <a:lnTo>
                    <a:pt x="32456" y="157623"/>
                  </a:lnTo>
                  <a:lnTo>
                    <a:pt x="30575" y="176974"/>
                  </a:lnTo>
                  <a:lnTo>
                    <a:pt x="30575" y="276129"/>
                  </a:lnTo>
                  <a:lnTo>
                    <a:pt x="0" y="276129"/>
                  </a:lnTo>
                  <a:lnTo>
                    <a:pt x="0" y="0"/>
                  </a:lnTo>
                  <a:lnTo>
                    <a:pt x="29051" y="0"/>
                  </a:lnTo>
                  <a:lnTo>
                    <a:pt x="29051" y="123539"/>
                  </a:lnTo>
                  <a:lnTo>
                    <a:pt x="37623" y="114109"/>
                  </a:lnTo>
                  <a:lnTo>
                    <a:pt x="49625" y="105251"/>
                  </a:lnTo>
                  <a:lnTo>
                    <a:pt x="65055" y="98679"/>
                  </a:lnTo>
                  <a:lnTo>
                    <a:pt x="83915" y="96107"/>
                  </a:lnTo>
                  <a:lnTo>
                    <a:pt x="112878" y="102180"/>
                  </a:lnTo>
                  <a:lnTo>
                    <a:pt x="128956" y="117264"/>
                  </a:lnTo>
                  <a:lnTo>
                    <a:pt x="135872" y="136652"/>
                  </a:lnTo>
                  <a:lnTo>
                    <a:pt x="137350" y="155638"/>
                  </a:lnTo>
                  <a:lnTo>
                    <a:pt x="137350" y="276129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34085" y="515397"/>
              <a:ext cx="129635" cy="187642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4019359" y="413099"/>
            <a:ext cx="256540" cy="294640"/>
          </a:xfrm>
          <a:custGeom>
            <a:avLst/>
            <a:gdLst/>
            <a:ahLst/>
            <a:cxnLst/>
            <a:rect l="l" t="t" r="r" b="b"/>
            <a:pathLst>
              <a:path w="256539" h="294640">
                <a:moveTo>
                  <a:pt x="73444" y="294393"/>
                </a:moveTo>
                <a:lnTo>
                  <a:pt x="71001" y="294393"/>
                </a:lnTo>
                <a:lnTo>
                  <a:pt x="42433" y="288963"/>
                </a:lnTo>
                <a:lnTo>
                  <a:pt x="19811" y="274117"/>
                </a:lnTo>
                <a:lnTo>
                  <a:pt x="5191" y="252681"/>
                </a:lnTo>
                <a:lnTo>
                  <a:pt x="0" y="227361"/>
                </a:lnTo>
                <a:lnTo>
                  <a:pt x="2571" y="208978"/>
                </a:lnTo>
                <a:lnTo>
                  <a:pt x="9144" y="194595"/>
                </a:lnTo>
                <a:lnTo>
                  <a:pt x="18002" y="183642"/>
                </a:lnTo>
                <a:lnTo>
                  <a:pt x="27432" y="175545"/>
                </a:lnTo>
                <a:lnTo>
                  <a:pt x="57912" y="146494"/>
                </a:lnTo>
                <a:lnTo>
                  <a:pt x="56007" y="140301"/>
                </a:lnTo>
                <a:lnTo>
                  <a:pt x="51816" y="125527"/>
                </a:lnTo>
                <a:lnTo>
                  <a:pt x="47625" y="104449"/>
                </a:lnTo>
                <a:lnTo>
                  <a:pt x="45720" y="79343"/>
                </a:lnTo>
                <a:lnTo>
                  <a:pt x="49579" y="48943"/>
                </a:lnTo>
                <a:lnTo>
                  <a:pt x="60590" y="23669"/>
                </a:lnTo>
                <a:lnTo>
                  <a:pt x="77907" y="6396"/>
                </a:lnTo>
                <a:lnTo>
                  <a:pt x="100679" y="0"/>
                </a:lnTo>
                <a:lnTo>
                  <a:pt x="122039" y="5706"/>
                </a:lnTo>
                <a:lnTo>
                  <a:pt x="137826" y="20431"/>
                </a:lnTo>
                <a:lnTo>
                  <a:pt x="139792" y="24479"/>
                </a:lnTo>
                <a:lnTo>
                  <a:pt x="100679" y="24479"/>
                </a:lnTo>
                <a:lnTo>
                  <a:pt x="90313" y="26836"/>
                </a:lnTo>
                <a:lnTo>
                  <a:pt x="80974" y="34194"/>
                </a:lnTo>
                <a:lnTo>
                  <a:pt x="74225" y="46982"/>
                </a:lnTo>
                <a:lnTo>
                  <a:pt x="71628" y="65627"/>
                </a:lnTo>
                <a:lnTo>
                  <a:pt x="72223" y="77286"/>
                </a:lnTo>
                <a:lnTo>
                  <a:pt x="74104" y="91392"/>
                </a:lnTo>
                <a:lnTo>
                  <a:pt x="77414" y="107498"/>
                </a:lnTo>
                <a:lnTo>
                  <a:pt x="82296" y="125158"/>
                </a:lnTo>
                <a:lnTo>
                  <a:pt x="116415" y="125158"/>
                </a:lnTo>
                <a:lnTo>
                  <a:pt x="91440" y="148018"/>
                </a:lnTo>
                <a:lnTo>
                  <a:pt x="103144" y="169354"/>
                </a:lnTo>
                <a:lnTo>
                  <a:pt x="68579" y="169354"/>
                </a:lnTo>
                <a:lnTo>
                  <a:pt x="50172" y="185292"/>
                </a:lnTo>
                <a:lnTo>
                  <a:pt x="37909" y="198203"/>
                </a:lnTo>
                <a:lnTo>
                  <a:pt x="31075" y="210810"/>
                </a:lnTo>
                <a:lnTo>
                  <a:pt x="28976" y="225693"/>
                </a:lnTo>
                <a:lnTo>
                  <a:pt x="28955" y="225837"/>
                </a:lnTo>
                <a:lnTo>
                  <a:pt x="31551" y="240235"/>
                </a:lnTo>
                <a:lnTo>
                  <a:pt x="39433" y="254079"/>
                </a:lnTo>
                <a:lnTo>
                  <a:pt x="52744" y="264494"/>
                </a:lnTo>
                <a:lnTo>
                  <a:pt x="71628" y="268605"/>
                </a:lnTo>
                <a:lnTo>
                  <a:pt x="256222" y="268605"/>
                </a:lnTo>
                <a:lnTo>
                  <a:pt x="256222" y="270129"/>
                </a:lnTo>
                <a:lnTo>
                  <a:pt x="147923" y="270129"/>
                </a:lnTo>
                <a:lnTo>
                  <a:pt x="123571" y="282940"/>
                </a:lnTo>
                <a:lnTo>
                  <a:pt x="101774" y="290322"/>
                </a:lnTo>
                <a:lnTo>
                  <a:pt x="83977" y="293703"/>
                </a:lnTo>
                <a:lnTo>
                  <a:pt x="73444" y="294393"/>
                </a:lnTo>
                <a:close/>
              </a:path>
              <a:path w="256539" h="294640">
                <a:moveTo>
                  <a:pt x="116415" y="125158"/>
                </a:moveTo>
                <a:lnTo>
                  <a:pt x="82296" y="125158"/>
                </a:lnTo>
                <a:lnTo>
                  <a:pt x="97781" y="109594"/>
                </a:lnTo>
                <a:lnTo>
                  <a:pt x="110954" y="94440"/>
                </a:lnTo>
                <a:lnTo>
                  <a:pt x="120108" y="79000"/>
                </a:lnTo>
                <a:lnTo>
                  <a:pt x="123539" y="62579"/>
                </a:lnTo>
                <a:lnTo>
                  <a:pt x="122753" y="52125"/>
                </a:lnTo>
                <a:lnTo>
                  <a:pt x="119538" y="39528"/>
                </a:lnTo>
                <a:lnTo>
                  <a:pt x="112609" y="28932"/>
                </a:lnTo>
                <a:lnTo>
                  <a:pt x="100679" y="24479"/>
                </a:lnTo>
                <a:lnTo>
                  <a:pt x="139792" y="24479"/>
                </a:lnTo>
                <a:lnTo>
                  <a:pt x="147613" y="40585"/>
                </a:lnTo>
                <a:lnTo>
                  <a:pt x="150971" y="62579"/>
                </a:lnTo>
                <a:lnTo>
                  <a:pt x="147255" y="82144"/>
                </a:lnTo>
                <a:lnTo>
                  <a:pt x="136100" y="102441"/>
                </a:lnTo>
                <a:lnTo>
                  <a:pt x="117498" y="124167"/>
                </a:lnTo>
                <a:lnTo>
                  <a:pt x="116415" y="125158"/>
                </a:lnTo>
                <a:close/>
              </a:path>
              <a:path w="256539" h="294640">
                <a:moveTo>
                  <a:pt x="186036" y="236505"/>
                </a:moveTo>
                <a:lnTo>
                  <a:pt x="152495" y="236505"/>
                </a:lnTo>
                <a:lnTo>
                  <a:pt x="173666" y="215025"/>
                </a:lnTo>
                <a:lnTo>
                  <a:pt x="191559" y="189249"/>
                </a:lnTo>
                <a:lnTo>
                  <a:pt x="206327" y="158884"/>
                </a:lnTo>
                <a:lnTo>
                  <a:pt x="218122" y="123634"/>
                </a:lnTo>
                <a:lnTo>
                  <a:pt x="242506" y="131254"/>
                </a:lnTo>
                <a:lnTo>
                  <a:pt x="233456" y="159536"/>
                </a:lnTo>
                <a:lnTo>
                  <a:pt x="219253" y="190559"/>
                </a:lnTo>
                <a:lnTo>
                  <a:pt x="198746" y="222457"/>
                </a:lnTo>
                <a:lnTo>
                  <a:pt x="186036" y="236505"/>
                </a:lnTo>
                <a:close/>
              </a:path>
              <a:path w="256539" h="294640">
                <a:moveTo>
                  <a:pt x="212026" y="268605"/>
                </a:moveTo>
                <a:lnTo>
                  <a:pt x="71628" y="268605"/>
                </a:lnTo>
                <a:lnTo>
                  <a:pt x="88621" y="267295"/>
                </a:lnTo>
                <a:lnTo>
                  <a:pt x="104632" y="263842"/>
                </a:lnTo>
                <a:lnTo>
                  <a:pt x="118642" y="258960"/>
                </a:lnTo>
                <a:lnTo>
                  <a:pt x="129635" y="253365"/>
                </a:lnTo>
                <a:lnTo>
                  <a:pt x="116023" y="238497"/>
                </a:lnTo>
                <a:lnTo>
                  <a:pt x="100822" y="219360"/>
                </a:lnTo>
                <a:lnTo>
                  <a:pt x="84763" y="196223"/>
                </a:lnTo>
                <a:lnTo>
                  <a:pt x="68579" y="169354"/>
                </a:lnTo>
                <a:lnTo>
                  <a:pt x="103144" y="169354"/>
                </a:lnTo>
                <a:lnTo>
                  <a:pt x="106806" y="176029"/>
                </a:lnTo>
                <a:lnTo>
                  <a:pt x="126003" y="203727"/>
                </a:lnTo>
                <a:lnTo>
                  <a:pt x="143183" y="225693"/>
                </a:lnTo>
                <a:lnTo>
                  <a:pt x="152495" y="236505"/>
                </a:lnTo>
                <a:lnTo>
                  <a:pt x="186036" y="236505"/>
                </a:lnTo>
                <a:lnTo>
                  <a:pt x="170783" y="253365"/>
                </a:lnTo>
                <a:lnTo>
                  <a:pt x="184715" y="262175"/>
                </a:lnTo>
                <a:lnTo>
                  <a:pt x="196512" y="266700"/>
                </a:lnTo>
                <a:lnTo>
                  <a:pt x="205228" y="268271"/>
                </a:lnTo>
                <a:lnTo>
                  <a:pt x="203248" y="268271"/>
                </a:lnTo>
                <a:lnTo>
                  <a:pt x="212026" y="268605"/>
                </a:lnTo>
                <a:close/>
              </a:path>
              <a:path w="256539" h="294640">
                <a:moveTo>
                  <a:pt x="256222" y="268605"/>
                </a:moveTo>
                <a:lnTo>
                  <a:pt x="212026" y="268605"/>
                </a:lnTo>
                <a:lnTo>
                  <a:pt x="221932" y="268271"/>
                </a:lnTo>
                <a:lnTo>
                  <a:pt x="232981" y="267081"/>
                </a:lnTo>
                <a:lnTo>
                  <a:pt x="244602" y="264747"/>
                </a:lnTo>
                <a:lnTo>
                  <a:pt x="256222" y="260985"/>
                </a:lnTo>
                <a:lnTo>
                  <a:pt x="256222" y="268605"/>
                </a:lnTo>
                <a:close/>
              </a:path>
              <a:path w="256539" h="294640">
                <a:moveTo>
                  <a:pt x="217003" y="294393"/>
                </a:moveTo>
                <a:lnTo>
                  <a:pt x="210263" y="294393"/>
                </a:lnTo>
                <a:lnTo>
                  <a:pt x="200041" y="293703"/>
                </a:lnTo>
                <a:lnTo>
                  <a:pt x="185082" y="290322"/>
                </a:lnTo>
                <a:lnTo>
                  <a:pt x="167570" y="282940"/>
                </a:lnTo>
                <a:lnTo>
                  <a:pt x="147923" y="270129"/>
                </a:lnTo>
                <a:lnTo>
                  <a:pt x="256222" y="270129"/>
                </a:lnTo>
                <a:lnTo>
                  <a:pt x="256222" y="286893"/>
                </a:lnTo>
                <a:lnTo>
                  <a:pt x="240101" y="291298"/>
                </a:lnTo>
                <a:lnTo>
                  <a:pt x="226695" y="293560"/>
                </a:lnTo>
                <a:lnTo>
                  <a:pt x="217003" y="294393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4463224" y="422243"/>
            <a:ext cx="157480" cy="276225"/>
          </a:xfrm>
          <a:custGeom>
            <a:avLst/>
            <a:gdLst/>
            <a:ahLst/>
            <a:cxnLst/>
            <a:rect l="l" t="t" r="r" b="b"/>
            <a:pathLst>
              <a:path w="157479" h="276225">
                <a:moveTo>
                  <a:pt x="157067" y="276225"/>
                </a:moveTo>
                <a:lnTo>
                  <a:pt x="0" y="276225"/>
                </a:lnTo>
                <a:lnTo>
                  <a:pt x="0" y="0"/>
                </a:lnTo>
                <a:lnTo>
                  <a:pt x="33528" y="0"/>
                </a:lnTo>
                <a:lnTo>
                  <a:pt x="33528" y="251840"/>
                </a:lnTo>
                <a:lnTo>
                  <a:pt x="53340" y="251840"/>
                </a:lnTo>
                <a:lnTo>
                  <a:pt x="157067" y="250317"/>
                </a:lnTo>
                <a:lnTo>
                  <a:pt x="157067" y="276225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667535" y="521493"/>
            <a:ext cx="31115" cy="177165"/>
          </a:xfrm>
          <a:custGeom>
            <a:avLst/>
            <a:gdLst/>
            <a:ahLst/>
            <a:cxnLst/>
            <a:rect l="l" t="t" r="r" b="b"/>
            <a:pathLst>
              <a:path w="31114" h="177165">
                <a:moveTo>
                  <a:pt x="30575" y="176974"/>
                </a:moveTo>
                <a:lnTo>
                  <a:pt x="0" y="176974"/>
                </a:lnTo>
                <a:lnTo>
                  <a:pt x="0" y="0"/>
                </a:lnTo>
                <a:lnTo>
                  <a:pt x="30575" y="0"/>
                </a:lnTo>
                <a:lnTo>
                  <a:pt x="30575" y="176974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666011" y="437578"/>
            <a:ext cx="33655" cy="35560"/>
          </a:xfrm>
          <a:custGeom>
            <a:avLst/>
            <a:gdLst/>
            <a:ahLst/>
            <a:cxnLst/>
            <a:rect l="l" t="t" r="r" b="b"/>
            <a:pathLst>
              <a:path w="33654" h="35559">
                <a:moveTo>
                  <a:pt x="33623" y="35052"/>
                </a:moveTo>
                <a:lnTo>
                  <a:pt x="0" y="35052"/>
                </a:lnTo>
                <a:lnTo>
                  <a:pt x="0" y="0"/>
                </a:lnTo>
                <a:lnTo>
                  <a:pt x="33623" y="0"/>
                </a:lnTo>
                <a:lnTo>
                  <a:pt x="33623" y="35052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759071" y="518445"/>
            <a:ext cx="247173" cy="180022"/>
          </a:xfrm>
          <a:prstGeom prst="rect">
            <a:avLst/>
          </a:prstGeom>
        </p:spPr>
      </p:pic>
      <p:sp>
        <p:nvSpPr>
          <p:cNvPr id="29" name="object 29" descr=""/>
          <p:cNvSpPr/>
          <p:nvPr/>
        </p:nvSpPr>
        <p:spPr>
          <a:xfrm>
            <a:off x="5067205" y="521493"/>
            <a:ext cx="31115" cy="177165"/>
          </a:xfrm>
          <a:custGeom>
            <a:avLst/>
            <a:gdLst/>
            <a:ahLst/>
            <a:cxnLst/>
            <a:rect l="l" t="t" r="r" b="b"/>
            <a:pathLst>
              <a:path w="31114" h="177165">
                <a:moveTo>
                  <a:pt x="30575" y="176974"/>
                </a:moveTo>
                <a:lnTo>
                  <a:pt x="0" y="176974"/>
                </a:lnTo>
                <a:lnTo>
                  <a:pt x="0" y="0"/>
                </a:lnTo>
                <a:lnTo>
                  <a:pt x="30575" y="0"/>
                </a:lnTo>
                <a:lnTo>
                  <a:pt x="30575" y="176974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5065680" y="437578"/>
            <a:ext cx="192405" cy="266065"/>
            <a:chOff x="5065680" y="437578"/>
            <a:chExt cx="192405" cy="266065"/>
          </a:xfrm>
        </p:grpSpPr>
        <p:sp>
          <p:nvSpPr>
            <p:cNvPr id="31" name="object 31" descr=""/>
            <p:cNvSpPr/>
            <p:nvPr/>
          </p:nvSpPr>
          <p:spPr>
            <a:xfrm>
              <a:off x="5065680" y="437578"/>
              <a:ext cx="33655" cy="35560"/>
            </a:xfrm>
            <a:custGeom>
              <a:avLst/>
              <a:gdLst/>
              <a:ahLst/>
              <a:cxnLst/>
              <a:rect l="l" t="t" r="r" b="b"/>
              <a:pathLst>
                <a:path w="33654" h="35559">
                  <a:moveTo>
                    <a:pt x="33623" y="35052"/>
                  </a:moveTo>
                  <a:lnTo>
                    <a:pt x="0" y="35052"/>
                  </a:lnTo>
                  <a:lnTo>
                    <a:pt x="0" y="0"/>
                  </a:lnTo>
                  <a:lnTo>
                    <a:pt x="33623" y="0"/>
                  </a:lnTo>
                  <a:lnTo>
                    <a:pt x="33623" y="35052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35879" y="471106"/>
              <a:ext cx="122015" cy="231933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5289899" y="437578"/>
            <a:ext cx="932180" cy="266065"/>
            <a:chOff x="5289899" y="437578"/>
            <a:chExt cx="932180" cy="266065"/>
          </a:xfrm>
        </p:grpSpPr>
        <p:pic>
          <p:nvPicPr>
            <p:cNvPr id="34" name="object 3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62301" y="471106"/>
              <a:ext cx="122015" cy="231933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89899" y="515397"/>
              <a:ext cx="138874" cy="187642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5624030" y="437590"/>
              <a:ext cx="35560" cy="260985"/>
            </a:xfrm>
            <a:custGeom>
              <a:avLst/>
              <a:gdLst/>
              <a:ahLst/>
              <a:cxnLst/>
              <a:rect l="l" t="t" r="r" b="b"/>
              <a:pathLst>
                <a:path w="35560" h="260984">
                  <a:moveTo>
                    <a:pt x="32004" y="83908"/>
                  </a:moveTo>
                  <a:lnTo>
                    <a:pt x="3048" y="83908"/>
                  </a:lnTo>
                  <a:lnTo>
                    <a:pt x="3048" y="260883"/>
                  </a:lnTo>
                  <a:lnTo>
                    <a:pt x="32004" y="260883"/>
                  </a:lnTo>
                  <a:lnTo>
                    <a:pt x="32004" y="83908"/>
                  </a:lnTo>
                  <a:close/>
                </a:path>
                <a:path w="35560" h="260984">
                  <a:moveTo>
                    <a:pt x="3505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35052" y="35052"/>
                  </a:lnTo>
                  <a:lnTo>
                    <a:pt x="35052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98711" y="515397"/>
              <a:ext cx="170878" cy="187642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12262" y="518445"/>
              <a:ext cx="138874" cy="180022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92284" y="515397"/>
              <a:ext cx="129635" cy="187642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800766" y="906017"/>
            <a:ext cx="1382395" cy="279400"/>
            <a:chOff x="800766" y="906017"/>
            <a:chExt cx="1382395" cy="279400"/>
          </a:xfrm>
        </p:grpSpPr>
        <p:pic>
          <p:nvPicPr>
            <p:cNvPr id="41" name="object 4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0766" y="906017"/>
              <a:ext cx="152590" cy="222599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77741" y="944117"/>
              <a:ext cx="106775" cy="181546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11948" y="979265"/>
              <a:ext cx="239553" cy="14639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78934" y="980789"/>
              <a:ext cx="132683" cy="141827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39049" y="944117"/>
              <a:ext cx="271557" cy="241077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38039" y="912113"/>
              <a:ext cx="132683" cy="210502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998249" y="979265"/>
              <a:ext cx="111347" cy="146327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143023" y="983843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5" h="139065">
                  <a:moveTo>
                    <a:pt x="39725" y="99161"/>
                  </a:moveTo>
                  <a:lnTo>
                    <a:pt x="0" y="99161"/>
                  </a:lnTo>
                  <a:lnTo>
                    <a:pt x="0" y="138785"/>
                  </a:lnTo>
                  <a:lnTo>
                    <a:pt x="39725" y="138785"/>
                  </a:lnTo>
                  <a:lnTo>
                    <a:pt x="39725" y="99161"/>
                  </a:lnTo>
                  <a:close/>
                </a:path>
                <a:path w="40005" h="139065">
                  <a:moveTo>
                    <a:pt x="39725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39725" y="39624"/>
                  </a:lnTo>
                  <a:lnTo>
                    <a:pt x="39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9" name="object 4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29652" y="1375981"/>
            <a:ext cx="186023" cy="175450"/>
          </a:xfrm>
          <a:prstGeom prst="rect">
            <a:avLst/>
          </a:prstGeom>
        </p:spPr>
      </p:pic>
      <p:grpSp>
        <p:nvGrpSpPr>
          <p:cNvPr id="50" name="object 50" descr=""/>
          <p:cNvGrpSpPr/>
          <p:nvPr/>
        </p:nvGrpSpPr>
        <p:grpSpPr>
          <a:xfrm>
            <a:off x="1434979" y="1362170"/>
            <a:ext cx="1127760" cy="273685"/>
            <a:chOff x="1434979" y="1362170"/>
            <a:chExt cx="1127760" cy="273685"/>
          </a:xfrm>
        </p:grpSpPr>
        <p:pic>
          <p:nvPicPr>
            <p:cNvPr id="51" name="object 5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34979" y="1362170"/>
              <a:ext cx="423347" cy="218217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885378" y="1362170"/>
              <a:ext cx="137541" cy="213645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42445" y="1362170"/>
              <a:ext cx="456057" cy="273177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2536698" y="1438566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5908" y="109829"/>
                  </a:moveTo>
                  <a:lnTo>
                    <a:pt x="0" y="109829"/>
                  </a:lnTo>
                  <a:lnTo>
                    <a:pt x="0" y="134302"/>
                  </a:lnTo>
                  <a:lnTo>
                    <a:pt x="25908" y="134302"/>
                  </a:lnTo>
                  <a:lnTo>
                    <a:pt x="25908" y="109829"/>
                  </a:lnTo>
                  <a:close/>
                </a:path>
                <a:path w="26035" h="134619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/>
          <p:nvPr/>
        </p:nvSpPr>
        <p:spPr>
          <a:xfrm>
            <a:off x="2755392" y="1362455"/>
            <a:ext cx="27940" cy="210820"/>
          </a:xfrm>
          <a:custGeom>
            <a:avLst/>
            <a:gdLst/>
            <a:ahLst/>
            <a:cxnLst/>
            <a:rect l="l" t="t" r="r" b="b"/>
            <a:pathLst>
              <a:path w="27939" h="210819">
                <a:moveTo>
                  <a:pt x="27432" y="210312"/>
                </a:moveTo>
                <a:lnTo>
                  <a:pt x="0" y="210312"/>
                </a:lnTo>
                <a:lnTo>
                  <a:pt x="0" y="0"/>
                </a:lnTo>
                <a:lnTo>
                  <a:pt x="27432" y="0"/>
                </a:lnTo>
                <a:lnTo>
                  <a:pt x="27432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" name="object 56" descr=""/>
          <p:cNvGrpSpPr/>
          <p:nvPr/>
        </p:nvGrpSpPr>
        <p:grpSpPr>
          <a:xfrm>
            <a:off x="2834068" y="1400365"/>
            <a:ext cx="372745" cy="175895"/>
            <a:chOff x="2834068" y="1400365"/>
            <a:chExt cx="372745" cy="175895"/>
          </a:xfrm>
        </p:grpSpPr>
        <p:pic>
          <p:nvPicPr>
            <p:cNvPr id="57" name="object 5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834068" y="1435417"/>
              <a:ext cx="106775" cy="137350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71419" y="1400365"/>
              <a:ext cx="94583" cy="175450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99530" y="1438465"/>
              <a:ext cx="106775" cy="137350"/>
            </a:xfrm>
            <a:prstGeom prst="rect">
              <a:avLst/>
            </a:prstGeom>
          </p:spPr>
        </p:pic>
      </p:grpSp>
      <p:grpSp>
        <p:nvGrpSpPr>
          <p:cNvPr id="60" name="object 60" descr=""/>
          <p:cNvGrpSpPr/>
          <p:nvPr/>
        </p:nvGrpSpPr>
        <p:grpSpPr>
          <a:xfrm>
            <a:off x="3253644" y="1374362"/>
            <a:ext cx="495934" cy="201930"/>
            <a:chOff x="3253644" y="1374362"/>
            <a:chExt cx="495934" cy="201930"/>
          </a:xfrm>
        </p:grpSpPr>
        <p:sp>
          <p:nvSpPr>
            <p:cNvPr id="61" name="object 61" descr=""/>
            <p:cNvSpPr/>
            <p:nvPr/>
          </p:nvSpPr>
          <p:spPr>
            <a:xfrm>
              <a:off x="3253638" y="1374368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310032" y="1400365"/>
              <a:ext cx="94583" cy="175450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3435096" y="1374368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488531" y="1433893"/>
              <a:ext cx="260794" cy="141922"/>
            </a:xfrm>
            <a:prstGeom prst="rect">
              <a:avLst/>
            </a:prstGeom>
          </p:spPr>
        </p:pic>
      </p:grpSp>
      <p:sp>
        <p:nvSpPr>
          <p:cNvPr id="65" name="object 65" descr=""/>
          <p:cNvSpPr/>
          <p:nvPr/>
        </p:nvSpPr>
        <p:spPr>
          <a:xfrm>
            <a:off x="3882009" y="1374457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5">
                <a:moveTo>
                  <a:pt x="24472" y="64008"/>
                </a:moveTo>
                <a:lnTo>
                  <a:pt x="1524" y="64008"/>
                </a:lnTo>
                <a:lnTo>
                  <a:pt x="1524" y="198310"/>
                </a:lnTo>
                <a:lnTo>
                  <a:pt x="24472" y="198310"/>
                </a:lnTo>
                <a:lnTo>
                  <a:pt x="24472" y="64008"/>
                </a:lnTo>
                <a:close/>
              </a:path>
              <a:path w="27939" h="198755">
                <a:moveTo>
                  <a:pt x="27520" y="0"/>
                </a:moveTo>
                <a:lnTo>
                  <a:pt x="0" y="0"/>
                </a:lnTo>
                <a:lnTo>
                  <a:pt x="0" y="27432"/>
                </a:lnTo>
                <a:lnTo>
                  <a:pt x="27520" y="27432"/>
                </a:lnTo>
                <a:lnTo>
                  <a:pt x="275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" name="object 66" descr=""/>
          <p:cNvGrpSpPr/>
          <p:nvPr/>
        </p:nvGrpSpPr>
        <p:grpSpPr>
          <a:xfrm>
            <a:off x="3956780" y="1359122"/>
            <a:ext cx="974725" cy="217170"/>
            <a:chOff x="3956780" y="1359122"/>
            <a:chExt cx="974725" cy="217170"/>
          </a:xfrm>
        </p:grpSpPr>
        <p:pic>
          <p:nvPicPr>
            <p:cNvPr id="67" name="object 6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956780" y="1435417"/>
              <a:ext cx="106775" cy="137350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094035" y="1400365"/>
              <a:ext cx="228790" cy="175450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356449" y="1359122"/>
              <a:ext cx="294322" cy="216693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682870" y="1433893"/>
              <a:ext cx="114395" cy="141922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817078" y="1433893"/>
              <a:ext cx="114395" cy="141922"/>
            </a:xfrm>
            <a:prstGeom prst="rect">
              <a:avLst/>
            </a:prstGeom>
          </p:spPr>
        </p:pic>
      </p:grpSp>
      <p:grpSp>
        <p:nvGrpSpPr>
          <p:cNvPr id="72" name="object 72" descr=""/>
          <p:cNvGrpSpPr/>
          <p:nvPr/>
        </p:nvGrpSpPr>
        <p:grpSpPr>
          <a:xfrm>
            <a:off x="5045868" y="1374457"/>
            <a:ext cx="253365" cy="198755"/>
            <a:chOff x="5045868" y="1374457"/>
            <a:chExt cx="253365" cy="198755"/>
          </a:xfrm>
        </p:grpSpPr>
        <p:pic>
          <p:nvPicPr>
            <p:cNvPr id="73" name="object 7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045868" y="1438465"/>
              <a:ext cx="198310" cy="134302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5271605" y="1374457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485" y="64008"/>
                  </a:moveTo>
                  <a:lnTo>
                    <a:pt x="1524" y="64008"/>
                  </a:lnTo>
                  <a:lnTo>
                    <a:pt x="1524" y="198310"/>
                  </a:lnTo>
                  <a:lnTo>
                    <a:pt x="24485" y="198310"/>
                  </a:lnTo>
                  <a:lnTo>
                    <a:pt x="24485" y="64008"/>
                  </a:lnTo>
                  <a:close/>
                </a:path>
                <a:path w="27939" h="198755">
                  <a:moveTo>
                    <a:pt x="2753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533" y="27432"/>
                  </a:lnTo>
                  <a:lnTo>
                    <a:pt x="275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 descr=""/>
          <p:cNvGrpSpPr/>
          <p:nvPr/>
        </p:nvGrpSpPr>
        <p:grpSpPr>
          <a:xfrm>
            <a:off x="5326570" y="1362170"/>
            <a:ext cx="234950" cy="213995"/>
            <a:chOff x="5326570" y="1362170"/>
            <a:chExt cx="234950" cy="213995"/>
          </a:xfrm>
        </p:grpSpPr>
        <p:pic>
          <p:nvPicPr>
            <p:cNvPr id="76" name="object 76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454681" y="1362170"/>
              <a:ext cx="106775" cy="210597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326570" y="1400365"/>
              <a:ext cx="94583" cy="175450"/>
            </a:xfrm>
            <a:prstGeom prst="rect">
              <a:avLst/>
            </a:prstGeom>
          </p:spPr>
        </p:pic>
      </p:grpSp>
      <p:grpSp>
        <p:nvGrpSpPr>
          <p:cNvPr id="78" name="object 78" descr=""/>
          <p:cNvGrpSpPr/>
          <p:nvPr/>
        </p:nvGrpSpPr>
        <p:grpSpPr>
          <a:xfrm>
            <a:off x="5698712" y="1362455"/>
            <a:ext cx="320675" cy="213360"/>
            <a:chOff x="5698712" y="1362455"/>
            <a:chExt cx="320675" cy="213360"/>
          </a:xfrm>
        </p:grpSpPr>
        <p:pic>
          <p:nvPicPr>
            <p:cNvPr id="79" name="object 7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698712" y="1433893"/>
              <a:ext cx="114395" cy="141922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5846064" y="1362455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904642" y="1433893"/>
              <a:ext cx="114395" cy="141922"/>
            </a:xfrm>
            <a:prstGeom prst="rect">
              <a:avLst/>
            </a:prstGeom>
          </p:spPr>
        </p:pic>
      </p:grpSp>
      <p:grpSp>
        <p:nvGrpSpPr>
          <p:cNvPr id="82" name="object 82" descr=""/>
          <p:cNvGrpSpPr/>
          <p:nvPr/>
        </p:nvGrpSpPr>
        <p:grpSpPr>
          <a:xfrm>
            <a:off x="6045041" y="1433893"/>
            <a:ext cx="219710" cy="142240"/>
            <a:chOff x="6045041" y="1433893"/>
            <a:chExt cx="219710" cy="142240"/>
          </a:xfrm>
        </p:grpSpPr>
        <p:pic>
          <p:nvPicPr>
            <p:cNvPr id="83" name="object 8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189916" y="1435417"/>
              <a:ext cx="74771" cy="137350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045041" y="1433893"/>
              <a:ext cx="106775" cy="141922"/>
            </a:xfrm>
            <a:prstGeom prst="rect">
              <a:avLst/>
            </a:prstGeom>
          </p:spPr>
        </p:pic>
      </p:grpSp>
      <p:grpSp>
        <p:nvGrpSpPr>
          <p:cNvPr id="85" name="object 85" descr=""/>
          <p:cNvGrpSpPr/>
          <p:nvPr/>
        </p:nvGrpSpPr>
        <p:grpSpPr>
          <a:xfrm>
            <a:off x="6393179" y="1362455"/>
            <a:ext cx="172085" cy="213360"/>
            <a:chOff x="6393179" y="1362455"/>
            <a:chExt cx="172085" cy="213360"/>
          </a:xfrm>
        </p:grpSpPr>
        <p:sp>
          <p:nvSpPr>
            <p:cNvPr id="86" name="object 86" descr=""/>
            <p:cNvSpPr/>
            <p:nvPr/>
          </p:nvSpPr>
          <p:spPr>
            <a:xfrm>
              <a:off x="6393179" y="1362455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456806" y="1433893"/>
              <a:ext cx="108299" cy="141922"/>
            </a:xfrm>
            <a:prstGeom prst="rect">
              <a:avLst/>
            </a:prstGeom>
          </p:spPr>
        </p:pic>
      </p:grpSp>
      <p:grpSp>
        <p:nvGrpSpPr>
          <p:cNvPr id="88" name="object 88" descr=""/>
          <p:cNvGrpSpPr/>
          <p:nvPr/>
        </p:nvGrpSpPr>
        <p:grpSpPr>
          <a:xfrm>
            <a:off x="6610922" y="1362170"/>
            <a:ext cx="456565" cy="213995"/>
            <a:chOff x="6610922" y="1362170"/>
            <a:chExt cx="456565" cy="213995"/>
          </a:xfrm>
        </p:grpSpPr>
        <p:pic>
          <p:nvPicPr>
            <p:cNvPr id="89" name="object 8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610922" y="1362170"/>
              <a:ext cx="120491" cy="213645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761892" y="1433893"/>
              <a:ext cx="114395" cy="141922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6909816" y="1362455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19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966299" y="1433893"/>
              <a:ext cx="100679" cy="141922"/>
            </a:xfrm>
            <a:prstGeom prst="rect">
              <a:avLst/>
            </a:prstGeom>
          </p:spPr>
        </p:pic>
      </p:grpSp>
      <p:pic>
        <p:nvPicPr>
          <p:cNvPr id="93" name="object 93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7344632" y="1435417"/>
            <a:ext cx="106775" cy="137350"/>
          </a:xfrm>
          <a:prstGeom prst="rect">
            <a:avLst/>
          </a:prstGeom>
        </p:spPr>
      </p:pic>
      <p:pic>
        <p:nvPicPr>
          <p:cNvPr id="94" name="object 94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190517" y="1433893"/>
            <a:ext cx="108299" cy="141922"/>
          </a:xfrm>
          <a:prstGeom prst="rect">
            <a:avLst/>
          </a:prstGeom>
        </p:spPr>
      </p:pic>
      <p:pic>
        <p:nvPicPr>
          <p:cNvPr id="95" name="object 95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7486459" y="1362170"/>
            <a:ext cx="120491" cy="213645"/>
          </a:xfrm>
          <a:prstGeom prst="rect">
            <a:avLst/>
          </a:prstGeom>
        </p:spPr>
      </p:pic>
      <p:grpSp>
        <p:nvGrpSpPr>
          <p:cNvPr id="96" name="object 96" descr=""/>
          <p:cNvGrpSpPr/>
          <p:nvPr/>
        </p:nvGrpSpPr>
        <p:grpSpPr>
          <a:xfrm>
            <a:off x="7757921" y="1433893"/>
            <a:ext cx="335915" cy="142240"/>
            <a:chOff x="7757921" y="1433893"/>
            <a:chExt cx="335915" cy="142240"/>
          </a:xfrm>
        </p:grpSpPr>
        <p:pic>
          <p:nvPicPr>
            <p:cNvPr id="97" name="object 97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757921" y="1433893"/>
              <a:ext cx="202882" cy="141922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986807" y="1433988"/>
              <a:ext cx="106775" cy="141827"/>
            </a:xfrm>
            <a:prstGeom prst="rect">
              <a:avLst/>
            </a:prstGeom>
          </p:spPr>
        </p:pic>
      </p:grpSp>
      <p:grpSp>
        <p:nvGrpSpPr>
          <p:cNvPr id="99" name="object 99" descr=""/>
          <p:cNvGrpSpPr/>
          <p:nvPr/>
        </p:nvGrpSpPr>
        <p:grpSpPr>
          <a:xfrm>
            <a:off x="8141207" y="1362455"/>
            <a:ext cx="306705" cy="213360"/>
            <a:chOff x="8141207" y="1362455"/>
            <a:chExt cx="306705" cy="213360"/>
          </a:xfrm>
        </p:grpSpPr>
        <p:sp>
          <p:nvSpPr>
            <p:cNvPr id="100" name="object 100" descr=""/>
            <p:cNvSpPr/>
            <p:nvPr/>
          </p:nvSpPr>
          <p:spPr>
            <a:xfrm>
              <a:off x="8141195" y="1362455"/>
              <a:ext cx="131445" cy="210820"/>
            </a:xfrm>
            <a:custGeom>
              <a:avLst/>
              <a:gdLst/>
              <a:ahLst/>
              <a:cxnLst/>
              <a:rect l="l" t="t" r="r" b="b"/>
              <a:pathLst>
                <a:path w="131445" h="210819">
                  <a:moveTo>
                    <a:pt x="22872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22872" y="210312"/>
                  </a:lnTo>
                  <a:lnTo>
                    <a:pt x="22872" y="0"/>
                  </a:lnTo>
                  <a:close/>
                </a:path>
                <a:path w="131445" h="210819">
                  <a:moveTo>
                    <a:pt x="131076" y="134112"/>
                  </a:moveTo>
                  <a:lnTo>
                    <a:pt x="50304" y="134112"/>
                  </a:lnTo>
                  <a:lnTo>
                    <a:pt x="50304" y="152400"/>
                  </a:lnTo>
                  <a:lnTo>
                    <a:pt x="131076" y="152400"/>
                  </a:lnTo>
                  <a:lnTo>
                    <a:pt x="131076" y="134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294941" y="1400365"/>
              <a:ext cx="94488" cy="175450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8419998" y="1374368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5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40" h="198755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" name="object 103" descr=""/>
          <p:cNvGrpSpPr/>
          <p:nvPr/>
        </p:nvGrpSpPr>
        <p:grpSpPr>
          <a:xfrm>
            <a:off x="8494680" y="1433893"/>
            <a:ext cx="340360" cy="142240"/>
            <a:chOff x="8494680" y="1433893"/>
            <a:chExt cx="340360" cy="142240"/>
          </a:xfrm>
        </p:grpSpPr>
        <p:pic>
          <p:nvPicPr>
            <p:cNvPr id="104" name="object 104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494680" y="1435417"/>
              <a:ext cx="190690" cy="137350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720518" y="1433893"/>
              <a:ext cx="114395" cy="141922"/>
            </a:xfrm>
            <a:prstGeom prst="rect">
              <a:avLst/>
            </a:prstGeom>
          </p:spPr>
        </p:pic>
      </p:grpSp>
      <p:grpSp>
        <p:nvGrpSpPr>
          <p:cNvPr id="106" name="object 106" descr=""/>
          <p:cNvGrpSpPr/>
          <p:nvPr/>
        </p:nvGrpSpPr>
        <p:grpSpPr>
          <a:xfrm>
            <a:off x="1400270" y="1736026"/>
            <a:ext cx="483870" cy="217170"/>
            <a:chOff x="1400270" y="1736026"/>
            <a:chExt cx="483870" cy="217170"/>
          </a:xfrm>
        </p:grpSpPr>
        <p:pic>
          <p:nvPicPr>
            <p:cNvPr id="107" name="object 107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400270" y="1736026"/>
              <a:ext cx="208978" cy="216693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629060" y="1809273"/>
              <a:ext cx="114395" cy="143446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763268" y="1739074"/>
              <a:ext cx="120586" cy="213645"/>
            </a:xfrm>
            <a:prstGeom prst="rect">
              <a:avLst/>
            </a:prstGeom>
          </p:spPr>
        </p:pic>
      </p:grpSp>
      <p:grpSp>
        <p:nvGrpSpPr>
          <p:cNvPr id="110" name="object 110" descr=""/>
          <p:cNvGrpSpPr/>
          <p:nvPr/>
        </p:nvGrpSpPr>
        <p:grpSpPr>
          <a:xfrm>
            <a:off x="1934146" y="1739074"/>
            <a:ext cx="553720" cy="213995"/>
            <a:chOff x="1934146" y="1739074"/>
            <a:chExt cx="553720" cy="213995"/>
          </a:xfrm>
        </p:grpSpPr>
        <p:pic>
          <p:nvPicPr>
            <p:cNvPr id="111" name="object 111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934146" y="1739074"/>
              <a:ext cx="120491" cy="213645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082069" y="1809273"/>
              <a:ext cx="106775" cy="143446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220944" y="1809273"/>
              <a:ext cx="115919" cy="143446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370391" y="1739074"/>
              <a:ext cx="117443" cy="210597"/>
            </a:xfrm>
            <a:prstGeom prst="rect">
              <a:avLst/>
            </a:prstGeom>
          </p:spPr>
        </p:pic>
      </p:grpSp>
      <p:pic>
        <p:nvPicPr>
          <p:cNvPr id="115" name="object 115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029652" y="2199798"/>
            <a:ext cx="186023" cy="175545"/>
          </a:xfrm>
          <a:prstGeom prst="rect">
            <a:avLst/>
          </a:prstGeom>
        </p:spPr>
      </p:pic>
      <p:grpSp>
        <p:nvGrpSpPr>
          <p:cNvPr id="116" name="object 116" descr=""/>
          <p:cNvGrpSpPr/>
          <p:nvPr/>
        </p:nvGrpSpPr>
        <p:grpSpPr>
          <a:xfrm>
            <a:off x="1421606" y="2187701"/>
            <a:ext cx="1457325" cy="213995"/>
            <a:chOff x="1421606" y="2187701"/>
            <a:chExt cx="1457325" cy="213995"/>
          </a:xfrm>
        </p:grpSpPr>
        <p:pic>
          <p:nvPicPr>
            <p:cNvPr id="117" name="object 117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421606" y="2187701"/>
              <a:ext cx="322135" cy="213645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763268" y="2187702"/>
              <a:ext cx="136991" cy="213645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924764" y="2224373"/>
              <a:ext cx="504418" cy="176974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456211" y="2257901"/>
              <a:ext cx="358044" cy="143446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2852445" y="2264003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5908" y="108305"/>
                  </a:moveTo>
                  <a:lnTo>
                    <a:pt x="0" y="108305"/>
                  </a:lnTo>
                  <a:lnTo>
                    <a:pt x="0" y="134213"/>
                  </a:lnTo>
                  <a:lnTo>
                    <a:pt x="25908" y="134213"/>
                  </a:lnTo>
                  <a:lnTo>
                    <a:pt x="25908" y="108305"/>
                  </a:lnTo>
                  <a:close/>
                </a:path>
                <a:path w="26035" h="134619">
                  <a:moveTo>
                    <a:pt x="25908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25908" y="24384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 descr=""/>
          <p:cNvGrpSpPr/>
          <p:nvPr/>
        </p:nvGrpSpPr>
        <p:grpSpPr>
          <a:xfrm>
            <a:off x="3061430" y="2184654"/>
            <a:ext cx="541655" cy="217170"/>
            <a:chOff x="3061430" y="2184654"/>
            <a:chExt cx="541655" cy="217170"/>
          </a:xfrm>
        </p:grpSpPr>
        <p:pic>
          <p:nvPicPr>
            <p:cNvPr id="123" name="object 123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061430" y="2184654"/>
              <a:ext cx="158591" cy="216693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3244405" y="2257901"/>
              <a:ext cx="132778" cy="143446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410712" y="2260949"/>
              <a:ext cx="192214" cy="137350"/>
            </a:xfrm>
            <a:prstGeom prst="rect">
              <a:avLst/>
            </a:prstGeom>
          </p:spPr>
        </p:pic>
      </p:grpSp>
      <p:grpSp>
        <p:nvGrpSpPr>
          <p:cNvPr id="126" name="object 126" descr=""/>
          <p:cNvGrpSpPr/>
          <p:nvPr/>
        </p:nvGrpSpPr>
        <p:grpSpPr>
          <a:xfrm>
            <a:off x="3651694" y="2187701"/>
            <a:ext cx="1260475" cy="268605"/>
            <a:chOff x="3651694" y="2187701"/>
            <a:chExt cx="1260475" cy="268605"/>
          </a:xfrm>
        </p:grpSpPr>
        <p:pic>
          <p:nvPicPr>
            <p:cNvPr id="127" name="object 127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651694" y="2260949"/>
              <a:ext cx="120491" cy="195262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799713" y="2257901"/>
              <a:ext cx="204311" cy="143446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037647" y="2187701"/>
              <a:ext cx="106775" cy="210597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179474" y="2257901"/>
              <a:ext cx="114395" cy="143446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327398" y="2260949"/>
              <a:ext cx="106775" cy="137350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467796" y="2257901"/>
              <a:ext cx="100679" cy="143446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4597425" y="2199893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109"/>
                  </a:moveTo>
                  <a:lnTo>
                    <a:pt x="3048" y="64109"/>
                  </a:lnTo>
                  <a:lnTo>
                    <a:pt x="3048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650771" y="2257901"/>
              <a:ext cx="260889" cy="143446"/>
            </a:xfrm>
            <a:prstGeom prst="rect">
              <a:avLst/>
            </a:prstGeom>
          </p:spPr>
        </p:pic>
      </p:grpSp>
      <p:grpSp>
        <p:nvGrpSpPr>
          <p:cNvPr id="135" name="object 135" descr=""/>
          <p:cNvGrpSpPr/>
          <p:nvPr/>
        </p:nvGrpSpPr>
        <p:grpSpPr>
          <a:xfrm>
            <a:off x="5026056" y="2257901"/>
            <a:ext cx="259715" cy="143510"/>
            <a:chOff x="5026056" y="2257901"/>
            <a:chExt cx="259715" cy="143510"/>
          </a:xfrm>
        </p:grpSpPr>
        <p:pic>
          <p:nvPicPr>
            <p:cNvPr id="136" name="object 136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026056" y="2263997"/>
              <a:ext cx="131159" cy="134302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177028" y="2257901"/>
              <a:ext cx="108299" cy="143446"/>
            </a:xfrm>
            <a:prstGeom prst="rect">
              <a:avLst/>
            </a:prstGeom>
          </p:spPr>
        </p:pic>
      </p:grpSp>
      <p:sp>
        <p:nvSpPr>
          <p:cNvPr id="138" name="object 138" descr=""/>
          <p:cNvSpPr/>
          <p:nvPr/>
        </p:nvSpPr>
        <p:spPr>
          <a:xfrm>
            <a:off x="5330952" y="2188463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19">
                <a:moveTo>
                  <a:pt x="22860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60" y="0"/>
                </a:lnTo>
                <a:lnTo>
                  <a:pt x="22860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9" name="object 139" descr=""/>
          <p:cNvGrpSpPr/>
          <p:nvPr/>
        </p:nvGrpSpPr>
        <p:grpSpPr>
          <a:xfrm>
            <a:off x="5401341" y="2187797"/>
            <a:ext cx="814705" cy="213995"/>
            <a:chOff x="5401341" y="2187797"/>
            <a:chExt cx="814705" cy="213995"/>
          </a:xfrm>
        </p:grpSpPr>
        <p:sp>
          <p:nvSpPr>
            <p:cNvPr id="140" name="object 140" descr=""/>
            <p:cNvSpPr/>
            <p:nvPr/>
          </p:nvSpPr>
          <p:spPr>
            <a:xfrm>
              <a:off x="5401335" y="2199893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460777" y="2187797"/>
              <a:ext cx="120491" cy="213550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5622511" y="2257996"/>
              <a:ext cx="108299" cy="143351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758338" y="2224373"/>
              <a:ext cx="94487" cy="176974"/>
            </a:xfrm>
            <a:prstGeom prst="rect">
              <a:avLst/>
            </a:prstGeom>
          </p:spPr>
        </p:pic>
        <p:sp>
          <p:nvSpPr>
            <p:cNvPr id="144" name="object 144" descr=""/>
            <p:cNvSpPr/>
            <p:nvPr/>
          </p:nvSpPr>
          <p:spPr>
            <a:xfrm>
              <a:off x="5883300" y="2199995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5942837" y="2257901"/>
              <a:ext cx="132683" cy="143446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109049" y="2260949"/>
              <a:ext cx="106775" cy="137350"/>
            </a:xfrm>
            <a:prstGeom prst="rect">
              <a:avLst/>
            </a:prstGeom>
          </p:spPr>
        </p:pic>
      </p:grpSp>
      <p:grpSp>
        <p:nvGrpSpPr>
          <p:cNvPr id="147" name="object 147" descr=""/>
          <p:cNvGrpSpPr/>
          <p:nvPr/>
        </p:nvGrpSpPr>
        <p:grpSpPr>
          <a:xfrm>
            <a:off x="6366891" y="2224373"/>
            <a:ext cx="1010285" cy="232410"/>
            <a:chOff x="6366891" y="2224373"/>
            <a:chExt cx="1010285" cy="232410"/>
          </a:xfrm>
        </p:grpSpPr>
        <p:pic>
          <p:nvPicPr>
            <p:cNvPr id="148" name="object 148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366891" y="2260949"/>
              <a:ext cx="120491" cy="195262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6514909" y="2257901"/>
              <a:ext cx="477297" cy="143446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7025830" y="2260949"/>
              <a:ext cx="106775" cy="137350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163085" y="2224373"/>
              <a:ext cx="213550" cy="176974"/>
            </a:xfrm>
            <a:prstGeom prst="rect">
              <a:avLst/>
            </a:prstGeom>
          </p:spPr>
        </p:pic>
      </p:grpSp>
      <p:sp>
        <p:nvSpPr>
          <p:cNvPr id="152" name="object 152" descr=""/>
          <p:cNvSpPr/>
          <p:nvPr/>
        </p:nvSpPr>
        <p:spPr>
          <a:xfrm>
            <a:off x="7506258" y="2199893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40" h="198755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7940" h="198755">
                <a:moveTo>
                  <a:pt x="27432" y="0"/>
                </a:moveTo>
                <a:lnTo>
                  <a:pt x="0" y="0"/>
                </a:lnTo>
                <a:lnTo>
                  <a:pt x="0" y="27533"/>
                </a:lnTo>
                <a:lnTo>
                  <a:pt x="27432" y="27533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3" name="object 153" descr="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7579518" y="2260949"/>
            <a:ext cx="108299" cy="137350"/>
          </a:xfrm>
          <a:prstGeom prst="rect">
            <a:avLst/>
          </a:prstGeom>
        </p:spPr>
      </p:pic>
      <p:grpSp>
        <p:nvGrpSpPr>
          <p:cNvPr id="154" name="object 154" descr=""/>
          <p:cNvGrpSpPr/>
          <p:nvPr/>
        </p:nvGrpSpPr>
        <p:grpSpPr>
          <a:xfrm>
            <a:off x="7715250" y="2257901"/>
            <a:ext cx="259715" cy="143510"/>
            <a:chOff x="7715250" y="2257901"/>
            <a:chExt cx="259715" cy="143510"/>
          </a:xfrm>
        </p:grpSpPr>
        <p:pic>
          <p:nvPicPr>
            <p:cNvPr id="155" name="object 155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867840" y="2257901"/>
              <a:ext cx="106775" cy="143446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715250" y="2263997"/>
              <a:ext cx="131159" cy="134302"/>
            </a:xfrm>
            <a:prstGeom prst="rect">
              <a:avLst/>
            </a:prstGeom>
          </p:spPr>
        </p:pic>
      </p:grpSp>
      <p:sp>
        <p:nvSpPr>
          <p:cNvPr id="157" name="object 157" descr=""/>
          <p:cNvSpPr/>
          <p:nvPr/>
        </p:nvSpPr>
        <p:spPr>
          <a:xfrm>
            <a:off x="8020811" y="2188463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59" h="210819">
                <a:moveTo>
                  <a:pt x="228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59" y="0"/>
                </a:lnTo>
                <a:lnTo>
                  <a:pt x="22859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8" name="object 158" descr=""/>
          <p:cNvGrpSpPr/>
          <p:nvPr/>
        </p:nvGrpSpPr>
        <p:grpSpPr>
          <a:xfrm>
            <a:off x="8090534" y="2187701"/>
            <a:ext cx="181610" cy="213995"/>
            <a:chOff x="8090534" y="2187701"/>
            <a:chExt cx="181610" cy="213995"/>
          </a:xfrm>
        </p:grpSpPr>
        <p:sp>
          <p:nvSpPr>
            <p:cNvPr id="159" name="object 159" descr=""/>
            <p:cNvSpPr/>
            <p:nvPr/>
          </p:nvSpPr>
          <p:spPr>
            <a:xfrm>
              <a:off x="8090522" y="2199995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5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40" h="198755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8151495" y="2187701"/>
              <a:ext cx="120491" cy="213645"/>
            </a:xfrm>
            <a:prstGeom prst="rect">
              <a:avLst/>
            </a:prstGeom>
          </p:spPr>
        </p:pic>
      </p:grpSp>
      <p:grpSp>
        <p:nvGrpSpPr>
          <p:cNvPr id="161" name="object 161" descr=""/>
          <p:cNvGrpSpPr/>
          <p:nvPr/>
        </p:nvGrpSpPr>
        <p:grpSpPr>
          <a:xfrm>
            <a:off x="8409337" y="2187701"/>
            <a:ext cx="523240" cy="213995"/>
            <a:chOff x="8409337" y="2187701"/>
            <a:chExt cx="523240" cy="213995"/>
          </a:xfrm>
        </p:grpSpPr>
        <p:pic>
          <p:nvPicPr>
            <p:cNvPr id="162" name="object 162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8409337" y="2187701"/>
              <a:ext cx="120491" cy="213645"/>
            </a:xfrm>
            <a:prstGeom prst="rect">
              <a:avLst/>
            </a:prstGeom>
          </p:spPr>
        </p:pic>
        <p:pic>
          <p:nvPicPr>
            <p:cNvPr id="163" name="object 163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8570976" y="2257901"/>
              <a:ext cx="106775" cy="143446"/>
            </a:xfrm>
            <a:prstGeom prst="rect">
              <a:avLst/>
            </a:prstGeom>
          </p:spPr>
        </p:pic>
        <p:pic>
          <p:nvPicPr>
            <p:cNvPr id="164" name="object 164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8705183" y="2224373"/>
              <a:ext cx="94583" cy="176974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8825674" y="2257901"/>
              <a:ext cx="106775" cy="143446"/>
            </a:xfrm>
            <a:prstGeom prst="rect">
              <a:avLst/>
            </a:prstGeom>
          </p:spPr>
        </p:pic>
      </p:grpSp>
      <p:grpSp>
        <p:nvGrpSpPr>
          <p:cNvPr id="166" name="object 166" descr=""/>
          <p:cNvGrpSpPr/>
          <p:nvPr/>
        </p:nvGrpSpPr>
        <p:grpSpPr>
          <a:xfrm>
            <a:off x="1416938" y="2575274"/>
            <a:ext cx="935355" cy="258445"/>
            <a:chOff x="1416938" y="2575274"/>
            <a:chExt cx="935355" cy="258445"/>
          </a:xfrm>
        </p:grpSpPr>
        <p:pic>
          <p:nvPicPr>
            <p:cNvPr id="167" name="object 167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416938" y="2636329"/>
              <a:ext cx="120586" cy="196786"/>
            </a:xfrm>
            <a:prstGeom prst="rect">
              <a:avLst/>
            </a:prstGeom>
          </p:spPr>
        </p:pic>
        <p:pic>
          <p:nvPicPr>
            <p:cNvPr id="168" name="object 168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564957" y="2634805"/>
              <a:ext cx="219741" cy="141922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813655" y="2634805"/>
              <a:ext cx="114395" cy="141827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947862" y="2634805"/>
              <a:ext cx="347757" cy="141922"/>
            </a:xfrm>
            <a:prstGeom prst="rect">
              <a:avLst/>
            </a:prstGeom>
          </p:spPr>
        </p:pic>
        <p:sp>
          <p:nvSpPr>
            <p:cNvPr id="171" name="object 171" descr=""/>
            <p:cNvSpPr/>
            <p:nvPr/>
          </p:nvSpPr>
          <p:spPr>
            <a:xfrm>
              <a:off x="2326182" y="2575280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5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5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2" name="object 172" descr=""/>
          <p:cNvGrpSpPr/>
          <p:nvPr/>
        </p:nvGrpSpPr>
        <p:grpSpPr>
          <a:xfrm>
            <a:off x="2399347" y="2636329"/>
            <a:ext cx="279400" cy="200025"/>
            <a:chOff x="2399347" y="2636329"/>
            <a:chExt cx="279400" cy="200025"/>
          </a:xfrm>
        </p:grpSpPr>
        <p:pic>
          <p:nvPicPr>
            <p:cNvPr id="173" name="object 173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2399347" y="2636424"/>
              <a:ext cx="106775" cy="137255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2539745" y="2636329"/>
              <a:ext cx="138779" cy="199834"/>
            </a:xfrm>
            <a:prstGeom prst="rect">
              <a:avLst/>
            </a:prstGeom>
          </p:spPr>
        </p:pic>
      </p:grpSp>
      <p:pic>
        <p:nvPicPr>
          <p:cNvPr id="175" name="object 175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29652" y="3025425"/>
            <a:ext cx="186023" cy="175450"/>
          </a:xfrm>
          <a:prstGeom prst="rect">
            <a:avLst/>
          </a:prstGeom>
        </p:spPr>
      </p:pic>
      <p:grpSp>
        <p:nvGrpSpPr>
          <p:cNvPr id="176" name="object 176" descr=""/>
          <p:cNvGrpSpPr/>
          <p:nvPr/>
        </p:nvGrpSpPr>
        <p:grpSpPr>
          <a:xfrm>
            <a:off x="1400270" y="3013233"/>
            <a:ext cx="1594485" cy="271780"/>
            <a:chOff x="1400270" y="3013233"/>
            <a:chExt cx="1594485" cy="271780"/>
          </a:xfrm>
        </p:grpSpPr>
        <p:pic>
          <p:nvPicPr>
            <p:cNvPr id="177" name="object 177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400270" y="3013233"/>
              <a:ext cx="184594" cy="208978"/>
            </a:xfrm>
            <a:prstGeom prst="rect">
              <a:avLst/>
            </a:prstGeom>
          </p:spPr>
        </p:pic>
        <p:sp>
          <p:nvSpPr>
            <p:cNvPr id="178" name="object 178" descr=""/>
            <p:cNvSpPr/>
            <p:nvPr/>
          </p:nvSpPr>
          <p:spPr>
            <a:xfrm>
              <a:off x="1610055" y="3013239"/>
              <a:ext cx="1384300" cy="271780"/>
            </a:xfrm>
            <a:custGeom>
              <a:avLst/>
              <a:gdLst/>
              <a:ahLst/>
              <a:cxnLst/>
              <a:rect l="l" t="t" r="r" b="b"/>
              <a:pathLst>
                <a:path w="1384300" h="271779">
                  <a:moveTo>
                    <a:pt x="125768" y="82397"/>
                  </a:moveTo>
                  <a:lnTo>
                    <a:pt x="115252" y="76631"/>
                  </a:lnTo>
                  <a:lnTo>
                    <a:pt x="105575" y="72872"/>
                  </a:lnTo>
                  <a:lnTo>
                    <a:pt x="95338" y="70815"/>
                  </a:lnTo>
                  <a:lnTo>
                    <a:pt x="83096" y="70205"/>
                  </a:lnTo>
                  <a:lnTo>
                    <a:pt x="53263" y="76466"/>
                  </a:lnTo>
                  <a:lnTo>
                    <a:pt x="28727" y="92875"/>
                  </a:lnTo>
                  <a:lnTo>
                    <a:pt x="10782" y="115849"/>
                  </a:lnTo>
                  <a:lnTo>
                    <a:pt x="711" y="141833"/>
                  </a:lnTo>
                  <a:lnTo>
                    <a:pt x="0" y="169151"/>
                  </a:lnTo>
                  <a:lnTo>
                    <a:pt x="8724" y="192011"/>
                  </a:lnTo>
                  <a:lnTo>
                    <a:pt x="26035" y="207721"/>
                  </a:lnTo>
                  <a:lnTo>
                    <a:pt x="51092" y="213550"/>
                  </a:lnTo>
                  <a:lnTo>
                    <a:pt x="63690" y="212648"/>
                  </a:lnTo>
                  <a:lnTo>
                    <a:pt x="102908" y="196786"/>
                  </a:lnTo>
                  <a:lnTo>
                    <a:pt x="92532" y="184734"/>
                  </a:lnTo>
                  <a:lnTo>
                    <a:pt x="79667" y="189928"/>
                  </a:lnTo>
                  <a:lnTo>
                    <a:pt x="67386" y="192836"/>
                  </a:lnTo>
                  <a:lnTo>
                    <a:pt x="55664" y="193738"/>
                  </a:lnTo>
                  <a:lnTo>
                    <a:pt x="38823" y="189928"/>
                  </a:lnTo>
                  <a:lnTo>
                    <a:pt x="27584" y="179247"/>
                  </a:lnTo>
                  <a:lnTo>
                    <a:pt x="22352" y="162839"/>
                  </a:lnTo>
                  <a:lnTo>
                    <a:pt x="23571" y="141833"/>
                  </a:lnTo>
                  <a:lnTo>
                    <a:pt x="30213" y="124091"/>
                  </a:lnTo>
                  <a:lnTo>
                    <a:pt x="41300" y="107353"/>
                  </a:lnTo>
                  <a:lnTo>
                    <a:pt x="57264" y="94894"/>
                  </a:lnTo>
                  <a:lnTo>
                    <a:pt x="78524" y="90017"/>
                  </a:lnTo>
                  <a:lnTo>
                    <a:pt x="89217" y="90411"/>
                  </a:lnTo>
                  <a:lnTo>
                    <a:pt x="98907" y="92113"/>
                  </a:lnTo>
                  <a:lnTo>
                    <a:pt x="108318" y="95796"/>
                  </a:lnTo>
                  <a:lnTo>
                    <a:pt x="118148" y="102209"/>
                  </a:lnTo>
                  <a:lnTo>
                    <a:pt x="125768" y="82397"/>
                  </a:lnTo>
                  <a:close/>
                </a:path>
                <a:path w="1384300" h="271779">
                  <a:moveTo>
                    <a:pt x="259981" y="82397"/>
                  </a:moveTo>
                  <a:lnTo>
                    <a:pt x="249453" y="76631"/>
                  </a:lnTo>
                  <a:lnTo>
                    <a:pt x="239788" y="72872"/>
                  </a:lnTo>
                  <a:lnTo>
                    <a:pt x="229552" y="70815"/>
                  </a:lnTo>
                  <a:lnTo>
                    <a:pt x="217309" y="70205"/>
                  </a:lnTo>
                  <a:lnTo>
                    <a:pt x="187502" y="76466"/>
                  </a:lnTo>
                  <a:lnTo>
                    <a:pt x="162966" y="92875"/>
                  </a:lnTo>
                  <a:lnTo>
                    <a:pt x="145008" y="115849"/>
                  </a:lnTo>
                  <a:lnTo>
                    <a:pt x="134912" y="141833"/>
                  </a:lnTo>
                  <a:lnTo>
                    <a:pt x="134200" y="169151"/>
                  </a:lnTo>
                  <a:lnTo>
                    <a:pt x="142925" y="192011"/>
                  </a:lnTo>
                  <a:lnTo>
                    <a:pt x="160248" y="207721"/>
                  </a:lnTo>
                  <a:lnTo>
                    <a:pt x="185305" y="213550"/>
                  </a:lnTo>
                  <a:lnTo>
                    <a:pt x="197929" y="212648"/>
                  </a:lnTo>
                  <a:lnTo>
                    <a:pt x="238645" y="196786"/>
                  </a:lnTo>
                  <a:lnTo>
                    <a:pt x="226733" y="184734"/>
                  </a:lnTo>
                  <a:lnTo>
                    <a:pt x="213880" y="189928"/>
                  </a:lnTo>
                  <a:lnTo>
                    <a:pt x="201587" y="192836"/>
                  </a:lnTo>
                  <a:lnTo>
                    <a:pt x="189877" y="193738"/>
                  </a:lnTo>
                  <a:lnTo>
                    <a:pt x="173075" y="189928"/>
                  </a:lnTo>
                  <a:lnTo>
                    <a:pt x="161836" y="179247"/>
                  </a:lnTo>
                  <a:lnTo>
                    <a:pt x="156616" y="162839"/>
                  </a:lnTo>
                  <a:lnTo>
                    <a:pt x="157873" y="141833"/>
                  </a:lnTo>
                  <a:lnTo>
                    <a:pt x="164515" y="124091"/>
                  </a:lnTo>
                  <a:lnTo>
                    <a:pt x="175590" y="107353"/>
                  </a:lnTo>
                  <a:lnTo>
                    <a:pt x="191516" y="94894"/>
                  </a:lnTo>
                  <a:lnTo>
                    <a:pt x="212737" y="90017"/>
                  </a:lnTo>
                  <a:lnTo>
                    <a:pt x="223431" y="90411"/>
                  </a:lnTo>
                  <a:lnTo>
                    <a:pt x="233121" y="92113"/>
                  </a:lnTo>
                  <a:lnTo>
                    <a:pt x="242531" y="95796"/>
                  </a:lnTo>
                  <a:lnTo>
                    <a:pt x="252361" y="102209"/>
                  </a:lnTo>
                  <a:lnTo>
                    <a:pt x="259981" y="82397"/>
                  </a:lnTo>
                  <a:close/>
                </a:path>
                <a:path w="1384300" h="271779">
                  <a:moveTo>
                    <a:pt x="386283" y="120294"/>
                  </a:moveTo>
                  <a:lnTo>
                    <a:pt x="385762" y="105841"/>
                  </a:lnTo>
                  <a:lnTo>
                    <a:pt x="382092" y="91528"/>
                  </a:lnTo>
                  <a:lnTo>
                    <a:pt x="380034" y="88480"/>
                  </a:lnTo>
                  <a:lnTo>
                    <a:pt x="374650" y="80479"/>
                  </a:lnTo>
                  <a:lnTo>
                    <a:pt x="369900" y="77330"/>
                  </a:lnTo>
                  <a:lnTo>
                    <a:pt x="369900" y="126580"/>
                  </a:lnTo>
                  <a:lnTo>
                    <a:pt x="295122" y="126580"/>
                  </a:lnTo>
                  <a:lnTo>
                    <a:pt x="303771" y="110985"/>
                  </a:lnTo>
                  <a:lnTo>
                    <a:pt x="315125" y="98958"/>
                  </a:lnTo>
                  <a:lnTo>
                    <a:pt x="328041" y="91147"/>
                  </a:lnTo>
                  <a:lnTo>
                    <a:pt x="328256" y="91147"/>
                  </a:lnTo>
                  <a:lnTo>
                    <a:pt x="340842" y="88480"/>
                  </a:lnTo>
                  <a:lnTo>
                    <a:pt x="352679" y="90576"/>
                  </a:lnTo>
                  <a:lnTo>
                    <a:pt x="362229" y="97243"/>
                  </a:lnTo>
                  <a:lnTo>
                    <a:pt x="368363" y="109054"/>
                  </a:lnTo>
                  <a:lnTo>
                    <a:pt x="369900" y="126580"/>
                  </a:lnTo>
                  <a:lnTo>
                    <a:pt x="369900" y="77330"/>
                  </a:lnTo>
                  <a:lnTo>
                    <a:pt x="364896" y="74002"/>
                  </a:lnTo>
                  <a:lnTo>
                    <a:pt x="354584" y="70954"/>
                  </a:lnTo>
                  <a:lnTo>
                    <a:pt x="345414" y="70192"/>
                  </a:lnTo>
                  <a:lnTo>
                    <a:pt x="320446" y="75819"/>
                  </a:lnTo>
                  <a:lnTo>
                    <a:pt x="297599" y="91147"/>
                  </a:lnTo>
                  <a:lnTo>
                    <a:pt x="279628" y="113919"/>
                  </a:lnTo>
                  <a:lnTo>
                    <a:pt x="269214" y="141820"/>
                  </a:lnTo>
                  <a:lnTo>
                    <a:pt x="269151" y="143344"/>
                  </a:lnTo>
                  <a:lnTo>
                    <a:pt x="268033" y="169786"/>
                  </a:lnTo>
                  <a:lnTo>
                    <a:pt x="277190" y="192582"/>
                  </a:lnTo>
                  <a:lnTo>
                    <a:pt x="294919" y="207924"/>
                  </a:lnTo>
                  <a:lnTo>
                    <a:pt x="319506" y="213550"/>
                  </a:lnTo>
                  <a:lnTo>
                    <a:pt x="333400" y="212217"/>
                  </a:lnTo>
                  <a:lnTo>
                    <a:pt x="347141" y="208597"/>
                  </a:lnTo>
                  <a:lnTo>
                    <a:pt x="360057" y="203263"/>
                  </a:lnTo>
                  <a:lnTo>
                    <a:pt x="371424" y="196786"/>
                  </a:lnTo>
                  <a:lnTo>
                    <a:pt x="371652" y="193738"/>
                  </a:lnTo>
                  <a:lnTo>
                    <a:pt x="371741" y="192582"/>
                  </a:lnTo>
                  <a:lnTo>
                    <a:pt x="371817" y="191643"/>
                  </a:lnTo>
                  <a:lnTo>
                    <a:pt x="372948" y="176974"/>
                  </a:lnTo>
                  <a:lnTo>
                    <a:pt x="356489" y="186664"/>
                  </a:lnTo>
                  <a:lnTo>
                    <a:pt x="342188" y="191643"/>
                  </a:lnTo>
                  <a:lnTo>
                    <a:pt x="331063" y="193471"/>
                  </a:lnTo>
                  <a:lnTo>
                    <a:pt x="324078" y="193738"/>
                  </a:lnTo>
                  <a:lnTo>
                    <a:pt x="307695" y="189953"/>
                  </a:lnTo>
                  <a:lnTo>
                    <a:pt x="295884" y="179438"/>
                  </a:lnTo>
                  <a:lnTo>
                    <a:pt x="289788" y="163474"/>
                  </a:lnTo>
                  <a:lnTo>
                    <a:pt x="290550" y="143344"/>
                  </a:lnTo>
                  <a:lnTo>
                    <a:pt x="383616" y="143344"/>
                  </a:lnTo>
                  <a:lnTo>
                    <a:pt x="385089" y="133324"/>
                  </a:lnTo>
                  <a:lnTo>
                    <a:pt x="385711" y="126580"/>
                  </a:lnTo>
                  <a:lnTo>
                    <a:pt x="386283" y="120294"/>
                  </a:lnTo>
                  <a:close/>
                </a:path>
                <a:path w="1384300" h="271779">
                  <a:moveTo>
                    <a:pt x="510209" y="79349"/>
                  </a:moveTo>
                  <a:lnTo>
                    <a:pt x="499491" y="75349"/>
                  </a:lnTo>
                  <a:lnTo>
                    <a:pt x="489623" y="72491"/>
                  </a:lnTo>
                  <a:lnTo>
                    <a:pt x="479729" y="70777"/>
                  </a:lnTo>
                  <a:lnTo>
                    <a:pt x="468960" y="70205"/>
                  </a:lnTo>
                  <a:lnTo>
                    <a:pt x="457746" y="70815"/>
                  </a:lnTo>
                  <a:lnTo>
                    <a:pt x="439813" y="75158"/>
                  </a:lnTo>
                  <a:lnTo>
                    <a:pt x="421601" y="86918"/>
                  </a:lnTo>
                  <a:lnTo>
                    <a:pt x="409524" y="109829"/>
                  </a:lnTo>
                  <a:lnTo>
                    <a:pt x="408838" y="120154"/>
                  </a:lnTo>
                  <a:lnTo>
                    <a:pt x="410857" y="128498"/>
                  </a:lnTo>
                  <a:lnTo>
                    <a:pt x="457898" y="152895"/>
                  </a:lnTo>
                  <a:lnTo>
                    <a:pt x="466521" y="156591"/>
                  </a:lnTo>
                  <a:lnTo>
                    <a:pt x="472554" y="162852"/>
                  </a:lnTo>
                  <a:lnTo>
                    <a:pt x="473532" y="172402"/>
                  </a:lnTo>
                  <a:lnTo>
                    <a:pt x="467029" y="184734"/>
                  </a:lnTo>
                  <a:lnTo>
                    <a:pt x="456958" y="191071"/>
                  </a:lnTo>
                  <a:lnTo>
                    <a:pt x="447167" y="193408"/>
                  </a:lnTo>
                  <a:lnTo>
                    <a:pt x="441528" y="193738"/>
                  </a:lnTo>
                  <a:lnTo>
                    <a:pt x="424332" y="191998"/>
                  </a:lnTo>
                  <a:lnTo>
                    <a:pt x="411429" y="187833"/>
                  </a:lnTo>
                  <a:lnTo>
                    <a:pt x="402526" y="182803"/>
                  </a:lnTo>
                  <a:lnTo>
                    <a:pt x="397332" y="178498"/>
                  </a:lnTo>
                  <a:lnTo>
                    <a:pt x="389712" y="199834"/>
                  </a:lnTo>
                  <a:lnTo>
                    <a:pt x="396875" y="203911"/>
                  </a:lnTo>
                  <a:lnTo>
                    <a:pt x="407047" y="208407"/>
                  </a:lnTo>
                  <a:lnTo>
                    <a:pt x="420357" y="212051"/>
                  </a:lnTo>
                  <a:lnTo>
                    <a:pt x="436956" y="213550"/>
                  </a:lnTo>
                  <a:lnTo>
                    <a:pt x="443318" y="213385"/>
                  </a:lnTo>
                  <a:lnTo>
                    <a:pt x="481850" y="196596"/>
                  </a:lnTo>
                  <a:lnTo>
                    <a:pt x="496176" y="159499"/>
                  </a:lnTo>
                  <a:lnTo>
                    <a:pt x="494398" y="150825"/>
                  </a:lnTo>
                  <a:lnTo>
                    <a:pt x="446747" y="125641"/>
                  </a:lnTo>
                  <a:lnTo>
                    <a:pt x="437908" y="122021"/>
                  </a:lnTo>
                  <a:lnTo>
                    <a:pt x="432790" y="116116"/>
                  </a:lnTo>
                  <a:lnTo>
                    <a:pt x="432384" y="106781"/>
                  </a:lnTo>
                  <a:lnTo>
                    <a:pt x="437553" y="96202"/>
                  </a:lnTo>
                  <a:lnTo>
                    <a:pt x="446290" y="90779"/>
                  </a:lnTo>
                  <a:lnTo>
                    <a:pt x="455320" y="88773"/>
                  </a:lnTo>
                  <a:lnTo>
                    <a:pt x="461340" y="88493"/>
                  </a:lnTo>
                  <a:lnTo>
                    <a:pt x="469493" y="88658"/>
                  </a:lnTo>
                  <a:lnTo>
                    <a:pt x="479679" y="89827"/>
                  </a:lnTo>
                  <a:lnTo>
                    <a:pt x="490994" y="92989"/>
                  </a:lnTo>
                  <a:lnTo>
                    <a:pt x="502589" y="99161"/>
                  </a:lnTo>
                  <a:lnTo>
                    <a:pt x="510209" y="79349"/>
                  </a:lnTo>
                  <a:close/>
                </a:path>
                <a:path w="1384300" h="271779">
                  <a:moveTo>
                    <a:pt x="626122" y="79349"/>
                  </a:moveTo>
                  <a:lnTo>
                    <a:pt x="615403" y="75349"/>
                  </a:lnTo>
                  <a:lnTo>
                    <a:pt x="605536" y="72491"/>
                  </a:lnTo>
                  <a:lnTo>
                    <a:pt x="595655" y="70777"/>
                  </a:lnTo>
                  <a:lnTo>
                    <a:pt x="584873" y="70205"/>
                  </a:lnTo>
                  <a:lnTo>
                    <a:pt x="573659" y="70815"/>
                  </a:lnTo>
                  <a:lnTo>
                    <a:pt x="555726" y="75158"/>
                  </a:lnTo>
                  <a:lnTo>
                    <a:pt x="537514" y="86918"/>
                  </a:lnTo>
                  <a:lnTo>
                    <a:pt x="525437" y="109829"/>
                  </a:lnTo>
                  <a:lnTo>
                    <a:pt x="524751" y="120154"/>
                  </a:lnTo>
                  <a:lnTo>
                    <a:pt x="526770" y="128498"/>
                  </a:lnTo>
                  <a:lnTo>
                    <a:pt x="573824" y="152895"/>
                  </a:lnTo>
                  <a:lnTo>
                    <a:pt x="582434" y="156591"/>
                  </a:lnTo>
                  <a:lnTo>
                    <a:pt x="588467" y="162852"/>
                  </a:lnTo>
                  <a:lnTo>
                    <a:pt x="589445" y="172402"/>
                  </a:lnTo>
                  <a:lnTo>
                    <a:pt x="582955" y="184734"/>
                  </a:lnTo>
                  <a:lnTo>
                    <a:pt x="572871" y="191071"/>
                  </a:lnTo>
                  <a:lnTo>
                    <a:pt x="563092" y="193408"/>
                  </a:lnTo>
                  <a:lnTo>
                    <a:pt x="557441" y="193738"/>
                  </a:lnTo>
                  <a:lnTo>
                    <a:pt x="540258" y="191998"/>
                  </a:lnTo>
                  <a:lnTo>
                    <a:pt x="527342" y="187833"/>
                  </a:lnTo>
                  <a:lnTo>
                    <a:pt x="518439" y="182803"/>
                  </a:lnTo>
                  <a:lnTo>
                    <a:pt x="513245" y="178498"/>
                  </a:lnTo>
                  <a:lnTo>
                    <a:pt x="505625" y="199834"/>
                  </a:lnTo>
                  <a:lnTo>
                    <a:pt x="512800" y="203911"/>
                  </a:lnTo>
                  <a:lnTo>
                    <a:pt x="522960" y="208407"/>
                  </a:lnTo>
                  <a:lnTo>
                    <a:pt x="536282" y="212051"/>
                  </a:lnTo>
                  <a:lnTo>
                    <a:pt x="552869" y="213550"/>
                  </a:lnTo>
                  <a:lnTo>
                    <a:pt x="559231" y="213385"/>
                  </a:lnTo>
                  <a:lnTo>
                    <a:pt x="597763" y="196596"/>
                  </a:lnTo>
                  <a:lnTo>
                    <a:pt x="612101" y="159499"/>
                  </a:lnTo>
                  <a:lnTo>
                    <a:pt x="610311" y="150825"/>
                  </a:lnTo>
                  <a:lnTo>
                    <a:pt x="562660" y="125641"/>
                  </a:lnTo>
                  <a:lnTo>
                    <a:pt x="553821" y="122021"/>
                  </a:lnTo>
                  <a:lnTo>
                    <a:pt x="548703" y="116116"/>
                  </a:lnTo>
                  <a:lnTo>
                    <a:pt x="548297" y="106781"/>
                  </a:lnTo>
                  <a:lnTo>
                    <a:pt x="553466" y="96202"/>
                  </a:lnTo>
                  <a:lnTo>
                    <a:pt x="562203" y="90779"/>
                  </a:lnTo>
                  <a:lnTo>
                    <a:pt x="571233" y="88773"/>
                  </a:lnTo>
                  <a:lnTo>
                    <a:pt x="577253" y="88493"/>
                  </a:lnTo>
                  <a:lnTo>
                    <a:pt x="585419" y="88658"/>
                  </a:lnTo>
                  <a:lnTo>
                    <a:pt x="595591" y="89827"/>
                  </a:lnTo>
                  <a:lnTo>
                    <a:pt x="606920" y="92989"/>
                  </a:lnTo>
                  <a:lnTo>
                    <a:pt x="618502" y="99161"/>
                  </a:lnTo>
                  <a:lnTo>
                    <a:pt x="626122" y="79349"/>
                  </a:lnTo>
                  <a:close/>
                </a:path>
                <a:path w="1384300" h="271779">
                  <a:moveTo>
                    <a:pt x="685660" y="74676"/>
                  </a:moveTo>
                  <a:lnTo>
                    <a:pt x="662698" y="74676"/>
                  </a:lnTo>
                  <a:lnTo>
                    <a:pt x="635266" y="208978"/>
                  </a:lnTo>
                  <a:lnTo>
                    <a:pt x="658126" y="208978"/>
                  </a:lnTo>
                  <a:lnTo>
                    <a:pt x="685660" y="74676"/>
                  </a:lnTo>
                  <a:close/>
                </a:path>
                <a:path w="1384300" h="271779">
                  <a:moveTo>
                    <a:pt x="702424" y="10579"/>
                  </a:moveTo>
                  <a:lnTo>
                    <a:pt x="674890" y="10579"/>
                  </a:lnTo>
                  <a:lnTo>
                    <a:pt x="668794" y="38011"/>
                  </a:lnTo>
                  <a:lnTo>
                    <a:pt x="696328" y="38011"/>
                  </a:lnTo>
                  <a:lnTo>
                    <a:pt x="702424" y="10579"/>
                  </a:lnTo>
                  <a:close/>
                </a:path>
                <a:path w="1384300" h="271779">
                  <a:moveTo>
                    <a:pt x="843889" y="115443"/>
                  </a:moveTo>
                  <a:lnTo>
                    <a:pt x="838720" y="93052"/>
                  </a:lnTo>
                  <a:lnTo>
                    <a:pt x="826414" y="77533"/>
                  </a:lnTo>
                  <a:lnTo>
                    <a:pt x="820026" y="75552"/>
                  </a:lnTo>
                  <a:lnTo>
                    <a:pt x="820026" y="117652"/>
                  </a:lnTo>
                  <a:lnTo>
                    <a:pt x="818337" y="141820"/>
                  </a:lnTo>
                  <a:lnTo>
                    <a:pt x="809104" y="166700"/>
                  </a:lnTo>
                  <a:lnTo>
                    <a:pt x="794854" y="182676"/>
                  </a:lnTo>
                  <a:lnTo>
                    <a:pt x="778611" y="191211"/>
                  </a:lnTo>
                  <a:lnTo>
                    <a:pt x="763384" y="193738"/>
                  </a:lnTo>
                  <a:lnTo>
                    <a:pt x="754824" y="192811"/>
                  </a:lnTo>
                  <a:lnTo>
                    <a:pt x="747572" y="189738"/>
                  </a:lnTo>
                  <a:lnTo>
                    <a:pt x="741730" y="184099"/>
                  </a:lnTo>
                  <a:lnTo>
                    <a:pt x="737476" y="175450"/>
                  </a:lnTo>
                  <a:lnTo>
                    <a:pt x="752716" y="108292"/>
                  </a:lnTo>
                  <a:lnTo>
                    <a:pt x="758634" y="102222"/>
                  </a:lnTo>
                  <a:lnTo>
                    <a:pt x="767003" y="96291"/>
                  </a:lnTo>
                  <a:lnTo>
                    <a:pt x="777354" y="91795"/>
                  </a:lnTo>
                  <a:lnTo>
                    <a:pt x="789292" y="90004"/>
                  </a:lnTo>
                  <a:lnTo>
                    <a:pt x="802220" y="92748"/>
                  </a:lnTo>
                  <a:lnTo>
                    <a:pt x="813562" y="101625"/>
                  </a:lnTo>
                  <a:lnTo>
                    <a:pt x="820026" y="117652"/>
                  </a:lnTo>
                  <a:lnTo>
                    <a:pt x="820026" y="75552"/>
                  </a:lnTo>
                  <a:lnTo>
                    <a:pt x="807669" y="71716"/>
                  </a:lnTo>
                  <a:lnTo>
                    <a:pt x="797369" y="72440"/>
                  </a:lnTo>
                  <a:lnTo>
                    <a:pt x="785101" y="75145"/>
                  </a:lnTo>
                  <a:lnTo>
                    <a:pt x="771144" y="80721"/>
                  </a:lnTo>
                  <a:lnTo>
                    <a:pt x="755764" y="90004"/>
                  </a:lnTo>
                  <a:lnTo>
                    <a:pt x="774052" y="0"/>
                  </a:lnTo>
                  <a:lnTo>
                    <a:pt x="752716" y="0"/>
                  </a:lnTo>
                  <a:lnTo>
                    <a:pt x="706996" y="208978"/>
                  </a:lnTo>
                  <a:lnTo>
                    <a:pt x="731380" y="208978"/>
                  </a:lnTo>
                  <a:lnTo>
                    <a:pt x="734428" y="195262"/>
                  </a:lnTo>
                  <a:lnTo>
                    <a:pt x="739279" y="201333"/>
                  </a:lnTo>
                  <a:lnTo>
                    <a:pt x="747001" y="207264"/>
                  </a:lnTo>
                  <a:lnTo>
                    <a:pt x="757567" y="211759"/>
                  </a:lnTo>
                  <a:lnTo>
                    <a:pt x="771004" y="213550"/>
                  </a:lnTo>
                  <a:lnTo>
                    <a:pt x="793788" y="208140"/>
                  </a:lnTo>
                  <a:lnTo>
                    <a:pt x="831316" y="170434"/>
                  </a:lnTo>
                  <a:lnTo>
                    <a:pt x="841197" y="141820"/>
                  </a:lnTo>
                  <a:lnTo>
                    <a:pt x="843889" y="115443"/>
                  </a:lnTo>
                  <a:close/>
                </a:path>
                <a:path w="1384300" h="271779">
                  <a:moveTo>
                    <a:pt x="914438" y="74777"/>
                  </a:moveTo>
                  <a:lnTo>
                    <a:pt x="891489" y="74777"/>
                  </a:lnTo>
                  <a:lnTo>
                    <a:pt x="862533" y="208978"/>
                  </a:lnTo>
                  <a:lnTo>
                    <a:pt x="885393" y="208978"/>
                  </a:lnTo>
                  <a:lnTo>
                    <a:pt x="914438" y="74777"/>
                  </a:lnTo>
                  <a:close/>
                </a:path>
                <a:path w="1384300" h="271779">
                  <a:moveTo>
                    <a:pt x="929678" y="10668"/>
                  </a:moveTo>
                  <a:lnTo>
                    <a:pt x="903681" y="10668"/>
                  </a:lnTo>
                  <a:lnTo>
                    <a:pt x="897585" y="38100"/>
                  </a:lnTo>
                  <a:lnTo>
                    <a:pt x="925106" y="38100"/>
                  </a:lnTo>
                  <a:lnTo>
                    <a:pt x="929678" y="10668"/>
                  </a:lnTo>
                  <a:close/>
                </a:path>
                <a:path w="1384300" h="271779">
                  <a:moveTo>
                    <a:pt x="1002842" y="0"/>
                  </a:moveTo>
                  <a:lnTo>
                    <a:pt x="979982" y="0"/>
                  </a:lnTo>
                  <a:lnTo>
                    <a:pt x="935774" y="208978"/>
                  </a:lnTo>
                  <a:lnTo>
                    <a:pt x="957110" y="208978"/>
                  </a:lnTo>
                  <a:lnTo>
                    <a:pt x="1002842" y="0"/>
                  </a:lnTo>
                  <a:close/>
                </a:path>
                <a:path w="1384300" h="271779">
                  <a:moveTo>
                    <a:pt x="1057884" y="74676"/>
                  </a:moveTo>
                  <a:lnTo>
                    <a:pt x="1034935" y="74676"/>
                  </a:lnTo>
                  <a:lnTo>
                    <a:pt x="1007503" y="208978"/>
                  </a:lnTo>
                  <a:lnTo>
                    <a:pt x="1030363" y="208978"/>
                  </a:lnTo>
                  <a:lnTo>
                    <a:pt x="1057884" y="74676"/>
                  </a:lnTo>
                  <a:close/>
                </a:path>
                <a:path w="1384300" h="271779">
                  <a:moveTo>
                    <a:pt x="1074648" y="10579"/>
                  </a:moveTo>
                  <a:lnTo>
                    <a:pt x="1047127" y="10579"/>
                  </a:lnTo>
                  <a:lnTo>
                    <a:pt x="1041031" y="38011"/>
                  </a:lnTo>
                  <a:lnTo>
                    <a:pt x="1068552" y="38011"/>
                  </a:lnTo>
                  <a:lnTo>
                    <a:pt x="1074648" y="10579"/>
                  </a:lnTo>
                  <a:close/>
                </a:path>
                <a:path w="1384300" h="271779">
                  <a:moveTo>
                    <a:pt x="1178293" y="74764"/>
                  </a:moveTo>
                  <a:lnTo>
                    <a:pt x="1135621" y="74764"/>
                  </a:lnTo>
                  <a:lnTo>
                    <a:pt x="1144765" y="36576"/>
                  </a:lnTo>
                  <a:lnTo>
                    <a:pt x="1123429" y="36576"/>
                  </a:lnTo>
                  <a:lnTo>
                    <a:pt x="1115707" y="74764"/>
                  </a:lnTo>
                  <a:lnTo>
                    <a:pt x="1088275" y="74764"/>
                  </a:lnTo>
                  <a:lnTo>
                    <a:pt x="1085227" y="93052"/>
                  </a:lnTo>
                  <a:lnTo>
                    <a:pt x="1111135" y="93052"/>
                  </a:lnTo>
                  <a:lnTo>
                    <a:pt x="1092847" y="173926"/>
                  </a:lnTo>
                  <a:lnTo>
                    <a:pt x="1091399" y="187833"/>
                  </a:lnTo>
                  <a:lnTo>
                    <a:pt x="1092657" y="200596"/>
                  </a:lnTo>
                  <a:lnTo>
                    <a:pt x="1098207" y="209931"/>
                  </a:lnTo>
                  <a:lnTo>
                    <a:pt x="1109611" y="213550"/>
                  </a:lnTo>
                  <a:lnTo>
                    <a:pt x="1124762" y="212293"/>
                  </a:lnTo>
                  <a:lnTo>
                    <a:pt x="1137894" y="209169"/>
                  </a:lnTo>
                  <a:lnTo>
                    <a:pt x="1148715" y="205193"/>
                  </a:lnTo>
                  <a:lnTo>
                    <a:pt x="1156957" y="201358"/>
                  </a:lnTo>
                  <a:lnTo>
                    <a:pt x="1155433" y="183070"/>
                  </a:lnTo>
                  <a:lnTo>
                    <a:pt x="1148334" y="187947"/>
                  </a:lnTo>
                  <a:lnTo>
                    <a:pt x="1140955" y="191262"/>
                  </a:lnTo>
                  <a:lnTo>
                    <a:pt x="1133563" y="193141"/>
                  </a:lnTo>
                  <a:lnTo>
                    <a:pt x="1126477" y="193738"/>
                  </a:lnTo>
                  <a:lnTo>
                    <a:pt x="1119822" y="192049"/>
                  </a:lnTo>
                  <a:lnTo>
                    <a:pt x="1115910" y="187071"/>
                  </a:lnTo>
                  <a:lnTo>
                    <a:pt x="1114590" y="178955"/>
                  </a:lnTo>
                  <a:lnTo>
                    <a:pt x="1115707" y="167830"/>
                  </a:lnTo>
                  <a:lnTo>
                    <a:pt x="1132573" y="93052"/>
                  </a:lnTo>
                  <a:lnTo>
                    <a:pt x="1175245" y="93052"/>
                  </a:lnTo>
                  <a:lnTo>
                    <a:pt x="1178293" y="74764"/>
                  </a:lnTo>
                  <a:close/>
                </a:path>
                <a:path w="1384300" h="271779">
                  <a:moveTo>
                    <a:pt x="1318590" y="74777"/>
                  </a:moveTo>
                  <a:lnTo>
                    <a:pt x="1295730" y="74777"/>
                  </a:lnTo>
                  <a:lnTo>
                    <a:pt x="1260868" y="132803"/>
                  </a:lnTo>
                  <a:lnTo>
                    <a:pt x="1242009" y="167246"/>
                  </a:lnTo>
                  <a:lnTo>
                    <a:pt x="1234008" y="184810"/>
                  </a:lnTo>
                  <a:lnTo>
                    <a:pt x="1231722" y="192214"/>
                  </a:lnTo>
                  <a:lnTo>
                    <a:pt x="1230198" y="192214"/>
                  </a:lnTo>
                  <a:lnTo>
                    <a:pt x="1230045" y="171881"/>
                  </a:lnTo>
                  <a:lnTo>
                    <a:pt x="1226718" y="146253"/>
                  </a:lnTo>
                  <a:lnTo>
                    <a:pt x="1220965" y="112877"/>
                  </a:lnTo>
                  <a:lnTo>
                    <a:pt x="1211821" y="74777"/>
                  </a:lnTo>
                  <a:lnTo>
                    <a:pt x="1187437" y="74777"/>
                  </a:lnTo>
                  <a:lnTo>
                    <a:pt x="1217917" y="208978"/>
                  </a:lnTo>
                  <a:lnTo>
                    <a:pt x="1201153" y="236512"/>
                  </a:lnTo>
                  <a:lnTo>
                    <a:pt x="1193977" y="247078"/>
                  </a:lnTo>
                  <a:lnTo>
                    <a:pt x="1188389" y="252514"/>
                  </a:lnTo>
                  <a:lnTo>
                    <a:pt x="1184211" y="254508"/>
                  </a:lnTo>
                  <a:lnTo>
                    <a:pt x="1181341" y="254800"/>
                  </a:lnTo>
                  <a:lnTo>
                    <a:pt x="1176769" y="254800"/>
                  </a:lnTo>
                  <a:lnTo>
                    <a:pt x="1166101" y="253276"/>
                  </a:lnTo>
                  <a:lnTo>
                    <a:pt x="1158481" y="250228"/>
                  </a:lnTo>
                  <a:lnTo>
                    <a:pt x="1155433" y="268516"/>
                  </a:lnTo>
                  <a:lnTo>
                    <a:pt x="1161529" y="270040"/>
                  </a:lnTo>
                  <a:lnTo>
                    <a:pt x="1170673" y="271564"/>
                  </a:lnTo>
                  <a:lnTo>
                    <a:pt x="1176769" y="271564"/>
                  </a:lnTo>
                  <a:lnTo>
                    <a:pt x="1185151" y="270586"/>
                  </a:lnTo>
                  <a:lnTo>
                    <a:pt x="1194676" y="266039"/>
                  </a:lnTo>
                  <a:lnTo>
                    <a:pt x="1205915" y="255485"/>
                  </a:lnTo>
                  <a:lnTo>
                    <a:pt x="1219441" y="236512"/>
                  </a:lnTo>
                  <a:lnTo>
                    <a:pt x="1318590" y="74777"/>
                  </a:lnTo>
                  <a:close/>
                </a:path>
                <a:path w="1384300" h="271779">
                  <a:moveTo>
                    <a:pt x="1384211" y="184594"/>
                  </a:moveTo>
                  <a:lnTo>
                    <a:pt x="1358303" y="184594"/>
                  </a:lnTo>
                  <a:lnTo>
                    <a:pt x="1358303" y="209080"/>
                  </a:lnTo>
                  <a:lnTo>
                    <a:pt x="1384211" y="209080"/>
                  </a:lnTo>
                  <a:lnTo>
                    <a:pt x="1384211" y="184594"/>
                  </a:lnTo>
                  <a:close/>
                </a:path>
                <a:path w="1384300" h="271779">
                  <a:moveTo>
                    <a:pt x="1384211" y="74777"/>
                  </a:moveTo>
                  <a:lnTo>
                    <a:pt x="1358303" y="74777"/>
                  </a:lnTo>
                  <a:lnTo>
                    <a:pt x="1358303" y="100685"/>
                  </a:lnTo>
                  <a:lnTo>
                    <a:pt x="1384211" y="100685"/>
                  </a:lnTo>
                  <a:lnTo>
                    <a:pt x="1384211" y="747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9" name="object 179" descr=""/>
          <p:cNvGrpSpPr/>
          <p:nvPr/>
        </p:nvGrpSpPr>
        <p:grpSpPr>
          <a:xfrm>
            <a:off x="3186493" y="3013233"/>
            <a:ext cx="1143000" cy="271780"/>
            <a:chOff x="3186493" y="3013233"/>
            <a:chExt cx="1143000" cy="271780"/>
          </a:xfrm>
        </p:grpSpPr>
        <p:pic>
          <p:nvPicPr>
            <p:cNvPr id="180" name="object 180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3186493" y="3013233"/>
              <a:ext cx="167735" cy="208978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3378708" y="3083432"/>
              <a:ext cx="259270" cy="201358"/>
            </a:xfrm>
            <a:prstGeom prst="rect">
              <a:avLst/>
            </a:prstGeom>
          </p:spPr>
        </p:pic>
        <p:pic>
          <p:nvPicPr>
            <p:cNvPr id="182" name="object 182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3666934" y="3013233"/>
              <a:ext cx="120491" cy="213550"/>
            </a:xfrm>
            <a:prstGeom prst="rect">
              <a:avLst/>
            </a:prstGeom>
          </p:spPr>
        </p:pic>
        <p:pic>
          <p:nvPicPr>
            <p:cNvPr id="183" name="object 183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3814952" y="3083337"/>
              <a:ext cx="134207" cy="143446"/>
            </a:xfrm>
            <a:prstGeom prst="rect">
              <a:avLst/>
            </a:prstGeom>
          </p:spPr>
        </p:pic>
        <p:pic>
          <p:nvPicPr>
            <p:cNvPr id="184" name="object 184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3973544" y="3083337"/>
              <a:ext cx="108299" cy="143446"/>
            </a:xfrm>
            <a:prstGeom prst="rect">
              <a:avLst/>
            </a:prstGeom>
          </p:spPr>
        </p:pic>
        <p:pic>
          <p:nvPicPr>
            <p:cNvPr id="185" name="object 185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4119943" y="3013233"/>
              <a:ext cx="208978" cy="213550"/>
            </a:xfrm>
            <a:prstGeom prst="rect">
              <a:avLst/>
            </a:prstGeom>
          </p:spPr>
        </p:pic>
      </p:grpSp>
      <p:grpSp>
        <p:nvGrpSpPr>
          <p:cNvPr id="186" name="object 186" descr=""/>
          <p:cNvGrpSpPr/>
          <p:nvPr/>
        </p:nvGrpSpPr>
        <p:grpSpPr>
          <a:xfrm>
            <a:off x="4463224" y="3013233"/>
            <a:ext cx="1129030" cy="213995"/>
            <a:chOff x="4463224" y="3013233"/>
            <a:chExt cx="1129030" cy="213995"/>
          </a:xfrm>
        </p:grpSpPr>
        <p:pic>
          <p:nvPicPr>
            <p:cNvPr id="187" name="object 187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4595907" y="3013233"/>
              <a:ext cx="106775" cy="208978"/>
            </a:xfrm>
            <a:prstGeom prst="rect">
              <a:avLst/>
            </a:prstGeom>
          </p:spPr>
        </p:pic>
        <p:pic>
          <p:nvPicPr>
            <p:cNvPr id="188" name="object 188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4463224" y="3083433"/>
              <a:ext cx="100679" cy="143351"/>
            </a:xfrm>
            <a:prstGeom prst="rect">
              <a:avLst/>
            </a:prstGeom>
          </p:spPr>
        </p:pic>
        <p:pic>
          <p:nvPicPr>
            <p:cNvPr id="189" name="object 189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4736306" y="3083337"/>
              <a:ext cx="132683" cy="143446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4894897" y="3049809"/>
              <a:ext cx="314229" cy="176974"/>
            </a:xfrm>
            <a:prstGeom prst="rect">
              <a:avLst/>
            </a:prstGeom>
          </p:spPr>
        </p:pic>
        <p:pic>
          <p:nvPicPr>
            <p:cNvPr id="191" name="object 191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5241131" y="3088005"/>
              <a:ext cx="108299" cy="138779"/>
            </a:xfrm>
            <a:prstGeom prst="rect">
              <a:avLst/>
            </a:prstGeom>
          </p:spPr>
        </p:pic>
        <p:pic>
          <p:nvPicPr>
            <p:cNvPr id="192" name="object 192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5379910" y="3049809"/>
              <a:ext cx="212026" cy="176974"/>
            </a:xfrm>
            <a:prstGeom prst="rect">
              <a:avLst/>
            </a:prstGeom>
          </p:spPr>
        </p:pic>
      </p:grpSp>
      <p:pic>
        <p:nvPicPr>
          <p:cNvPr id="193" name="object 193" descr="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5715476" y="3083433"/>
            <a:ext cx="106775" cy="143351"/>
          </a:xfrm>
          <a:prstGeom prst="rect">
            <a:avLst/>
          </a:prstGeom>
        </p:spPr>
      </p:pic>
      <p:grpSp>
        <p:nvGrpSpPr>
          <p:cNvPr id="194" name="object 194" descr=""/>
          <p:cNvGrpSpPr/>
          <p:nvPr/>
        </p:nvGrpSpPr>
        <p:grpSpPr>
          <a:xfrm>
            <a:off x="5869590" y="3013233"/>
            <a:ext cx="262890" cy="213995"/>
            <a:chOff x="5869590" y="3013233"/>
            <a:chExt cx="262890" cy="213995"/>
          </a:xfrm>
        </p:grpSpPr>
        <p:pic>
          <p:nvPicPr>
            <p:cNvPr id="195" name="object 195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5869590" y="3084957"/>
              <a:ext cx="106775" cy="137255"/>
            </a:xfrm>
            <a:prstGeom prst="rect">
              <a:avLst/>
            </a:prstGeom>
          </p:spPr>
        </p:pic>
        <p:pic>
          <p:nvPicPr>
            <p:cNvPr id="196" name="object 196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6011418" y="3013233"/>
              <a:ext cx="120491" cy="213550"/>
            </a:xfrm>
            <a:prstGeom prst="rect">
              <a:avLst/>
            </a:prstGeom>
          </p:spPr>
        </p:pic>
      </p:grpSp>
      <p:pic>
        <p:nvPicPr>
          <p:cNvPr id="197" name="object 197" descr="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6281451" y="3084957"/>
            <a:ext cx="192214" cy="137255"/>
          </a:xfrm>
          <a:prstGeom prst="rect">
            <a:avLst/>
          </a:prstGeom>
        </p:spPr>
      </p:pic>
      <p:grpSp>
        <p:nvGrpSpPr>
          <p:cNvPr id="198" name="object 198" descr=""/>
          <p:cNvGrpSpPr/>
          <p:nvPr/>
        </p:nvGrpSpPr>
        <p:grpSpPr>
          <a:xfrm>
            <a:off x="6522434" y="3083337"/>
            <a:ext cx="790575" cy="143510"/>
            <a:chOff x="6522434" y="3083337"/>
            <a:chExt cx="790575" cy="143510"/>
          </a:xfrm>
        </p:grpSpPr>
        <p:pic>
          <p:nvPicPr>
            <p:cNvPr id="199" name="object 199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522434" y="3084957"/>
              <a:ext cx="106775" cy="137255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6664262" y="3083337"/>
              <a:ext cx="115919" cy="143446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6813804" y="3084957"/>
              <a:ext cx="190595" cy="137255"/>
            </a:xfrm>
            <a:prstGeom prst="rect">
              <a:avLst/>
            </a:prstGeom>
          </p:spPr>
        </p:pic>
        <p:pic>
          <p:nvPicPr>
            <p:cNvPr id="202" name="object 202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7038023" y="3083433"/>
              <a:ext cx="132683" cy="143351"/>
            </a:xfrm>
            <a:prstGeom prst="rect">
              <a:avLst/>
            </a:prstGeom>
          </p:spPr>
        </p:pic>
        <p:pic>
          <p:nvPicPr>
            <p:cNvPr id="203" name="object 203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7204233" y="3084957"/>
              <a:ext cx="108299" cy="137255"/>
            </a:xfrm>
            <a:prstGeom prst="rect">
              <a:avLst/>
            </a:prstGeom>
          </p:spPr>
        </p:pic>
      </p:grpSp>
      <p:grpSp>
        <p:nvGrpSpPr>
          <p:cNvPr id="204" name="object 204" descr=""/>
          <p:cNvGrpSpPr/>
          <p:nvPr/>
        </p:nvGrpSpPr>
        <p:grpSpPr>
          <a:xfrm>
            <a:off x="7359872" y="3023806"/>
            <a:ext cx="291465" cy="203200"/>
            <a:chOff x="7359872" y="3023806"/>
            <a:chExt cx="291465" cy="203200"/>
          </a:xfrm>
        </p:grpSpPr>
        <p:sp>
          <p:nvSpPr>
            <p:cNvPr id="205" name="object 205" descr=""/>
            <p:cNvSpPr/>
            <p:nvPr/>
          </p:nvSpPr>
          <p:spPr>
            <a:xfrm>
              <a:off x="7359866" y="3023818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4" h="198755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7419308" y="3083433"/>
              <a:ext cx="231934" cy="143351"/>
            </a:xfrm>
            <a:prstGeom prst="rect">
              <a:avLst/>
            </a:prstGeom>
          </p:spPr>
        </p:pic>
      </p:grpSp>
      <p:grpSp>
        <p:nvGrpSpPr>
          <p:cNvPr id="207" name="object 207" descr=""/>
          <p:cNvGrpSpPr/>
          <p:nvPr/>
        </p:nvGrpSpPr>
        <p:grpSpPr>
          <a:xfrm>
            <a:off x="7770209" y="3083432"/>
            <a:ext cx="256540" cy="143510"/>
            <a:chOff x="7770209" y="3083432"/>
            <a:chExt cx="256540" cy="143510"/>
          </a:xfrm>
        </p:grpSpPr>
        <p:pic>
          <p:nvPicPr>
            <p:cNvPr id="208" name="object 208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7770209" y="3083432"/>
              <a:ext cx="114395" cy="143351"/>
            </a:xfrm>
            <a:prstGeom prst="rect">
              <a:avLst/>
            </a:prstGeom>
          </p:spPr>
        </p:pic>
        <p:pic>
          <p:nvPicPr>
            <p:cNvPr id="209" name="object 209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7918132" y="3084861"/>
              <a:ext cx="108299" cy="137350"/>
            </a:xfrm>
            <a:prstGeom prst="rect">
              <a:avLst/>
            </a:prstGeom>
          </p:spPr>
        </p:pic>
      </p:grpSp>
      <p:grpSp>
        <p:nvGrpSpPr>
          <p:cNvPr id="210" name="object 210" descr=""/>
          <p:cNvGrpSpPr/>
          <p:nvPr/>
        </p:nvGrpSpPr>
        <p:grpSpPr>
          <a:xfrm>
            <a:off x="8075200" y="3013138"/>
            <a:ext cx="255270" cy="213995"/>
            <a:chOff x="8075200" y="3013138"/>
            <a:chExt cx="255270" cy="213995"/>
          </a:xfrm>
        </p:grpSpPr>
        <p:pic>
          <p:nvPicPr>
            <p:cNvPr id="211" name="object 211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8075200" y="3013138"/>
              <a:ext cx="106775" cy="209073"/>
            </a:xfrm>
            <a:prstGeom prst="rect">
              <a:avLst/>
            </a:prstGeom>
          </p:spPr>
        </p:pic>
        <p:pic>
          <p:nvPicPr>
            <p:cNvPr id="212" name="object 212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223218" y="3083337"/>
              <a:ext cx="106775" cy="143446"/>
            </a:xfrm>
            <a:prstGeom prst="rect">
              <a:avLst/>
            </a:prstGeom>
          </p:spPr>
        </p:pic>
      </p:grpSp>
      <p:grpSp>
        <p:nvGrpSpPr>
          <p:cNvPr id="213" name="object 213" descr=""/>
          <p:cNvGrpSpPr/>
          <p:nvPr/>
        </p:nvGrpSpPr>
        <p:grpSpPr>
          <a:xfrm>
            <a:off x="8375713" y="3083432"/>
            <a:ext cx="392430" cy="143510"/>
            <a:chOff x="8375713" y="3083432"/>
            <a:chExt cx="392430" cy="143510"/>
          </a:xfrm>
        </p:grpSpPr>
        <p:pic>
          <p:nvPicPr>
            <p:cNvPr id="214" name="object 214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8375713" y="3084957"/>
              <a:ext cx="108299" cy="137255"/>
            </a:xfrm>
            <a:prstGeom prst="rect">
              <a:avLst/>
            </a:prstGeom>
          </p:spPr>
        </p:pic>
        <p:pic>
          <p:nvPicPr>
            <p:cNvPr id="215" name="object 215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8519159" y="3083433"/>
              <a:ext cx="114395" cy="143446"/>
            </a:xfrm>
            <a:prstGeom prst="rect">
              <a:avLst/>
            </a:prstGeom>
          </p:spPr>
        </p:pic>
        <p:pic>
          <p:nvPicPr>
            <p:cNvPr id="216" name="object 216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8653367" y="3083432"/>
              <a:ext cx="114395" cy="143351"/>
            </a:xfrm>
            <a:prstGeom prst="rect">
              <a:avLst/>
            </a:prstGeom>
          </p:spPr>
        </p:pic>
      </p:grpSp>
      <p:grpSp>
        <p:nvGrpSpPr>
          <p:cNvPr id="217" name="object 217" descr=""/>
          <p:cNvGrpSpPr/>
          <p:nvPr/>
        </p:nvGrpSpPr>
        <p:grpSpPr>
          <a:xfrm>
            <a:off x="1417034" y="3458717"/>
            <a:ext cx="370840" cy="143510"/>
            <a:chOff x="1417034" y="3458717"/>
            <a:chExt cx="370840" cy="143510"/>
          </a:xfrm>
        </p:grpSpPr>
        <p:pic>
          <p:nvPicPr>
            <p:cNvPr id="218" name="object 218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417034" y="3464813"/>
              <a:ext cx="106775" cy="137350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555908" y="3458718"/>
              <a:ext cx="100584" cy="143446"/>
            </a:xfrm>
            <a:prstGeom prst="rect">
              <a:avLst/>
            </a:prstGeom>
          </p:spPr>
        </p:pic>
        <p:pic>
          <p:nvPicPr>
            <p:cNvPr id="220" name="object 220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1680972" y="3458717"/>
              <a:ext cx="106775" cy="143446"/>
            </a:xfrm>
            <a:prstGeom prst="rect">
              <a:avLst/>
            </a:prstGeom>
          </p:spPr>
        </p:pic>
      </p:grpSp>
      <p:grpSp>
        <p:nvGrpSpPr>
          <p:cNvPr id="221" name="object 221" descr=""/>
          <p:cNvGrpSpPr/>
          <p:nvPr/>
        </p:nvGrpSpPr>
        <p:grpSpPr>
          <a:xfrm>
            <a:off x="1833467" y="3388518"/>
            <a:ext cx="181610" cy="213995"/>
            <a:chOff x="1833467" y="3388518"/>
            <a:chExt cx="181610" cy="213995"/>
          </a:xfrm>
        </p:grpSpPr>
        <p:pic>
          <p:nvPicPr>
            <p:cNvPr id="222" name="object 222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1833467" y="3388518"/>
              <a:ext cx="120491" cy="213645"/>
            </a:xfrm>
            <a:prstGeom prst="rect">
              <a:avLst/>
            </a:prstGeom>
          </p:spPr>
        </p:pic>
        <p:sp>
          <p:nvSpPr>
            <p:cNvPr id="223" name="object 223" descr=""/>
            <p:cNvSpPr/>
            <p:nvPr/>
          </p:nvSpPr>
          <p:spPr>
            <a:xfrm>
              <a:off x="1987575" y="3400805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4" name="object 224" descr=""/>
          <p:cNvSpPr/>
          <p:nvPr/>
        </p:nvSpPr>
        <p:spPr>
          <a:xfrm>
            <a:off x="2061972" y="3387852"/>
            <a:ext cx="22860" cy="212090"/>
          </a:xfrm>
          <a:custGeom>
            <a:avLst/>
            <a:gdLst/>
            <a:ahLst/>
            <a:cxnLst/>
            <a:rect l="l" t="t" r="r" b="b"/>
            <a:pathLst>
              <a:path w="22860" h="212089">
                <a:moveTo>
                  <a:pt x="22860" y="211836"/>
                </a:moveTo>
                <a:lnTo>
                  <a:pt x="0" y="211836"/>
                </a:lnTo>
                <a:lnTo>
                  <a:pt x="0" y="0"/>
                </a:lnTo>
                <a:lnTo>
                  <a:pt x="22860" y="0"/>
                </a:lnTo>
                <a:lnTo>
                  <a:pt x="22860" y="2118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5" name="object 225" descr=""/>
          <p:cNvGrpSpPr/>
          <p:nvPr/>
        </p:nvGrpSpPr>
        <p:grpSpPr>
          <a:xfrm>
            <a:off x="2132457" y="3400710"/>
            <a:ext cx="285750" cy="260985"/>
            <a:chOff x="2132457" y="3400710"/>
            <a:chExt cx="285750" cy="260985"/>
          </a:xfrm>
        </p:grpSpPr>
        <p:sp>
          <p:nvSpPr>
            <p:cNvPr id="226" name="object 226" descr=""/>
            <p:cNvSpPr/>
            <p:nvPr/>
          </p:nvSpPr>
          <p:spPr>
            <a:xfrm>
              <a:off x="2132457" y="340071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7" name="object 227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2187321" y="3426713"/>
              <a:ext cx="230409" cy="234886"/>
            </a:xfrm>
            <a:prstGeom prst="rect">
              <a:avLst/>
            </a:prstGeom>
          </p:spPr>
        </p:pic>
      </p:grpSp>
      <p:pic>
        <p:nvPicPr>
          <p:cNvPr id="228" name="object 228" descr="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1029652" y="3849433"/>
            <a:ext cx="186023" cy="175450"/>
          </a:xfrm>
          <a:prstGeom prst="rect">
            <a:avLst/>
          </a:prstGeom>
        </p:spPr>
      </p:pic>
      <p:sp>
        <p:nvSpPr>
          <p:cNvPr id="229" name="object 229" descr=""/>
          <p:cNvSpPr/>
          <p:nvPr/>
        </p:nvSpPr>
        <p:spPr>
          <a:xfrm>
            <a:off x="1420076" y="3837152"/>
            <a:ext cx="1582420" cy="273685"/>
          </a:xfrm>
          <a:custGeom>
            <a:avLst/>
            <a:gdLst/>
            <a:ahLst/>
            <a:cxnLst/>
            <a:rect l="l" t="t" r="r" b="b"/>
            <a:pathLst>
              <a:path w="1582420" h="273685">
                <a:moveTo>
                  <a:pt x="180022" y="1524"/>
                </a:moveTo>
                <a:lnTo>
                  <a:pt x="44284" y="1524"/>
                </a:lnTo>
                <a:lnTo>
                  <a:pt x="0" y="210591"/>
                </a:lnTo>
                <a:lnTo>
                  <a:pt x="138874" y="210591"/>
                </a:lnTo>
                <a:lnTo>
                  <a:pt x="143446" y="189255"/>
                </a:lnTo>
                <a:lnTo>
                  <a:pt x="32092" y="189255"/>
                </a:lnTo>
                <a:lnTo>
                  <a:pt x="48856" y="111442"/>
                </a:lnTo>
                <a:lnTo>
                  <a:pt x="148018" y="111442"/>
                </a:lnTo>
                <a:lnTo>
                  <a:pt x="152590" y="93052"/>
                </a:lnTo>
                <a:lnTo>
                  <a:pt x="51904" y="93052"/>
                </a:lnTo>
                <a:lnTo>
                  <a:pt x="67144" y="21336"/>
                </a:lnTo>
                <a:lnTo>
                  <a:pt x="175450" y="21336"/>
                </a:lnTo>
                <a:lnTo>
                  <a:pt x="180022" y="1524"/>
                </a:lnTo>
                <a:close/>
              </a:path>
              <a:path w="1582420" h="273685">
                <a:moveTo>
                  <a:pt x="315747" y="76288"/>
                </a:moveTo>
                <a:lnTo>
                  <a:pt x="289839" y="76288"/>
                </a:lnTo>
                <a:lnTo>
                  <a:pt x="239547" y="126682"/>
                </a:lnTo>
                <a:lnTo>
                  <a:pt x="207454" y="76288"/>
                </a:lnTo>
                <a:lnTo>
                  <a:pt x="183070" y="76288"/>
                </a:lnTo>
                <a:lnTo>
                  <a:pt x="225742" y="141922"/>
                </a:lnTo>
                <a:lnTo>
                  <a:pt x="152590" y="210591"/>
                </a:lnTo>
                <a:lnTo>
                  <a:pt x="176974" y="210591"/>
                </a:lnTo>
                <a:lnTo>
                  <a:pt x="233362" y="154114"/>
                </a:lnTo>
                <a:lnTo>
                  <a:pt x="266979" y="210591"/>
                </a:lnTo>
                <a:lnTo>
                  <a:pt x="291363" y="210591"/>
                </a:lnTo>
                <a:lnTo>
                  <a:pt x="245643" y="141922"/>
                </a:lnTo>
                <a:lnTo>
                  <a:pt x="315747" y="76288"/>
                </a:lnTo>
                <a:close/>
              </a:path>
              <a:path w="1582420" h="273685">
                <a:moveTo>
                  <a:pt x="416433" y="76301"/>
                </a:moveTo>
                <a:lnTo>
                  <a:pt x="373761" y="76301"/>
                </a:lnTo>
                <a:lnTo>
                  <a:pt x="381381" y="38201"/>
                </a:lnTo>
                <a:lnTo>
                  <a:pt x="361569" y="38201"/>
                </a:lnTo>
                <a:lnTo>
                  <a:pt x="352425" y="76301"/>
                </a:lnTo>
                <a:lnTo>
                  <a:pt x="326428" y="76301"/>
                </a:lnTo>
                <a:lnTo>
                  <a:pt x="323380" y="93065"/>
                </a:lnTo>
                <a:lnTo>
                  <a:pt x="347853" y="93065"/>
                </a:lnTo>
                <a:lnTo>
                  <a:pt x="331000" y="173926"/>
                </a:lnTo>
                <a:lnTo>
                  <a:pt x="328688" y="187883"/>
                </a:lnTo>
                <a:lnTo>
                  <a:pt x="329666" y="200685"/>
                </a:lnTo>
                <a:lnTo>
                  <a:pt x="335534" y="210019"/>
                </a:lnTo>
                <a:lnTo>
                  <a:pt x="347853" y="213652"/>
                </a:lnTo>
                <a:lnTo>
                  <a:pt x="362953" y="212407"/>
                </a:lnTo>
                <a:lnTo>
                  <a:pt x="376047" y="209461"/>
                </a:lnTo>
                <a:lnTo>
                  <a:pt x="386854" y="205930"/>
                </a:lnTo>
                <a:lnTo>
                  <a:pt x="395097" y="202984"/>
                </a:lnTo>
                <a:lnTo>
                  <a:pt x="393573" y="184696"/>
                </a:lnTo>
                <a:lnTo>
                  <a:pt x="386473" y="188696"/>
                </a:lnTo>
                <a:lnTo>
                  <a:pt x="379095" y="191554"/>
                </a:lnTo>
                <a:lnTo>
                  <a:pt x="371716" y="193268"/>
                </a:lnTo>
                <a:lnTo>
                  <a:pt x="364617" y="193840"/>
                </a:lnTo>
                <a:lnTo>
                  <a:pt x="357378" y="192379"/>
                </a:lnTo>
                <a:lnTo>
                  <a:pt x="353568" y="187921"/>
                </a:lnTo>
                <a:lnTo>
                  <a:pt x="352615" y="180289"/>
                </a:lnTo>
                <a:lnTo>
                  <a:pt x="353949" y="169354"/>
                </a:lnTo>
                <a:lnTo>
                  <a:pt x="369189" y="93065"/>
                </a:lnTo>
                <a:lnTo>
                  <a:pt x="411861" y="93065"/>
                </a:lnTo>
                <a:lnTo>
                  <a:pt x="416433" y="76301"/>
                </a:lnTo>
                <a:close/>
              </a:path>
              <a:path w="1582420" h="273685">
                <a:moveTo>
                  <a:pt x="544169" y="121907"/>
                </a:moveTo>
                <a:lnTo>
                  <a:pt x="543636" y="107429"/>
                </a:lnTo>
                <a:lnTo>
                  <a:pt x="539978" y="93065"/>
                </a:lnTo>
                <a:lnTo>
                  <a:pt x="537743" y="90017"/>
                </a:lnTo>
                <a:lnTo>
                  <a:pt x="531876" y="82016"/>
                </a:lnTo>
                <a:lnTo>
                  <a:pt x="526262" y="78320"/>
                </a:lnTo>
                <a:lnTo>
                  <a:pt x="526262" y="128206"/>
                </a:lnTo>
                <a:lnTo>
                  <a:pt x="451485" y="128206"/>
                </a:lnTo>
                <a:lnTo>
                  <a:pt x="460844" y="112598"/>
                </a:lnTo>
                <a:lnTo>
                  <a:pt x="472338" y="100533"/>
                </a:lnTo>
                <a:lnTo>
                  <a:pt x="485228" y="92760"/>
                </a:lnTo>
                <a:lnTo>
                  <a:pt x="498830" y="90017"/>
                </a:lnTo>
                <a:lnTo>
                  <a:pt x="509968" y="91897"/>
                </a:lnTo>
                <a:lnTo>
                  <a:pt x="519404" y="98209"/>
                </a:lnTo>
                <a:lnTo>
                  <a:pt x="525399" y="109982"/>
                </a:lnTo>
                <a:lnTo>
                  <a:pt x="525526" y="112598"/>
                </a:lnTo>
                <a:lnTo>
                  <a:pt x="525627" y="114884"/>
                </a:lnTo>
                <a:lnTo>
                  <a:pt x="526262" y="128206"/>
                </a:lnTo>
                <a:lnTo>
                  <a:pt x="526262" y="78320"/>
                </a:lnTo>
                <a:lnTo>
                  <a:pt x="522071" y="75539"/>
                </a:lnTo>
                <a:lnTo>
                  <a:pt x="511683" y="72491"/>
                </a:lnTo>
                <a:lnTo>
                  <a:pt x="501878" y="71729"/>
                </a:lnTo>
                <a:lnTo>
                  <a:pt x="477113" y="77330"/>
                </a:lnTo>
                <a:lnTo>
                  <a:pt x="437286" y="114884"/>
                </a:lnTo>
                <a:lnTo>
                  <a:pt x="425958" y="169887"/>
                </a:lnTo>
                <a:lnTo>
                  <a:pt x="435114" y="192684"/>
                </a:lnTo>
                <a:lnTo>
                  <a:pt x="452856" y="208026"/>
                </a:lnTo>
                <a:lnTo>
                  <a:pt x="477494" y="213652"/>
                </a:lnTo>
                <a:lnTo>
                  <a:pt x="491134" y="212331"/>
                </a:lnTo>
                <a:lnTo>
                  <a:pt x="504355" y="208889"/>
                </a:lnTo>
                <a:lnTo>
                  <a:pt x="516712" y="204000"/>
                </a:lnTo>
                <a:lnTo>
                  <a:pt x="527786" y="198412"/>
                </a:lnTo>
                <a:lnTo>
                  <a:pt x="528243" y="195364"/>
                </a:lnTo>
                <a:lnTo>
                  <a:pt x="528320" y="194881"/>
                </a:lnTo>
                <a:lnTo>
                  <a:pt x="530834" y="178498"/>
                </a:lnTo>
                <a:lnTo>
                  <a:pt x="514400" y="187604"/>
                </a:lnTo>
                <a:lnTo>
                  <a:pt x="499973" y="192684"/>
                </a:lnTo>
                <a:lnTo>
                  <a:pt x="488391" y="194881"/>
                </a:lnTo>
                <a:lnTo>
                  <a:pt x="480542" y="195364"/>
                </a:lnTo>
                <a:lnTo>
                  <a:pt x="464350" y="191554"/>
                </a:lnTo>
                <a:lnTo>
                  <a:pt x="452869" y="181025"/>
                </a:lnTo>
                <a:lnTo>
                  <a:pt x="446811" y="165061"/>
                </a:lnTo>
                <a:lnTo>
                  <a:pt x="446913" y="144970"/>
                </a:lnTo>
                <a:lnTo>
                  <a:pt x="541502" y="144970"/>
                </a:lnTo>
                <a:lnTo>
                  <a:pt x="542975" y="134950"/>
                </a:lnTo>
                <a:lnTo>
                  <a:pt x="543585" y="128206"/>
                </a:lnTo>
                <a:lnTo>
                  <a:pt x="544169" y="121907"/>
                </a:lnTo>
                <a:close/>
              </a:path>
              <a:path w="1582420" h="273685">
                <a:moveTo>
                  <a:pt x="688771" y="104787"/>
                </a:moveTo>
                <a:lnTo>
                  <a:pt x="686650" y="89446"/>
                </a:lnTo>
                <a:lnTo>
                  <a:pt x="676783" y="77838"/>
                </a:lnTo>
                <a:lnTo>
                  <a:pt x="655891" y="73240"/>
                </a:lnTo>
                <a:lnTo>
                  <a:pt x="636917" y="76390"/>
                </a:lnTo>
                <a:lnTo>
                  <a:pt x="621792" y="83527"/>
                </a:lnTo>
                <a:lnTo>
                  <a:pt x="611530" y="91249"/>
                </a:lnTo>
                <a:lnTo>
                  <a:pt x="607123" y="96100"/>
                </a:lnTo>
                <a:lnTo>
                  <a:pt x="611695" y="74764"/>
                </a:lnTo>
                <a:lnTo>
                  <a:pt x="588835" y="74764"/>
                </a:lnTo>
                <a:lnTo>
                  <a:pt x="559879" y="210591"/>
                </a:lnTo>
                <a:lnTo>
                  <a:pt x="584263" y="210591"/>
                </a:lnTo>
                <a:lnTo>
                  <a:pt x="599503" y="135826"/>
                </a:lnTo>
                <a:lnTo>
                  <a:pt x="604405" y="120548"/>
                </a:lnTo>
                <a:lnTo>
                  <a:pt x="612457" y="106248"/>
                </a:lnTo>
                <a:lnTo>
                  <a:pt x="623938" y="95669"/>
                </a:lnTo>
                <a:lnTo>
                  <a:pt x="639127" y="91528"/>
                </a:lnTo>
                <a:lnTo>
                  <a:pt x="656031" y="95021"/>
                </a:lnTo>
                <a:lnTo>
                  <a:pt x="663168" y="103390"/>
                </a:lnTo>
                <a:lnTo>
                  <a:pt x="664006" y="113474"/>
                </a:lnTo>
                <a:lnTo>
                  <a:pt x="661987" y="122110"/>
                </a:lnTo>
                <a:lnTo>
                  <a:pt x="643699" y="210591"/>
                </a:lnTo>
                <a:lnTo>
                  <a:pt x="668185" y="210591"/>
                </a:lnTo>
                <a:lnTo>
                  <a:pt x="686473" y="120586"/>
                </a:lnTo>
                <a:lnTo>
                  <a:pt x="688771" y="104787"/>
                </a:lnTo>
                <a:close/>
              </a:path>
              <a:path w="1582420" h="273685">
                <a:moveTo>
                  <a:pt x="823722" y="80873"/>
                </a:moveTo>
                <a:lnTo>
                  <a:pt x="813003" y="76225"/>
                </a:lnTo>
                <a:lnTo>
                  <a:pt x="803148" y="73444"/>
                </a:lnTo>
                <a:lnTo>
                  <a:pt x="793292" y="72085"/>
                </a:lnTo>
                <a:lnTo>
                  <a:pt x="782574" y="71729"/>
                </a:lnTo>
                <a:lnTo>
                  <a:pt x="771347" y="72326"/>
                </a:lnTo>
                <a:lnTo>
                  <a:pt x="753376" y="76492"/>
                </a:lnTo>
                <a:lnTo>
                  <a:pt x="735126" y="87833"/>
                </a:lnTo>
                <a:lnTo>
                  <a:pt x="723049" y="109918"/>
                </a:lnTo>
                <a:lnTo>
                  <a:pt x="722350" y="120472"/>
                </a:lnTo>
                <a:lnTo>
                  <a:pt x="724382" y="129159"/>
                </a:lnTo>
                <a:lnTo>
                  <a:pt x="762673" y="152590"/>
                </a:lnTo>
                <a:lnTo>
                  <a:pt x="771461" y="154216"/>
                </a:lnTo>
                <a:lnTo>
                  <a:pt x="780084" y="157543"/>
                </a:lnTo>
                <a:lnTo>
                  <a:pt x="786117" y="163741"/>
                </a:lnTo>
                <a:lnTo>
                  <a:pt x="787146" y="173926"/>
                </a:lnTo>
                <a:lnTo>
                  <a:pt x="780605" y="186321"/>
                </a:lnTo>
                <a:lnTo>
                  <a:pt x="770331" y="192684"/>
                </a:lnTo>
                <a:lnTo>
                  <a:pt x="760056" y="195021"/>
                </a:lnTo>
                <a:lnTo>
                  <a:pt x="753529" y="195364"/>
                </a:lnTo>
                <a:lnTo>
                  <a:pt x="737209" y="193408"/>
                </a:lnTo>
                <a:lnTo>
                  <a:pt x="724763" y="188874"/>
                </a:lnTo>
                <a:lnTo>
                  <a:pt x="716013" y="183743"/>
                </a:lnTo>
                <a:lnTo>
                  <a:pt x="710857" y="180022"/>
                </a:lnTo>
                <a:lnTo>
                  <a:pt x="703237" y="199936"/>
                </a:lnTo>
                <a:lnTo>
                  <a:pt x="710399" y="204647"/>
                </a:lnTo>
                <a:lnTo>
                  <a:pt x="720572" y="209080"/>
                </a:lnTo>
                <a:lnTo>
                  <a:pt x="733882" y="212356"/>
                </a:lnTo>
                <a:lnTo>
                  <a:pt x="750481" y="213652"/>
                </a:lnTo>
                <a:lnTo>
                  <a:pt x="756843" y="213499"/>
                </a:lnTo>
                <a:lnTo>
                  <a:pt x="795413" y="198005"/>
                </a:lnTo>
                <a:lnTo>
                  <a:pt x="809701" y="161023"/>
                </a:lnTo>
                <a:lnTo>
                  <a:pt x="807910" y="152209"/>
                </a:lnTo>
                <a:lnTo>
                  <a:pt x="771817" y="128206"/>
                </a:lnTo>
                <a:lnTo>
                  <a:pt x="760260" y="125755"/>
                </a:lnTo>
                <a:lnTo>
                  <a:pt x="751433" y="122301"/>
                </a:lnTo>
                <a:lnTo>
                  <a:pt x="746302" y="116852"/>
                </a:lnTo>
                <a:lnTo>
                  <a:pt x="745909" y="108394"/>
                </a:lnTo>
                <a:lnTo>
                  <a:pt x="751065" y="96888"/>
                </a:lnTo>
                <a:lnTo>
                  <a:pt x="759815" y="90970"/>
                </a:lnTo>
                <a:lnTo>
                  <a:pt x="768870" y="88798"/>
                </a:lnTo>
                <a:lnTo>
                  <a:pt x="774954" y="88493"/>
                </a:lnTo>
                <a:lnTo>
                  <a:pt x="783094" y="88887"/>
                </a:lnTo>
                <a:lnTo>
                  <a:pt x="793242" y="90589"/>
                </a:lnTo>
                <a:lnTo>
                  <a:pt x="804532" y="94272"/>
                </a:lnTo>
                <a:lnTo>
                  <a:pt x="816102" y="100685"/>
                </a:lnTo>
                <a:lnTo>
                  <a:pt x="823722" y="80873"/>
                </a:lnTo>
                <a:close/>
              </a:path>
              <a:path w="1582420" h="273685">
                <a:moveTo>
                  <a:pt x="883246" y="76288"/>
                </a:moveTo>
                <a:lnTo>
                  <a:pt x="860298" y="76288"/>
                </a:lnTo>
                <a:lnTo>
                  <a:pt x="832866" y="210591"/>
                </a:lnTo>
                <a:lnTo>
                  <a:pt x="855726" y="210591"/>
                </a:lnTo>
                <a:lnTo>
                  <a:pt x="883246" y="76288"/>
                </a:lnTo>
                <a:close/>
              </a:path>
              <a:path w="1582420" h="273685">
                <a:moveTo>
                  <a:pt x="900010" y="12192"/>
                </a:moveTo>
                <a:lnTo>
                  <a:pt x="872490" y="12192"/>
                </a:lnTo>
                <a:lnTo>
                  <a:pt x="866394" y="39624"/>
                </a:lnTo>
                <a:lnTo>
                  <a:pt x="893914" y="39624"/>
                </a:lnTo>
                <a:lnTo>
                  <a:pt x="900010" y="12192"/>
                </a:lnTo>
                <a:close/>
              </a:path>
              <a:path w="1582420" h="273685">
                <a:moveTo>
                  <a:pt x="1041488" y="116408"/>
                </a:moveTo>
                <a:lnTo>
                  <a:pt x="1036320" y="94056"/>
                </a:lnTo>
                <a:lnTo>
                  <a:pt x="1034275" y="91541"/>
                </a:lnTo>
                <a:lnTo>
                  <a:pt x="1033043" y="90017"/>
                </a:lnTo>
                <a:lnTo>
                  <a:pt x="1024013" y="78854"/>
                </a:lnTo>
                <a:lnTo>
                  <a:pt x="1017625" y="76949"/>
                </a:lnTo>
                <a:lnTo>
                  <a:pt x="1017625" y="118618"/>
                </a:lnTo>
                <a:lnTo>
                  <a:pt x="1015936" y="143446"/>
                </a:lnTo>
                <a:lnTo>
                  <a:pt x="1006703" y="168313"/>
                </a:lnTo>
                <a:lnTo>
                  <a:pt x="992454" y="184302"/>
                </a:lnTo>
                <a:lnTo>
                  <a:pt x="976210" y="192836"/>
                </a:lnTo>
                <a:lnTo>
                  <a:pt x="960970" y="195364"/>
                </a:lnTo>
                <a:lnTo>
                  <a:pt x="952423" y="194195"/>
                </a:lnTo>
                <a:lnTo>
                  <a:pt x="945159" y="190588"/>
                </a:lnTo>
                <a:lnTo>
                  <a:pt x="939292" y="184302"/>
                </a:lnTo>
                <a:lnTo>
                  <a:pt x="935062" y="175450"/>
                </a:lnTo>
                <a:lnTo>
                  <a:pt x="950302" y="109918"/>
                </a:lnTo>
                <a:lnTo>
                  <a:pt x="956233" y="103797"/>
                </a:lnTo>
                <a:lnTo>
                  <a:pt x="964590" y="97828"/>
                </a:lnTo>
                <a:lnTo>
                  <a:pt x="974953" y="93319"/>
                </a:lnTo>
                <a:lnTo>
                  <a:pt x="986878" y="91541"/>
                </a:lnTo>
                <a:lnTo>
                  <a:pt x="999744" y="94056"/>
                </a:lnTo>
                <a:lnTo>
                  <a:pt x="1011161" y="102628"/>
                </a:lnTo>
                <a:lnTo>
                  <a:pt x="1017625" y="118618"/>
                </a:lnTo>
                <a:lnTo>
                  <a:pt x="1017625" y="76949"/>
                </a:lnTo>
                <a:lnTo>
                  <a:pt x="1005268" y="73253"/>
                </a:lnTo>
                <a:lnTo>
                  <a:pt x="995019" y="73939"/>
                </a:lnTo>
                <a:lnTo>
                  <a:pt x="982738" y="76492"/>
                </a:lnTo>
                <a:lnTo>
                  <a:pt x="968756" y="81610"/>
                </a:lnTo>
                <a:lnTo>
                  <a:pt x="953350" y="90017"/>
                </a:lnTo>
                <a:lnTo>
                  <a:pt x="971638" y="0"/>
                </a:lnTo>
                <a:lnTo>
                  <a:pt x="948778" y="0"/>
                </a:lnTo>
                <a:lnTo>
                  <a:pt x="904582" y="210604"/>
                </a:lnTo>
                <a:lnTo>
                  <a:pt x="928966" y="210604"/>
                </a:lnTo>
                <a:lnTo>
                  <a:pt x="932014" y="196888"/>
                </a:lnTo>
                <a:lnTo>
                  <a:pt x="936879" y="202069"/>
                </a:lnTo>
                <a:lnTo>
                  <a:pt x="944587" y="207556"/>
                </a:lnTo>
                <a:lnTo>
                  <a:pt x="955167" y="211886"/>
                </a:lnTo>
                <a:lnTo>
                  <a:pt x="968590" y="213652"/>
                </a:lnTo>
                <a:lnTo>
                  <a:pt x="991387" y="208267"/>
                </a:lnTo>
                <a:lnTo>
                  <a:pt x="1007452" y="196888"/>
                </a:lnTo>
                <a:lnTo>
                  <a:pt x="1009599" y="195364"/>
                </a:lnTo>
                <a:lnTo>
                  <a:pt x="1012304" y="193446"/>
                </a:lnTo>
                <a:lnTo>
                  <a:pt x="1028915" y="171170"/>
                </a:lnTo>
                <a:lnTo>
                  <a:pt x="1038796" y="143446"/>
                </a:lnTo>
                <a:lnTo>
                  <a:pt x="1041488" y="116408"/>
                </a:lnTo>
                <a:close/>
              </a:path>
              <a:path w="1582420" h="273685">
                <a:moveTo>
                  <a:pt x="1112050" y="76390"/>
                </a:moveTo>
                <a:lnTo>
                  <a:pt x="1089088" y="76390"/>
                </a:lnTo>
                <a:lnTo>
                  <a:pt x="1060132" y="210591"/>
                </a:lnTo>
                <a:lnTo>
                  <a:pt x="1082992" y="210591"/>
                </a:lnTo>
                <a:lnTo>
                  <a:pt x="1112050" y="76390"/>
                </a:lnTo>
                <a:close/>
              </a:path>
              <a:path w="1582420" h="273685">
                <a:moveTo>
                  <a:pt x="1127290" y="12280"/>
                </a:moveTo>
                <a:lnTo>
                  <a:pt x="1101280" y="12280"/>
                </a:lnTo>
                <a:lnTo>
                  <a:pt x="1095184" y="39712"/>
                </a:lnTo>
                <a:lnTo>
                  <a:pt x="1122718" y="39712"/>
                </a:lnTo>
                <a:lnTo>
                  <a:pt x="1127290" y="12280"/>
                </a:lnTo>
                <a:close/>
              </a:path>
              <a:path w="1582420" h="273685">
                <a:moveTo>
                  <a:pt x="1200429" y="0"/>
                </a:moveTo>
                <a:lnTo>
                  <a:pt x="1177582" y="0"/>
                </a:lnTo>
                <a:lnTo>
                  <a:pt x="1133373" y="210591"/>
                </a:lnTo>
                <a:lnTo>
                  <a:pt x="1154722" y="210591"/>
                </a:lnTo>
                <a:lnTo>
                  <a:pt x="1200429" y="0"/>
                </a:lnTo>
                <a:close/>
              </a:path>
              <a:path w="1582420" h="273685">
                <a:moveTo>
                  <a:pt x="1255496" y="76288"/>
                </a:moveTo>
                <a:lnTo>
                  <a:pt x="1232535" y="76288"/>
                </a:lnTo>
                <a:lnTo>
                  <a:pt x="1205103" y="210591"/>
                </a:lnTo>
                <a:lnTo>
                  <a:pt x="1227963" y="210591"/>
                </a:lnTo>
                <a:lnTo>
                  <a:pt x="1255496" y="76288"/>
                </a:lnTo>
                <a:close/>
              </a:path>
              <a:path w="1582420" h="273685">
                <a:moveTo>
                  <a:pt x="1272260" y="12192"/>
                </a:moveTo>
                <a:lnTo>
                  <a:pt x="1244727" y="12192"/>
                </a:lnTo>
                <a:lnTo>
                  <a:pt x="1238631" y="39624"/>
                </a:lnTo>
                <a:lnTo>
                  <a:pt x="1266164" y="39624"/>
                </a:lnTo>
                <a:lnTo>
                  <a:pt x="1272260" y="12192"/>
                </a:lnTo>
                <a:close/>
              </a:path>
              <a:path w="1582420" h="273685">
                <a:moveTo>
                  <a:pt x="1375879" y="76301"/>
                </a:moveTo>
                <a:lnTo>
                  <a:pt x="1333207" y="76301"/>
                </a:lnTo>
                <a:lnTo>
                  <a:pt x="1342351" y="38201"/>
                </a:lnTo>
                <a:lnTo>
                  <a:pt x="1321015" y="38201"/>
                </a:lnTo>
                <a:lnTo>
                  <a:pt x="1313395" y="76301"/>
                </a:lnTo>
                <a:lnTo>
                  <a:pt x="1285875" y="76301"/>
                </a:lnTo>
                <a:lnTo>
                  <a:pt x="1282827" y="93065"/>
                </a:lnTo>
                <a:lnTo>
                  <a:pt x="1308823" y="93065"/>
                </a:lnTo>
                <a:lnTo>
                  <a:pt x="1290447" y="173926"/>
                </a:lnTo>
                <a:lnTo>
                  <a:pt x="1288999" y="187883"/>
                </a:lnTo>
                <a:lnTo>
                  <a:pt x="1290256" y="200685"/>
                </a:lnTo>
                <a:lnTo>
                  <a:pt x="1295806" y="210019"/>
                </a:lnTo>
                <a:lnTo>
                  <a:pt x="1307211" y="213652"/>
                </a:lnTo>
                <a:lnTo>
                  <a:pt x="1322362" y="212407"/>
                </a:lnTo>
                <a:lnTo>
                  <a:pt x="1335493" y="209461"/>
                </a:lnTo>
                <a:lnTo>
                  <a:pt x="1346314" y="205930"/>
                </a:lnTo>
                <a:lnTo>
                  <a:pt x="1354543" y="202984"/>
                </a:lnTo>
                <a:lnTo>
                  <a:pt x="1353019" y="184696"/>
                </a:lnTo>
                <a:lnTo>
                  <a:pt x="1345933" y="188696"/>
                </a:lnTo>
                <a:lnTo>
                  <a:pt x="1338541" y="191554"/>
                </a:lnTo>
                <a:lnTo>
                  <a:pt x="1331163" y="193268"/>
                </a:lnTo>
                <a:lnTo>
                  <a:pt x="1324063" y="193840"/>
                </a:lnTo>
                <a:lnTo>
                  <a:pt x="1317472" y="192379"/>
                </a:lnTo>
                <a:lnTo>
                  <a:pt x="1313586" y="187921"/>
                </a:lnTo>
                <a:lnTo>
                  <a:pt x="1312278" y="180289"/>
                </a:lnTo>
                <a:lnTo>
                  <a:pt x="1313395" y="169354"/>
                </a:lnTo>
                <a:lnTo>
                  <a:pt x="1330159" y="93065"/>
                </a:lnTo>
                <a:lnTo>
                  <a:pt x="1372831" y="93065"/>
                </a:lnTo>
                <a:lnTo>
                  <a:pt x="1375879" y="76301"/>
                </a:lnTo>
                <a:close/>
              </a:path>
              <a:path w="1582420" h="273685">
                <a:moveTo>
                  <a:pt x="1516189" y="76288"/>
                </a:moveTo>
                <a:lnTo>
                  <a:pt x="1493329" y="76288"/>
                </a:lnTo>
                <a:lnTo>
                  <a:pt x="1458468" y="134137"/>
                </a:lnTo>
                <a:lnTo>
                  <a:pt x="1439608" y="168249"/>
                </a:lnTo>
                <a:lnTo>
                  <a:pt x="1431607" y="185762"/>
                </a:lnTo>
                <a:lnTo>
                  <a:pt x="1429321" y="193827"/>
                </a:lnTo>
                <a:lnTo>
                  <a:pt x="1428292" y="172605"/>
                </a:lnTo>
                <a:lnTo>
                  <a:pt x="1424559" y="146697"/>
                </a:lnTo>
                <a:lnTo>
                  <a:pt x="1418653" y="114490"/>
                </a:lnTo>
                <a:lnTo>
                  <a:pt x="1409407" y="76288"/>
                </a:lnTo>
                <a:lnTo>
                  <a:pt x="1386547" y="76288"/>
                </a:lnTo>
                <a:lnTo>
                  <a:pt x="1415605" y="210591"/>
                </a:lnTo>
                <a:lnTo>
                  <a:pt x="1400263" y="238023"/>
                </a:lnTo>
                <a:lnTo>
                  <a:pt x="1392440" y="247726"/>
                </a:lnTo>
                <a:lnTo>
                  <a:pt x="1386738" y="252691"/>
                </a:lnTo>
                <a:lnTo>
                  <a:pt x="1382483" y="254533"/>
                </a:lnTo>
                <a:lnTo>
                  <a:pt x="1378927" y="254787"/>
                </a:lnTo>
                <a:lnTo>
                  <a:pt x="1363687" y="254787"/>
                </a:lnTo>
                <a:lnTo>
                  <a:pt x="1356067" y="250215"/>
                </a:lnTo>
                <a:lnTo>
                  <a:pt x="1353019" y="270129"/>
                </a:lnTo>
                <a:lnTo>
                  <a:pt x="1368259" y="273177"/>
                </a:lnTo>
                <a:lnTo>
                  <a:pt x="1374355" y="273177"/>
                </a:lnTo>
                <a:lnTo>
                  <a:pt x="1382750" y="271983"/>
                </a:lnTo>
                <a:lnTo>
                  <a:pt x="1392275" y="267068"/>
                </a:lnTo>
                <a:lnTo>
                  <a:pt x="1403553" y="256425"/>
                </a:lnTo>
                <a:lnTo>
                  <a:pt x="1417129" y="238023"/>
                </a:lnTo>
                <a:lnTo>
                  <a:pt x="1516189" y="76288"/>
                </a:lnTo>
                <a:close/>
              </a:path>
              <a:path w="1582420" h="273685">
                <a:moveTo>
                  <a:pt x="1581823" y="186220"/>
                </a:moveTo>
                <a:lnTo>
                  <a:pt x="1555813" y="186220"/>
                </a:lnTo>
                <a:lnTo>
                  <a:pt x="1555813" y="210604"/>
                </a:lnTo>
                <a:lnTo>
                  <a:pt x="1581823" y="210604"/>
                </a:lnTo>
                <a:lnTo>
                  <a:pt x="1581823" y="186220"/>
                </a:lnTo>
                <a:close/>
              </a:path>
              <a:path w="1582420" h="273685">
                <a:moveTo>
                  <a:pt x="1581823" y="76301"/>
                </a:moveTo>
                <a:lnTo>
                  <a:pt x="1555813" y="76301"/>
                </a:lnTo>
                <a:lnTo>
                  <a:pt x="1555813" y="100685"/>
                </a:lnTo>
                <a:lnTo>
                  <a:pt x="1581823" y="100685"/>
                </a:lnTo>
                <a:lnTo>
                  <a:pt x="1581823" y="76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0" name="object 230" descr=""/>
          <p:cNvGrpSpPr/>
          <p:nvPr/>
        </p:nvGrpSpPr>
        <p:grpSpPr>
          <a:xfrm>
            <a:off x="3195637" y="3837146"/>
            <a:ext cx="526415" cy="213995"/>
            <a:chOff x="3195637" y="3837146"/>
            <a:chExt cx="526415" cy="213995"/>
          </a:xfrm>
        </p:grpSpPr>
        <p:pic>
          <p:nvPicPr>
            <p:cNvPr id="231" name="object 231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3195637" y="3837146"/>
              <a:ext cx="204406" cy="210597"/>
            </a:xfrm>
            <a:prstGeom prst="rect">
              <a:avLst/>
            </a:prstGeom>
          </p:spPr>
        </p:pic>
        <p:pic>
          <p:nvPicPr>
            <p:cNvPr id="232" name="object 232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3439667" y="3908869"/>
              <a:ext cx="132683" cy="141922"/>
            </a:xfrm>
            <a:prstGeom prst="rect">
              <a:avLst/>
            </a:prstGeom>
          </p:spPr>
        </p:pic>
        <p:pic>
          <p:nvPicPr>
            <p:cNvPr id="233" name="object 233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3601402" y="3837146"/>
              <a:ext cx="120491" cy="213645"/>
            </a:xfrm>
            <a:prstGeom prst="rect">
              <a:avLst/>
            </a:prstGeom>
          </p:spPr>
        </p:pic>
      </p:grpSp>
      <p:pic>
        <p:nvPicPr>
          <p:cNvPr id="234" name="object 234" descr=""/>
          <p:cNvPicPr/>
          <p:nvPr/>
        </p:nvPicPr>
        <p:blipFill>
          <a:blip r:embed="rId143" cstate="print"/>
          <a:stretch>
            <a:fillRect/>
          </a:stretch>
        </p:blipFill>
        <p:spPr>
          <a:xfrm>
            <a:off x="3770661" y="3913441"/>
            <a:ext cx="106775" cy="137350"/>
          </a:xfrm>
          <a:prstGeom prst="rect">
            <a:avLst/>
          </a:prstGeom>
        </p:spPr>
      </p:pic>
      <p:grpSp>
        <p:nvGrpSpPr>
          <p:cNvPr id="235" name="object 235" descr=""/>
          <p:cNvGrpSpPr/>
          <p:nvPr/>
        </p:nvGrpSpPr>
        <p:grpSpPr>
          <a:xfrm>
            <a:off x="3925823" y="3837432"/>
            <a:ext cx="284480" cy="213360"/>
            <a:chOff x="3925823" y="3837432"/>
            <a:chExt cx="284480" cy="213360"/>
          </a:xfrm>
        </p:grpSpPr>
        <p:sp>
          <p:nvSpPr>
            <p:cNvPr id="236" name="object 236" descr=""/>
            <p:cNvSpPr/>
            <p:nvPr/>
          </p:nvSpPr>
          <p:spPr>
            <a:xfrm>
              <a:off x="3925823" y="383743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7" name="object 237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3990308" y="3908869"/>
              <a:ext cx="108299" cy="141922"/>
            </a:xfrm>
            <a:prstGeom prst="rect">
              <a:avLst/>
            </a:prstGeom>
          </p:spPr>
        </p:pic>
        <p:pic>
          <p:nvPicPr>
            <p:cNvPr id="238" name="object 238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4136707" y="3910298"/>
              <a:ext cx="73247" cy="137350"/>
            </a:xfrm>
            <a:prstGeom prst="rect">
              <a:avLst/>
            </a:prstGeom>
          </p:spPr>
        </p:pic>
      </p:grpSp>
      <p:grpSp>
        <p:nvGrpSpPr>
          <p:cNvPr id="239" name="object 239" descr=""/>
          <p:cNvGrpSpPr/>
          <p:nvPr/>
        </p:nvGrpSpPr>
        <p:grpSpPr>
          <a:xfrm>
            <a:off x="4325873" y="3837146"/>
            <a:ext cx="750570" cy="273685"/>
            <a:chOff x="4325873" y="3837146"/>
            <a:chExt cx="750570" cy="273685"/>
          </a:xfrm>
        </p:grpSpPr>
        <p:pic>
          <p:nvPicPr>
            <p:cNvPr id="240" name="object 240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4325873" y="3837146"/>
              <a:ext cx="120586" cy="213645"/>
            </a:xfrm>
            <a:prstGeom prst="rect">
              <a:avLst/>
            </a:prstGeom>
          </p:spPr>
        </p:pic>
        <p:pic>
          <p:nvPicPr>
            <p:cNvPr id="241" name="object 241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4481512" y="3908869"/>
              <a:ext cx="233362" cy="141922"/>
            </a:xfrm>
            <a:prstGeom prst="rect">
              <a:avLst/>
            </a:prstGeom>
          </p:spPr>
        </p:pic>
        <p:sp>
          <p:nvSpPr>
            <p:cNvPr id="242" name="object 242" descr=""/>
            <p:cNvSpPr/>
            <p:nvPr/>
          </p:nvSpPr>
          <p:spPr>
            <a:xfrm>
              <a:off x="4743919" y="384934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3" name="object 243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4801838" y="3910393"/>
              <a:ext cx="138779" cy="199929"/>
            </a:xfrm>
            <a:prstGeom prst="rect">
              <a:avLst/>
            </a:prstGeom>
          </p:spPr>
        </p:pic>
        <p:pic>
          <p:nvPicPr>
            <p:cNvPr id="244" name="object 244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4969573" y="3910393"/>
              <a:ext cx="106775" cy="137350"/>
            </a:xfrm>
            <a:prstGeom prst="rect">
              <a:avLst/>
            </a:prstGeom>
          </p:spPr>
        </p:pic>
      </p:grpSp>
      <p:pic>
        <p:nvPicPr>
          <p:cNvPr id="245" name="object 245" descr=""/>
          <p:cNvPicPr/>
          <p:nvPr/>
        </p:nvPicPr>
        <p:blipFill>
          <a:blip r:embed="rId150" cstate="print"/>
          <a:stretch>
            <a:fillRect/>
          </a:stretch>
        </p:blipFill>
        <p:spPr>
          <a:xfrm>
            <a:off x="5218271" y="3908869"/>
            <a:ext cx="108299" cy="141922"/>
          </a:xfrm>
          <a:prstGeom prst="rect">
            <a:avLst/>
          </a:prstGeom>
        </p:spPr>
      </p:pic>
      <p:sp>
        <p:nvSpPr>
          <p:cNvPr id="246" name="object 246" descr=""/>
          <p:cNvSpPr/>
          <p:nvPr/>
        </p:nvSpPr>
        <p:spPr>
          <a:xfrm>
            <a:off x="5372100" y="3837432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60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60" y="0"/>
                </a:lnTo>
                <a:lnTo>
                  <a:pt x="22860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7" name="object 247" descr=""/>
          <p:cNvGrpSpPr/>
          <p:nvPr/>
        </p:nvGrpSpPr>
        <p:grpSpPr>
          <a:xfrm>
            <a:off x="5443728" y="3837432"/>
            <a:ext cx="506730" cy="213360"/>
            <a:chOff x="5443728" y="3837432"/>
            <a:chExt cx="506730" cy="213360"/>
          </a:xfrm>
        </p:grpSpPr>
        <p:sp>
          <p:nvSpPr>
            <p:cNvPr id="248" name="object 248" descr=""/>
            <p:cNvSpPr/>
            <p:nvPr/>
          </p:nvSpPr>
          <p:spPr>
            <a:xfrm>
              <a:off x="5443728" y="383743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9" name="object 249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5500401" y="3908869"/>
              <a:ext cx="450056" cy="141922"/>
            </a:xfrm>
            <a:prstGeom prst="rect">
              <a:avLst/>
            </a:prstGeom>
          </p:spPr>
        </p:pic>
      </p:grpSp>
      <p:grpSp>
        <p:nvGrpSpPr>
          <p:cNvPr id="250" name="object 250" descr=""/>
          <p:cNvGrpSpPr/>
          <p:nvPr/>
        </p:nvGrpSpPr>
        <p:grpSpPr>
          <a:xfrm>
            <a:off x="6066377" y="3834098"/>
            <a:ext cx="327025" cy="217170"/>
            <a:chOff x="6066377" y="3834098"/>
            <a:chExt cx="327025" cy="217170"/>
          </a:xfrm>
        </p:grpSpPr>
        <p:pic>
          <p:nvPicPr>
            <p:cNvPr id="251" name="object 251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6066377" y="3834098"/>
              <a:ext cx="225742" cy="216693"/>
            </a:xfrm>
            <a:prstGeom prst="rect">
              <a:avLst/>
            </a:prstGeom>
          </p:spPr>
        </p:pic>
        <p:pic>
          <p:nvPicPr>
            <p:cNvPr id="252" name="object 252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6318122" y="3910298"/>
              <a:ext cx="74675" cy="137350"/>
            </a:xfrm>
            <a:prstGeom prst="rect">
              <a:avLst/>
            </a:prstGeom>
          </p:spPr>
        </p:pic>
      </p:grpSp>
      <p:grpSp>
        <p:nvGrpSpPr>
          <p:cNvPr id="253" name="object 253" descr=""/>
          <p:cNvGrpSpPr/>
          <p:nvPr/>
        </p:nvGrpSpPr>
        <p:grpSpPr>
          <a:xfrm>
            <a:off x="6505670" y="3834098"/>
            <a:ext cx="481965" cy="217170"/>
            <a:chOff x="6505670" y="3834098"/>
            <a:chExt cx="481965" cy="217170"/>
          </a:xfrm>
        </p:grpSpPr>
        <p:pic>
          <p:nvPicPr>
            <p:cNvPr id="254" name="object 254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6505670" y="3834098"/>
              <a:ext cx="216598" cy="216693"/>
            </a:xfrm>
            <a:prstGeom prst="rect">
              <a:avLst/>
            </a:prstGeom>
          </p:spPr>
        </p:pic>
        <p:pic>
          <p:nvPicPr>
            <p:cNvPr id="255" name="object 255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6751224" y="3875341"/>
              <a:ext cx="96107" cy="175450"/>
            </a:xfrm>
            <a:prstGeom prst="rect">
              <a:avLst/>
            </a:prstGeom>
          </p:spPr>
        </p:pic>
        <p:pic>
          <p:nvPicPr>
            <p:cNvPr id="256" name="object 256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6879335" y="3913441"/>
              <a:ext cx="108299" cy="137350"/>
            </a:xfrm>
            <a:prstGeom prst="rect">
              <a:avLst/>
            </a:prstGeom>
          </p:spPr>
        </p:pic>
      </p:grpSp>
      <p:pic>
        <p:nvPicPr>
          <p:cNvPr id="257" name="object 257" descr=""/>
          <p:cNvPicPr/>
          <p:nvPr/>
        </p:nvPicPr>
        <p:blipFill>
          <a:blip r:embed="rId157" cstate="print"/>
          <a:stretch>
            <a:fillRect/>
          </a:stretch>
        </p:blipFill>
        <p:spPr>
          <a:xfrm>
            <a:off x="7036498" y="3908869"/>
            <a:ext cx="204406" cy="141922"/>
          </a:xfrm>
          <a:prstGeom prst="rect">
            <a:avLst/>
          </a:prstGeom>
        </p:spPr>
      </p:pic>
      <p:grpSp>
        <p:nvGrpSpPr>
          <p:cNvPr id="258" name="object 258" descr=""/>
          <p:cNvGrpSpPr/>
          <p:nvPr/>
        </p:nvGrpSpPr>
        <p:grpSpPr>
          <a:xfrm>
            <a:off x="7359872" y="3908869"/>
            <a:ext cx="256540" cy="142240"/>
            <a:chOff x="7359872" y="3908869"/>
            <a:chExt cx="256540" cy="142240"/>
          </a:xfrm>
        </p:grpSpPr>
        <p:pic>
          <p:nvPicPr>
            <p:cNvPr id="259" name="object 259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7359872" y="3908869"/>
              <a:ext cx="115919" cy="141922"/>
            </a:xfrm>
            <a:prstGeom prst="rect">
              <a:avLst/>
            </a:prstGeom>
          </p:spPr>
        </p:pic>
        <p:pic>
          <p:nvPicPr>
            <p:cNvPr id="260" name="object 260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7509320" y="3910393"/>
              <a:ext cx="106775" cy="137350"/>
            </a:xfrm>
            <a:prstGeom prst="rect">
              <a:avLst/>
            </a:prstGeom>
          </p:spPr>
        </p:pic>
      </p:grpSp>
      <p:grpSp>
        <p:nvGrpSpPr>
          <p:cNvPr id="261" name="object 261" descr=""/>
          <p:cNvGrpSpPr/>
          <p:nvPr/>
        </p:nvGrpSpPr>
        <p:grpSpPr>
          <a:xfrm>
            <a:off x="7664957" y="3837146"/>
            <a:ext cx="256540" cy="213995"/>
            <a:chOff x="7664957" y="3837146"/>
            <a:chExt cx="256540" cy="213995"/>
          </a:xfrm>
        </p:grpSpPr>
        <p:pic>
          <p:nvPicPr>
            <p:cNvPr id="262" name="object 262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7664957" y="3837146"/>
              <a:ext cx="106775" cy="210597"/>
            </a:xfrm>
            <a:prstGeom prst="rect">
              <a:avLst/>
            </a:prstGeom>
          </p:spPr>
        </p:pic>
        <p:pic>
          <p:nvPicPr>
            <p:cNvPr id="263" name="object 263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7812880" y="3908869"/>
              <a:ext cx="108299" cy="141922"/>
            </a:xfrm>
            <a:prstGeom prst="rect">
              <a:avLst/>
            </a:prstGeom>
          </p:spPr>
        </p:pic>
      </p:grpSp>
      <p:grpSp>
        <p:nvGrpSpPr>
          <p:cNvPr id="264" name="object 264" descr=""/>
          <p:cNvGrpSpPr/>
          <p:nvPr/>
        </p:nvGrpSpPr>
        <p:grpSpPr>
          <a:xfrm>
            <a:off x="7966900" y="3875341"/>
            <a:ext cx="1148715" cy="175895"/>
            <a:chOff x="7966900" y="3875341"/>
            <a:chExt cx="1148715" cy="175895"/>
          </a:xfrm>
        </p:grpSpPr>
        <p:pic>
          <p:nvPicPr>
            <p:cNvPr id="265" name="object 265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7966900" y="3910393"/>
              <a:ext cx="106775" cy="137350"/>
            </a:xfrm>
            <a:prstGeom prst="rect">
              <a:avLst/>
            </a:prstGeom>
          </p:spPr>
        </p:pic>
        <p:pic>
          <p:nvPicPr>
            <p:cNvPr id="266" name="object 266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8108823" y="3908869"/>
              <a:ext cx="114395" cy="141922"/>
            </a:xfrm>
            <a:prstGeom prst="rect">
              <a:avLst/>
            </a:prstGeom>
          </p:spPr>
        </p:pic>
        <p:pic>
          <p:nvPicPr>
            <p:cNvPr id="267" name="object 267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8243030" y="3908869"/>
              <a:ext cx="114395" cy="141922"/>
            </a:xfrm>
            <a:prstGeom prst="rect">
              <a:avLst/>
            </a:prstGeom>
          </p:spPr>
        </p:pic>
        <p:pic>
          <p:nvPicPr>
            <p:cNvPr id="268" name="object 268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8390953" y="3910393"/>
              <a:ext cx="192214" cy="137350"/>
            </a:xfrm>
            <a:prstGeom prst="rect">
              <a:avLst/>
            </a:prstGeom>
          </p:spPr>
        </p:pic>
        <p:pic>
          <p:nvPicPr>
            <p:cNvPr id="269" name="object 269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8618315" y="3908869"/>
              <a:ext cx="114395" cy="141922"/>
            </a:xfrm>
            <a:prstGeom prst="rect">
              <a:avLst/>
            </a:prstGeom>
          </p:spPr>
        </p:pic>
        <p:pic>
          <p:nvPicPr>
            <p:cNvPr id="270" name="object 270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8766238" y="3910393"/>
              <a:ext cx="106775" cy="137350"/>
            </a:xfrm>
            <a:prstGeom prst="rect">
              <a:avLst/>
            </a:prstGeom>
          </p:spPr>
        </p:pic>
        <p:pic>
          <p:nvPicPr>
            <p:cNvPr id="271" name="object 271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8903493" y="3875341"/>
              <a:ext cx="212026" cy="175450"/>
            </a:xfrm>
            <a:prstGeom prst="rect">
              <a:avLst/>
            </a:prstGeom>
          </p:spPr>
        </p:pic>
      </p:grpSp>
      <p:grpSp>
        <p:nvGrpSpPr>
          <p:cNvPr id="272" name="object 272" descr=""/>
          <p:cNvGrpSpPr/>
          <p:nvPr/>
        </p:nvGrpSpPr>
        <p:grpSpPr>
          <a:xfrm>
            <a:off x="814577" y="4287297"/>
            <a:ext cx="1574165" cy="213995"/>
            <a:chOff x="814577" y="4287297"/>
            <a:chExt cx="1574165" cy="213995"/>
          </a:xfrm>
        </p:grpSpPr>
        <p:pic>
          <p:nvPicPr>
            <p:cNvPr id="273" name="object 273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814577" y="4287297"/>
              <a:ext cx="134207" cy="210597"/>
            </a:xfrm>
            <a:prstGeom prst="rect">
              <a:avLst/>
            </a:prstGeom>
          </p:spPr>
        </p:pic>
        <p:sp>
          <p:nvSpPr>
            <p:cNvPr id="274" name="object 274" descr=""/>
            <p:cNvSpPr/>
            <p:nvPr/>
          </p:nvSpPr>
          <p:spPr>
            <a:xfrm>
              <a:off x="977741" y="4294917"/>
              <a:ext cx="46355" cy="203200"/>
            </a:xfrm>
            <a:custGeom>
              <a:avLst/>
              <a:gdLst/>
              <a:ahLst/>
              <a:cxnLst/>
              <a:rect l="l" t="t" r="r" b="b"/>
              <a:pathLst>
                <a:path w="46355" h="203200">
                  <a:moveTo>
                    <a:pt x="39719" y="202977"/>
                  </a:moveTo>
                  <a:lnTo>
                    <a:pt x="6096" y="202977"/>
                  </a:lnTo>
                  <a:lnTo>
                    <a:pt x="3048" y="199929"/>
                  </a:lnTo>
                  <a:lnTo>
                    <a:pt x="3048" y="68675"/>
                  </a:lnTo>
                  <a:lnTo>
                    <a:pt x="6096" y="64103"/>
                  </a:lnTo>
                  <a:lnTo>
                    <a:pt x="41243" y="64103"/>
                  </a:lnTo>
                  <a:lnTo>
                    <a:pt x="42767" y="70199"/>
                  </a:lnTo>
                  <a:lnTo>
                    <a:pt x="42767" y="199929"/>
                  </a:lnTo>
                  <a:lnTo>
                    <a:pt x="39719" y="202977"/>
                  </a:lnTo>
                  <a:close/>
                </a:path>
                <a:path w="46355" h="203200">
                  <a:moveTo>
                    <a:pt x="42767" y="33528"/>
                  </a:moveTo>
                  <a:lnTo>
                    <a:pt x="1524" y="33528"/>
                  </a:lnTo>
                  <a:lnTo>
                    <a:pt x="0" y="28956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42767" y="0"/>
                  </a:lnTo>
                  <a:lnTo>
                    <a:pt x="45815" y="4572"/>
                  </a:lnTo>
                  <a:lnTo>
                    <a:pt x="45815" y="28956"/>
                  </a:lnTo>
                  <a:lnTo>
                    <a:pt x="42767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1057084" y="4355972"/>
              <a:ext cx="225742" cy="141922"/>
            </a:xfrm>
            <a:prstGeom prst="rect">
              <a:avLst/>
            </a:prstGeom>
          </p:spPr>
        </p:pic>
        <p:sp>
          <p:nvSpPr>
            <p:cNvPr id="276" name="object 276" descr=""/>
            <p:cNvSpPr/>
            <p:nvPr/>
          </p:nvSpPr>
          <p:spPr>
            <a:xfrm>
              <a:off x="1317879" y="4294917"/>
              <a:ext cx="44450" cy="203200"/>
            </a:xfrm>
            <a:custGeom>
              <a:avLst/>
              <a:gdLst/>
              <a:ahLst/>
              <a:cxnLst/>
              <a:rect l="l" t="t" r="r" b="b"/>
              <a:pathLst>
                <a:path w="44450" h="203200">
                  <a:moveTo>
                    <a:pt x="39719" y="202977"/>
                  </a:moveTo>
                  <a:lnTo>
                    <a:pt x="4572" y="202977"/>
                  </a:lnTo>
                  <a:lnTo>
                    <a:pt x="1524" y="199929"/>
                  </a:lnTo>
                  <a:lnTo>
                    <a:pt x="1524" y="68675"/>
                  </a:lnTo>
                  <a:lnTo>
                    <a:pt x="6096" y="64103"/>
                  </a:lnTo>
                  <a:lnTo>
                    <a:pt x="39719" y="64103"/>
                  </a:lnTo>
                  <a:lnTo>
                    <a:pt x="42767" y="70199"/>
                  </a:lnTo>
                  <a:lnTo>
                    <a:pt x="42767" y="199929"/>
                  </a:lnTo>
                  <a:lnTo>
                    <a:pt x="39719" y="202977"/>
                  </a:lnTo>
                  <a:close/>
                </a:path>
                <a:path w="44450" h="203200">
                  <a:moveTo>
                    <a:pt x="42767" y="33528"/>
                  </a:moveTo>
                  <a:lnTo>
                    <a:pt x="1524" y="33528"/>
                  </a:lnTo>
                  <a:lnTo>
                    <a:pt x="0" y="28956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42767" y="0"/>
                  </a:lnTo>
                  <a:lnTo>
                    <a:pt x="44291" y="4572"/>
                  </a:lnTo>
                  <a:lnTo>
                    <a:pt x="44291" y="28956"/>
                  </a:lnTo>
                  <a:lnTo>
                    <a:pt x="42767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1385030" y="4319301"/>
              <a:ext cx="106775" cy="181570"/>
            </a:xfrm>
            <a:prstGeom prst="rect">
              <a:avLst/>
            </a:prstGeom>
          </p:spPr>
        </p:pic>
        <p:pic>
          <p:nvPicPr>
            <p:cNvPr id="278" name="object 278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1513141" y="4354448"/>
              <a:ext cx="131159" cy="146494"/>
            </a:xfrm>
            <a:prstGeom prst="rect">
              <a:avLst/>
            </a:prstGeom>
          </p:spPr>
        </p:pic>
        <p:pic>
          <p:nvPicPr>
            <p:cNvPr id="279" name="object 279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1665731" y="4319301"/>
              <a:ext cx="106775" cy="181570"/>
            </a:xfrm>
            <a:prstGeom prst="rect">
              <a:avLst/>
            </a:prstGeom>
          </p:spPr>
        </p:pic>
        <p:sp>
          <p:nvSpPr>
            <p:cNvPr id="280" name="object 280" descr=""/>
            <p:cNvSpPr/>
            <p:nvPr/>
          </p:nvSpPr>
          <p:spPr>
            <a:xfrm>
              <a:off x="1798415" y="4294917"/>
              <a:ext cx="44450" cy="203200"/>
            </a:xfrm>
            <a:custGeom>
              <a:avLst/>
              <a:gdLst/>
              <a:ahLst/>
              <a:cxnLst/>
              <a:rect l="l" t="t" r="r" b="b"/>
              <a:pathLst>
                <a:path w="44450" h="203200">
                  <a:moveTo>
                    <a:pt x="39624" y="202977"/>
                  </a:moveTo>
                  <a:lnTo>
                    <a:pt x="6096" y="202977"/>
                  </a:lnTo>
                  <a:lnTo>
                    <a:pt x="1524" y="199929"/>
                  </a:lnTo>
                  <a:lnTo>
                    <a:pt x="1524" y="68675"/>
                  </a:lnTo>
                  <a:lnTo>
                    <a:pt x="6096" y="64103"/>
                  </a:lnTo>
                  <a:lnTo>
                    <a:pt x="39624" y="64103"/>
                  </a:lnTo>
                  <a:lnTo>
                    <a:pt x="42672" y="70199"/>
                  </a:lnTo>
                  <a:lnTo>
                    <a:pt x="42672" y="199929"/>
                  </a:lnTo>
                  <a:lnTo>
                    <a:pt x="39624" y="202977"/>
                  </a:lnTo>
                  <a:close/>
                </a:path>
                <a:path w="44450" h="203200">
                  <a:moveTo>
                    <a:pt x="42672" y="33528"/>
                  </a:moveTo>
                  <a:lnTo>
                    <a:pt x="1524" y="33528"/>
                  </a:lnTo>
                  <a:lnTo>
                    <a:pt x="0" y="28956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42672" y="0"/>
                  </a:lnTo>
                  <a:lnTo>
                    <a:pt x="44196" y="4572"/>
                  </a:lnTo>
                  <a:lnTo>
                    <a:pt x="44196" y="28956"/>
                  </a:lnTo>
                  <a:lnTo>
                    <a:pt x="42672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1" name="object 281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1868519" y="4354449"/>
              <a:ext cx="148018" cy="146494"/>
            </a:xfrm>
            <a:prstGeom prst="rect">
              <a:avLst/>
            </a:prstGeom>
          </p:spPr>
        </p:pic>
        <p:pic>
          <p:nvPicPr>
            <p:cNvPr id="282" name="object 282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2043969" y="4355972"/>
              <a:ext cx="132683" cy="141922"/>
            </a:xfrm>
            <a:prstGeom prst="rect">
              <a:avLst/>
            </a:prstGeom>
          </p:spPr>
        </p:pic>
        <p:pic>
          <p:nvPicPr>
            <p:cNvPr id="283" name="object 283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2205704" y="4354449"/>
              <a:ext cx="109823" cy="146423"/>
            </a:xfrm>
            <a:prstGeom prst="rect">
              <a:avLst/>
            </a:prstGeom>
          </p:spPr>
        </p:pic>
        <p:sp>
          <p:nvSpPr>
            <p:cNvPr id="284" name="object 284" descr=""/>
            <p:cNvSpPr/>
            <p:nvPr/>
          </p:nvSpPr>
          <p:spPr>
            <a:xfrm>
              <a:off x="2349042" y="4359020"/>
              <a:ext cx="40005" cy="139065"/>
            </a:xfrm>
            <a:custGeom>
              <a:avLst/>
              <a:gdLst/>
              <a:ahLst/>
              <a:cxnLst/>
              <a:rect l="l" t="t" r="r" b="b"/>
              <a:pathLst>
                <a:path w="40005" h="139064">
                  <a:moveTo>
                    <a:pt x="39624" y="99161"/>
                  </a:moveTo>
                  <a:lnTo>
                    <a:pt x="0" y="99161"/>
                  </a:lnTo>
                  <a:lnTo>
                    <a:pt x="0" y="138887"/>
                  </a:lnTo>
                  <a:lnTo>
                    <a:pt x="39624" y="138887"/>
                  </a:lnTo>
                  <a:lnTo>
                    <a:pt x="39624" y="99161"/>
                  </a:lnTo>
                  <a:close/>
                </a:path>
                <a:path w="40005" h="139064">
                  <a:moveTo>
                    <a:pt x="39624" y="0"/>
                  </a:moveTo>
                  <a:lnTo>
                    <a:pt x="0" y="0"/>
                  </a:lnTo>
                  <a:lnTo>
                    <a:pt x="0" y="39636"/>
                  </a:lnTo>
                  <a:lnTo>
                    <a:pt x="39624" y="39636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5" name="object 285" descr=""/>
          <p:cNvPicPr/>
          <p:nvPr/>
        </p:nvPicPr>
        <p:blipFill>
          <a:blip r:embed="rId177" cstate="print"/>
          <a:stretch>
            <a:fillRect/>
          </a:stretch>
        </p:blipFill>
        <p:spPr>
          <a:xfrm>
            <a:off x="1029652" y="4751165"/>
            <a:ext cx="186023" cy="175450"/>
          </a:xfrm>
          <a:prstGeom prst="rect">
            <a:avLst/>
          </a:prstGeom>
        </p:spPr>
      </p:pic>
      <p:grpSp>
        <p:nvGrpSpPr>
          <p:cNvPr id="286" name="object 286" descr=""/>
          <p:cNvGrpSpPr/>
          <p:nvPr/>
        </p:nvGrpSpPr>
        <p:grpSpPr>
          <a:xfrm>
            <a:off x="1441418" y="4738973"/>
            <a:ext cx="1220470" cy="213995"/>
            <a:chOff x="1441418" y="4738973"/>
            <a:chExt cx="1220470" cy="213995"/>
          </a:xfrm>
        </p:grpSpPr>
        <p:pic>
          <p:nvPicPr>
            <p:cNvPr id="287" name="object 287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441418" y="4738973"/>
              <a:ext cx="287035" cy="213550"/>
            </a:xfrm>
            <a:prstGeom prst="rect">
              <a:avLst/>
            </a:prstGeom>
          </p:spPr>
        </p:pic>
        <p:pic>
          <p:nvPicPr>
            <p:cNvPr id="288" name="object 288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1755648" y="4738973"/>
              <a:ext cx="418409" cy="213550"/>
            </a:xfrm>
            <a:prstGeom prst="rect">
              <a:avLst/>
            </a:prstGeom>
          </p:spPr>
        </p:pic>
        <p:pic>
          <p:nvPicPr>
            <p:cNvPr id="289" name="object 289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2207228" y="4749641"/>
              <a:ext cx="306798" cy="202883"/>
            </a:xfrm>
            <a:prstGeom prst="rect">
              <a:avLst/>
            </a:prstGeom>
          </p:spPr>
        </p:pic>
        <p:pic>
          <p:nvPicPr>
            <p:cNvPr id="290" name="object 290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2533649" y="4810696"/>
              <a:ext cx="128016" cy="137255"/>
            </a:xfrm>
            <a:prstGeom prst="rect">
              <a:avLst/>
            </a:prstGeom>
          </p:spPr>
        </p:pic>
      </p:grpSp>
      <p:sp>
        <p:nvSpPr>
          <p:cNvPr id="291" name="object 291" descr=""/>
          <p:cNvSpPr/>
          <p:nvPr/>
        </p:nvSpPr>
        <p:spPr>
          <a:xfrm>
            <a:off x="2805341" y="4734407"/>
            <a:ext cx="660400" cy="273685"/>
          </a:xfrm>
          <a:custGeom>
            <a:avLst/>
            <a:gdLst/>
            <a:ahLst/>
            <a:cxnLst/>
            <a:rect l="l" t="t" r="r" b="b"/>
            <a:pathLst>
              <a:path w="660400" h="273685">
                <a:moveTo>
                  <a:pt x="181305" y="15240"/>
                </a:moveTo>
                <a:lnTo>
                  <a:pt x="138595" y="1143"/>
                </a:lnTo>
                <a:lnTo>
                  <a:pt x="123304" y="0"/>
                </a:lnTo>
                <a:lnTo>
                  <a:pt x="103682" y="2209"/>
                </a:lnTo>
                <a:lnTo>
                  <a:pt x="65011" y="18643"/>
                </a:lnTo>
                <a:lnTo>
                  <a:pt x="31356" y="49098"/>
                </a:lnTo>
                <a:lnTo>
                  <a:pt x="9080" y="88442"/>
                </a:lnTo>
                <a:lnTo>
                  <a:pt x="0" y="130314"/>
                </a:lnTo>
                <a:lnTo>
                  <a:pt x="901" y="150253"/>
                </a:lnTo>
                <a:lnTo>
                  <a:pt x="14998" y="186118"/>
                </a:lnTo>
                <a:lnTo>
                  <a:pt x="58166" y="215912"/>
                </a:lnTo>
                <a:lnTo>
                  <a:pt x="77584" y="218122"/>
                </a:lnTo>
                <a:lnTo>
                  <a:pt x="93827" y="217030"/>
                </a:lnTo>
                <a:lnTo>
                  <a:pt x="143205" y="202882"/>
                </a:lnTo>
                <a:lnTo>
                  <a:pt x="159969" y="123532"/>
                </a:lnTo>
                <a:lnTo>
                  <a:pt x="97396" y="123532"/>
                </a:lnTo>
                <a:lnTo>
                  <a:pt x="132448" y="141820"/>
                </a:lnTo>
                <a:lnTo>
                  <a:pt x="121780" y="192214"/>
                </a:lnTo>
                <a:lnTo>
                  <a:pt x="111493" y="195097"/>
                </a:lnTo>
                <a:lnTo>
                  <a:pt x="101206" y="196977"/>
                </a:lnTo>
                <a:lnTo>
                  <a:pt x="90919" y="198005"/>
                </a:lnTo>
                <a:lnTo>
                  <a:pt x="80632" y="198310"/>
                </a:lnTo>
                <a:lnTo>
                  <a:pt x="66649" y="196405"/>
                </a:lnTo>
                <a:lnTo>
                  <a:pt x="36436" y="172402"/>
                </a:lnTo>
                <a:lnTo>
                  <a:pt x="26479" y="126669"/>
                </a:lnTo>
                <a:lnTo>
                  <a:pt x="28714" y="109816"/>
                </a:lnTo>
                <a:lnTo>
                  <a:pt x="51536" y="60236"/>
                </a:lnTo>
                <a:lnTo>
                  <a:pt x="89585" y="27051"/>
                </a:lnTo>
                <a:lnTo>
                  <a:pt x="118732" y="19812"/>
                </a:lnTo>
                <a:lnTo>
                  <a:pt x="126492" y="20091"/>
                </a:lnTo>
                <a:lnTo>
                  <a:pt x="165785" y="35737"/>
                </a:lnTo>
                <a:lnTo>
                  <a:pt x="170637" y="41148"/>
                </a:lnTo>
                <a:lnTo>
                  <a:pt x="181305" y="15240"/>
                </a:lnTo>
                <a:close/>
              </a:path>
              <a:path w="660400" h="273685">
                <a:moveTo>
                  <a:pt x="304444" y="105625"/>
                </a:moveTo>
                <a:lnTo>
                  <a:pt x="299059" y="93052"/>
                </a:lnTo>
                <a:lnTo>
                  <a:pt x="297421" y="89242"/>
                </a:lnTo>
                <a:lnTo>
                  <a:pt x="283819" y="78574"/>
                </a:lnTo>
                <a:lnTo>
                  <a:pt x="265226" y="74764"/>
                </a:lnTo>
                <a:lnTo>
                  <a:pt x="251358" y="75628"/>
                </a:lnTo>
                <a:lnTo>
                  <a:pt x="214845" y="88480"/>
                </a:lnTo>
                <a:lnTo>
                  <a:pt x="213321" y="108292"/>
                </a:lnTo>
                <a:lnTo>
                  <a:pt x="225882" y="100774"/>
                </a:lnTo>
                <a:lnTo>
                  <a:pt x="238315" y="96100"/>
                </a:lnTo>
                <a:lnTo>
                  <a:pt x="250469" y="93726"/>
                </a:lnTo>
                <a:lnTo>
                  <a:pt x="262178" y="93052"/>
                </a:lnTo>
                <a:lnTo>
                  <a:pt x="271462" y="95300"/>
                </a:lnTo>
                <a:lnTo>
                  <a:pt x="278180" y="101815"/>
                </a:lnTo>
                <a:lnTo>
                  <a:pt x="281470" y="112344"/>
                </a:lnTo>
                <a:lnTo>
                  <a:pt x="280466" y="126580"/>
                </a:lnTo>
                <a:lnTo>
                  <a:pt x="277418" y="140296"/>
                </a:lnTo>
                <a:lnTo>
                  <a:pt x="274370" y="140538"/>
                </a:lnTo>
                <a:lnTo>
                  <a:pt x="274370" y="155638"/>
                </a:lnTo>
                <a:lnTo>
                  <a:pt x="269798" y="173926"/>
                </a:lnTo>
                <a:lnTo>
                  <a:pt x="269798" y="180022"/>
                </a:lnTo>
                <a:lnTo>
                  <a:pt x="268274" y="187642"/>
                </a:lnTo>
                <a:lnTo>
                  <a:pt x="246938" y="198310"/>
                </a:lnTo>
                <a:lnTo>
                  <a:pt x="234657" y="199834"/>
                </a:lnTo>
                <a:lnTo>
                  <a:pt x="231609" y="199834"/>
                </a:lnTo>
                <a:lnTo>
                  <a:pt x="207225" y="180022"/>
                </a:lnTo>
                <a:lnTo>
                  <a:pt x="217932" y="167208"/>
                </a:lnTo>
                <a:lnTo>
                  <a:pt x="237934" y="159829"/>
                </a:lnTo>
                <a:lnTo>
                  <a:pt x="259372" y="156451"/>
                </a:lnTo>
                <a:lnTo>
                  <a:pt x="274370" y="155638"/>
                </a:lnTo>
                <a:lnTo>
                  <a:pt x="274370" y="140538"/>
                </a:lnTo>
                <a:lnTo>
                  <a:pt x="216179" y="150444"/>
                </a:lnTo>
                <a:lnTo>
                  <a:pt x="185889" y="180022"/>
                </a:lnTo>
                <a:lnTo>
                  <a:pt x="185000" y="191757"/>
                </a:lnTo>
                <a:lnTo>
                  <a:pt x="187985" y="204216"/>
                </a:lnTo>
                <a:lnTo>
                  <a:pt x="196380" y="214096"/>
                </a:lnTo>
                <a:lnTo>
                  <a:pt x="211797" y="218122"/>
                </a:lnTo>
                <a:lnTo>
                  <a:pt x="219278" y="217665"/>
                </a:lnTo>
                <a:lnTo>
                  <a:pt x="232791" y="215646"/>
                </a:lnTo>
                <a:lnTo>
                  <a:pt x="249161" y="211048"/>
                </a:lnTo>
                <a:lnTo>
                  <a:pt x="265226" y="202882"/>
                </a:lnTo>
                <a:lnTo>
                  <a:pt x="262178" y="213550"/>
                </a:lnTo>
                <a:lnTo>
                  <a:pt x="285038" y="213550"/>
                </a:lnTo>
                <a:lnTo>
                  <a:pt x="287286" y="202882"/>
                </a:lnTo>
                <a:lnTo>
                  <a:pt x="287921" y="199834"/>
                </a:lnTo>
                <a:lnTo>
                  <a:pt x="297218" y="155638"/>
                </a:lnTo>
                <a:lnTo>
                  <a:pt x="303326" y="126580"/>
                </a:lnTo>
                <a:lnTo>
                  <a:pt x="304444" y="105625"/>
                </a:lnTo>
                <a:close/>
              </a:path>
              <a:path w="660400" h="273685">
                <a:moveTo>
                  <a:pt x="468630" y="120053"/>
                </a:moveTo>
                <a:lnTo>
                  <a:pt x="463524" y="97637"/>
                </a:lnTo>
                <a:lnTo>
                  <a:pt x="462343" y="96100"/>
                </a:lnTo>
                <a:lnTo>
                  <a:pt x="461162" y="94576"/>
                </a:lnTo>
                <a:lnTo>
                  <a:pt x="451548" y="82105"/>
                </a:lnTo>
                <a:lnTo>
                  <a:pt x="444652" y="79959"/>
                </a:lnTo>
                <a:lnTo>
                  <a:pt x="444652" y="127012"/>
                </a:lnTo>
                <a:lnTo>
                  <a:pt x="443636" y="146494"/>
                </a:lnTo>
                <a:lnTo>
                  <a:pt x="434822" y="168325"/>
                </a:lnTo>
                <a:lnTo>
                  <a:pt x="421157" y="185166"/>
                </a:lnTo>
                <a:lnTo>
                  <a:pt x="404622" y="195999"/>
                </a:lnTo>
                <a:lnTo>
                  <a:pt x="387248" y="199834"/>
                </a:lnTo>
                <a:lnTo>
                  <a:pt x="379818" y="198742"/>
                </a:lnTo>
                <a:lnTo>
                  <a:pt x="373532" y="195643"/>
                </a:lnTo>
                <a:lnTo>
                  <a:pt x="368388" y="190830"/>
                </a:lnTo>
                <a:lnTo>
                  <a:pt x="364388" y="184594"/>
                </a:lnTo>
                <a:lnTo>
                  <a:pt x="362864" y="180022"/>
                </a:lnTo>
                <a:lnTo>
                  <a:pt x="364388" y="173926"/>
                </a:lnTo>
                <a:lnTo>
                  <a:pt x="376580" y="112864"/>
                </a:lnTo>
                <a:lnTo>
                  <a:pt x="384213" y="105752"/>
                </a:lnTo>
                <a:lnTo>
                  <a:pt x="393153" y="100482"/>
                </a:lnTo>
                <a:lnTo>
                  <a:pt x="402932" y="97231"/>
                </a:lnTo>
                <a:lnTo>
                  <a:pt x="413156" y="96100"/>
                </a:lnTo>
                <a:lnTo>
                  <a:pt x="428409" y="100114"/>
                </a:lnTo>
                <a:lnTo>
                  <a:pt x="439254" y="110972"/>
                </a:lnTo>
                <a:lnTo>
                  <a:pt x="444652" y="127012"/>
                </a:lnTo>
                <a:lnTo>
                  <a:pt x="444652" y="79959"/>
                </a:lnTo>
                <a:lnTo>
                  <a:pt x="432968" y="76288"/>
                </a:lnTo>
                <a:lnTo>
                  <a:pt x="419265" y="77431"/>
                </a:lnTo>
                <a:lnTo>
                  <a:pt x="405726" y="80860"/>
                </a:lnTo>
                <a:lnTo>
                  <a:pt x="392455" y="86575"/>
                </a:lnTo>
                <a:lnTo>
                  <a:pt x="379628" y="94576"/>
                </a:lnTo>
                <a:lnTo>
                  <a:pt x="382676" y="79336"/>
                </a:lnTo>
                <a:lnTo>
                  <a:pt x="359816" y="79336"/>
                </a:lnTo>
                <a:lnTo>
                  <a:pt x="320090" y="273075"/>
                </a:lnTo>
                <a:lnTo>
                  <a:pt x="342950" y="273075"/>
                </a:lnTo>
                <a:lnTo>
                  <a:pt x="358292" y="199834"/>
                </a:lnTo>
                <a:lnTo>
                  <a:pt x="364883" y="206552"/>
                </a:lnTo>
                <a:lnTo>
                  <a:pt x="373341" y="212407"/>
                </a:lnTo>
                <a:lnTo>
                  <a:pt x="383794" y="216547"/>
                </a:lnTo>
                <a:lnTo>
                  <a:pt x="396392" y="218122"/>
                </a:lnTo>
                <a:lnTo>
                  <a:pt x="418274" y="212712"/>
                </a:lnTo>
                <a:lnTo>
                  <a:pt x="438873" y="197739"/>
                </a:lnTo>
                <a:lnTo>
                  <a:pt x="455790" y="175044"/>
                </a:lnTo>
                <a:lnTo>
                  <a:pt x="466585" y="146494"/>
                </a:lnTo>
                <a:lnTo>
                  <a:pt x="468630" y="120053"/>
                </a:lnTo>
                <a:close/>
              </a:path>
              <a:path w="660400" h="273685">
                <a:moveTo>
                  <a:pt x="594690" y="83908"/>
                </a:moveTo>
                <a:lnTo>
                  <a:pt x="584619" y="79908"/>
                </a:lnTo>
                <a:lnTo>
                  <a:pt x="574687" y="77050"/>
                </a:lnTo>
                <a:lnTo>
                  <a:pt x="564438" y="75336"/>
                </a:lnTo>
                <a:lnTo>
                  <a:pt x="553453" y="74764"/>
                </a:lnTo>
                <a:lnTo>
                  <a:pt x="542239" y="75387"/>
                </a:lnTo>
                <a:lnTo>
                  <a:pt x="524306" y="79717"/>
                </a:lnTo>
                <a:lnTo>
                  <a:pt x="506095" y="91490"/>
                </a:lnTo>
                <a:lnTo>
                  <a:pt x="494017" y="114388"/>
                </a:lnTo>
                <a:lnTo>
                  <a:pt x="493534" y="124726"/>
                </a:lnTo>
                <a:lnTo>
                  <a:pt x="495922" y="133070"/>
                </a:lnTo>
                <a:lnTo>
                  <a:pt x="535165" y="155638"/>
                </a:lnTo>
                <a:lnTo>
                  <a:pt x="543877" y="158115"/>
                </a:lnTo>
                <a:lnTo>
                  <a:pt x="552310" y="161734"/>
                </a:lnTo>
                <a:lnTo>
                  <a:pt x="557885" y="167640"/>
                </a:lnTo>
                <a:lnTo>
                  <a:pt x="558025" y="176974"/>
                </a:lnTo>
                <a:lnTo>
                  <a:pt x="551738" y="189306"/>
                </a:lnTo>
                <a:lnTo>
                  <a:pt x="542023" y="195643"/>
                </a:lnTo>
                <a:lnTo>
                  <a:pt x="532307" y="197980"/>
                </a:lnTo>
                <a:lnTo>
                  <a:pt x="526021" y="198310"/>
                </a:lnTo>
                <a:lnTo>
                  <a:pt x="509473" y="196570"/>
                </a:lnTo>
                <a:lnTo>
                  <a:pt x="496493" y="192405"/>
                </a:lnTo>
                <a:lnTo>
                  <a:pt x="487235" y="187375"/>
                </a:lnTo>
                <a:lnTo>
                  <a:pt x="481825" y="183070"/>
                </a:lnTo>
                <a:lnTo>
                  <a:pt x="474205" y="204406"/>
                </a:lnTo>
                <a:lnTo>
                  <a:pt x="482015" y="208483"/>
                </a:lnTo>
                <a:lnTo>
                  <a:pt x="492112" y="212979"/>
                </a:lnTo>
                <a:lnTo>
                  <a:pt x="505066" y="216623"/>
                </a:lnTo>
                <a:lnTo>
                  <a:pt x="521449" y="218122"/>
                </a:lnTo>
                <a:lnTo>
                  <a:pt x="527824" y="217957"/>
                </a:lnTo>
                <a:lnTo>
                  <a:pt x="567004" y="201815"/>
                </a:lnTo>
                <a:lnTo>
                  <a:pt x="581317" y="164096"/>
                </a:lnTo>
                <a:lnTo>
                  <a:pt x="579069" y="155448"/>
                </a:lnTo>
                <a:lnTo>
                  <a:pt x="531876" y="130200"/>
                </a:lnTo>
                <a:lnTo>
                  <a:pt x="522973" y="126580"/>
                </a:lnTo>
                <a:lnTo>
                  <a:pt x="517499" y="120675"/>
                </a:lnTo>
                <a:lnTo>
                  <a:pt x="516877" y="111340"/>
                </a:lnTo>
                <a:lnTo>
                  <a:pt x="522262" y="100774"/>
                </a:lnTo>
                <a:lnTo>
                  <a:pt x="531355" y="95338"/>
                </a:lnTo>
                <a:lnTo>
                  <a:pt x="540448" y="93345"/>
                </a:lnTo>
                <a:lnTo>
                  <a:pt x="545833" y="93052"/>
                </a:lnTo>
                <a:lnTo>
                  <a:pt x="554634" y="93433"/>
                </a:lnTo>
                <a:lnTo>
                  <a:pt x="564743" y="94957"/>
                </a:lnTo>
                <a:lnTo>
                  <a:pt x="575703" y="98196"/>
                </a:lnTo>
                <a:lnTo>
                  <a:pt x="587070" y="103720"/>
                </a:lnTo>
                <a:lnTo>
                  <a:pt x="594690" y="83908"/>
                </a:lnTo>
                <a:close/>
              </a:path>
              <a:path w="660400" h="273685">
                <a:moveTo>
                  <a:pt x="660222" y="189166"/>
                </a:moveTo>
                <a:lnTo>
                  <a:pt x="635838" y="189166"/>
                </a:lnTo>
                <a:lnTo>
                  <a:pt x="635838" y="213652"/>
                </a:lnTo>
                <a:lnTo>
                  <a:pt x="660222" y="213652"/>
                </a:lnTo>
                <a:lnTo>
                  <a:pt x="660222" y="189166"/>
                </a:lnTo>
                <a:close/>
              </a:path>
              <a:path w="660400" h="273685">
                <a:moveTo>
                  <a:pt x="660222" y="79349"/>
                </a:moveTo>
                <a:lnTo>
                  <a:pt x="635838" y="79349"/>
                </a:lnTo>
                <a:lnTo>
                  <a:pt x="635838" y="105257"/>
                </a:lnTo>
                <a:lnTo>
                  <a:pt x="660222" y="105257"/>
                </a:lnTo>
                <a:lnTo>
                  <a:pt x="660222" y="79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2" name="object 292" descr=""/>
          <p:cNvGrpSpPr/>
          <p:nvPr/>
        </p:nvGrpSpPr>
        <p:grpSpPr>
          <a:xfrm>
            <a:off x="3657790" y="4738877"/>
            <a:ext cx="184785" cy="209550"/>
            <a:chOff x="3657790" y="4738877"/>
            <a:chExt cx="184785" cy="209550"/>
          </a:xfrm>
        </p:grpSpPr>
        <p:pic>
          <p:nvPicPr>
            <p:cNvPr id="293" name="object 293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3657790" y="4738877"/>
              <a:ext cx="122015" cy="209073"/>
            </a:xfrm>
            <a:prstGeom prst="rect">
              <a:avLst/>
            </a:prstGeom>
          </p:spPr>
        </p:pic>
        <p:sp>
          <p:nvSpPr>
            <p:cNvPr id="294" name="object 294" descr=""/>
            <p:cNvSpPr/>
            <p:nvPr/>
          </p:nvSpPr>
          <p:spPr>
            <a:xfrm>
              <a:off x="3816464" y="4749545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5" name="object 295" descr=""/>
          <p:cNvPicPr/>
          <p:nvPr/>
        </p:nvPicPr>
        <p:blipFill>
          <a:blip r:embed="rId183" cstate="print"/>
          <a:stretch>
            <a:fillRect/>
          </a:stretch>
        </p:blipFill>
        <p:spPr>
          <a:xfrm>
            <a:off x="3889628" y="4810696"/>
            <a:ext cx="190690" cy="137255"/>
          </a:xfrm>
          <a:prstGeom prst="rect">
            <a:avLst/>
          </a:prstGeom>
        </p:spPr>
      </p:pic>
      <p:grpSp>
        <p:nvGrpSpPr>
          <p:cNvPr id="296" name="object 296" descr=""/>
          <p:cNvGrpSpPr/>
          <p:nvPr/>
        </p:nvGrpSpPr>
        <p:grpSpPr>
          <a:xfrm>
            <a:off x="4127658" y="4738973"/>
            <a:ext cx="426084" cy="213995"/>
            <a:chOff x="4127658" y="4738973"/>
            <a:chExt cx="426084" cy="213995"/>
          </a:xfrm>
        </p:grpSpPr>
        <p:sp>
          <p:nvSpPr>
            <p:cNvPr id="297" name="object 297" descr=""/>
            <p:cNvSpPr/>
            <p:nvPr/>
          </p:nvSpPr>
          <p:spPr>
            <a:xfrm>
              <a:off x="4127652" y="474954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3048" y="64109"/>
                  </a:lnTo>
                  <a:lnTo>
                    <a:pt x="3048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8" name="object 298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4184046" y="4775549"/>
              <a:ext cx="228790" cy="176974"/>
            </a:xfrm>
            <a:prstGeom prst="rect">
              <a:avLst/>
            </a:prstGeom>
          </p:spPr>
        </p:pic>
        <p:pic>
          <p:nvPicPr>
            <p:cNvPr id="299" name="object 299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4432744" y="4738973"/>
              <a:ext cx="120491" cy="213550"/>
            </a:xfrm>
            <a:prstGeom prst="rect">
              <a:avLst/>
            </a:prstGeom>
          </p:spPr>
        </p:pic>
      </p:grpSp>
      <p:pic>
        <p:nvPicPr>
          <p:cNvPr id="300" name="object 300" descr=""/>
          <p:cNvPicPr/>
          <p:nvPr/>
        </p:nvPicPr>
        <p:blipFill>
          <a:blip r:embed="rId186" cstate="print"/>
          <a:stretch>
            <a:fillRect/>
          </a:stretch>
        </p:blipFill>
        <p:spPr>
          <a:xfrm>
            <a:off x="4702683" y="4722209"/>
            <a:ext cx="2242280" cy="302037"/>
          </a:xfrm>
          <a:prstGeom prst="rect">
            <a:avLst/>
          </a:prstGeom>
        </p:spPr>
      </p:pic>
      <p:sp>
        <p:nvSpPr>
          <p:cNvPr id="301" name="object 301" descr=""/>
          <p:cNvSpPr/>
          <p:nvPr/>
        </p:nvSpPr>
        <p:spPr>
          <a:xfrm>
            <a:off x="6990588" y="4739640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59" h="210820">
                <a:moveTo>
                  <a:pt x="22860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60" y="0"/>
                </a:lnTo>
                <a:lnTo>
                  <a:pt x="22860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2" name="object 302" descr=""/>
          <p:cNvGrpSpPr/>
          <p:nvPr/>
        </p:nvGrpSpPr>
        <p:grpSpPr>
          <a:xfrm>
            <a:off x="7150893" y="4738973"/>
            <a:ext cx="564515" cy="213995"/>
            <a:chOff x="7150893" y="4738973"/>
            <a:chExt cx="564515" cy="213995"/>
          </a:xfrm>
        </p:grpSpPr>
        <p:pic>
          <p:nvPicPr>
            <p:cNvPr id="303" name="object 303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7150893" y="4809077"/>
              <a:ext cx="265366" cy="143446"/>
            </a:xfrm>
            <a:prstGeom prst="rect">
              <a:avLst/>
            </a:prstGeom>
          </p:spPr>
        </p:pic>
        <p:pic>
          <p:nvPicPr>
            <p:cNvPr id="304" name="object 304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7445311" y="4738973"/>
              <a:ext cx="120491" cy="213550"/>
            </a:xfrm>
            <a:prstGeom prst="rect">
              <a:avLst/>
            </a:prstGeom>
          </p:spPr>
        </p:pic>
        <p:pic>
          <p:nvPicPr>
            <p:cNvPr id="305" name="object 305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7600854" y="4809172"/>
              <a:ext cx="114395" cy="143351"/>
            </a:xfrm>
            <a:prstGeom prst="rect">
              <a:avLst/>
            </a:prstGeom>
          </p:spPr>
        </p:pic>
      </p:grpSp>
      <p:grpSp>
        <p:nvGrpSpPr>
          <p:cNvPr id="306" name="object 306" descr=""/>
          <p:cNvGrpSpPr/>
          <p:nvPr/>
        </p:nvGrpSpPr>
        <p:grpSpPr>
          <a:xfrm>
            <a:off x="7829645" y="4809077"/>
            <a:ext cx="259715" cy="143510"/>
            <a:chOff x="7829645" y="4809077"/>
            <a:chExt cx="259715" cy="143510"/>
          </a:xfrm>
        </p:grpSpPr>
        <p:pic>
          <p:nvPicPr>
            <p:cNvPr id="307" name="object 307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7829645" y="4813744"/>
              <a:ext cx="131159" cy="134207"/>
            </a:xfrm>
            <a:prstGeom prst="rect">
              <a:avLst/>
            </a:prstGeom>
          </p:spPr>
        </p:pic>
        <p:pic>
          <p:nvPicPr>
            <p:cNvPr id="308" name="object 308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7980711" y="4809077"/>
              <a:ext cx="108299" cy="143446"/>
            </a:xfrm>
            <a:prstGeom prst="rect">
              <a:avLst/>
            </a:prstGeom>
          </p:spPr>
        </p:pic>
      </p:grpSp>
      <p:sp>
        <p:nvSpPr>
          <p:cNvPr id="309" name="object 309" descr=""/>
          <p:cNvSpPr/>
          <p:nvPr/>
        </p:nvSpPr>
        <p:spPr>
          <a:xfrm>
            <a:off x="8135111" y="4739640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59" h="210820">
                <a:moveTo>
                  <a:pt x="228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59" y="0"/>
                </a:lnTo>
                <a:lnTo>
                  <a:pt x="22859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0" name="object 310" descr=""/>
          <p:cNvGrpSpPr/>
          <p:nvPr/>
        </p:nvGrpSpPr>
        <p:grpSpPr>
          <a:xfrm>
            <a:off x="8204930" y="4738877"/>
            <a:ext cx="814705" cy="213995"/>
            <a:chOff x="8204930" y="4738877"/>
            <a:chExt cx="814705" cy="213995"/>
          </a:xfrm>
        </p:grpSpPr>
        <p:sp>
          <p:nvSpPr>
            <p:cNvPr id="311" name="object 311" descr=""/>
            <p:cNvSpPr/>
            <p:nvPr/>
          </p:nvSpPr>
          <p:spPr>
            <a:xfrm>
              <a:off x="8204924" y="4749545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2" name="object 312" descr="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8264366" y="4738877"/>
              <a:ext cx="120491" cy="213645"/>
            </a:xfrm>
            <a:prstGeom prst="rect">
              <a:avLst/>
            </a:prstGeom>
          </p:spPr>
        </p:pic>
        <p:pic>
          <p:nvPicPr>
            <p:cNvPr id="313" name="object 313" descr="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8426100" y="4809172"/>
              <a:ext cx="108299" cy="143351"/>
            </a:xfrm>
            <a:prstGeom prst="rect">
              <a:avLst/>
            </a:prstGeom>
          </p:spPr>
        </p:pic>
        <p:pic>
          <p:nvPicPr>
            <p:cNvPr id="314" name="object 314" descr="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8561832" y="4775549"/>
              <a:ext cx="94583" cy="176974"/>
            </a:xfrm>
            <a:prstGeom prst="rect">
              <a:avLst/>
            </a:prstGeom>
          </p:spPr>
        </p:pic>
        <p:sp>
          <p:nvSpPr>
            <p:cNvPr id="315" name="object 315" descr=""/>
            <p:cNvSpPr/>
            <p:nvPr/>
          </p:nvSpPr>
          <p:spPr>
            <a:xfrm>
              <a:off x="8688413" y="4749545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4" h="198754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6" name="object 316" descr="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8746331" y="4809172"/>
              <a:ext cx="132778" cy="143351"/>
            </a:xfrm>
            <a:prstGeom prst="rect">
              <a:avLst/>
            </a:prstGeom>
          </p:spPr>
        </p:pic>
        <p:pic>
          <p:nvPicPr>
            <p:cNvPr id="317" name="object 317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8912637" y="4810601"/>
              <a:ext cx="106775" cy="137350"/>
            </a:xfrm>
            <a:prstGeom prst="rect">
              <a:avLst/>
            </a:prstGeom>
          </p:spPr>
        </p:pic>
      </p:grpSp>
      <p:grpSp>
        <p:nvGrpSpPr>
          <p:cNvPr id="318" name="object 318" descr=""/>
          <p:cNvGrpSpPr/>
          <p:nvPr/>
        </p:nvGrpSpPr>
        <p:grpSpPr>
          <a:xfrm>
            <a:off x="1415510" y="5097494"/>
            <a:ext cx="518795" cy="304165"/>
            <a:chOff x="1415510" y="5097494"/>
            <a:chExt cx="518795" cy="304165"/>
          </a:xfrm>
        </p:grpSpPr>
        <p:sp>
          <p:nvSpPr>
            <p:cNvPr id="319" name="object 319" descr=""/>
            <p:cNvSpPr/>
            <p:nvPr/>
          </p:nvSpPr>
          <p:spPr>
            <a:xfrm>
              <a:off x="1415510" y="5097494"/>
              <a:ext cx="76835" cy="304165"/>
            </a:xfrm>
            <a:custGeom>
              <a:avLst/>
              <a:gdLst/>
              <a:ahLst/>
              <a:cxnLst/>
              <a:rect l="l" t="t" r="r" b="b"/>
              <a:pathLst>
                <a:path w="76834" h="304164">
                  <a:moveTo>
                    <a:pt x="76295" y="303656"/>
                  </a:moveTo>
                  <a:lnTo>
                    <a:pt x="58007" y="303656"/>
                  </a:lnTo>
                  <a:lnTo>
                    <a:pt x="43157" y="287971"/>
                  </a:lnTo>
                  <a:lnTo>
                    <a:pt x="23860" y="259401"/>
                  </a:lnTo>
                  <a:lnTo>
                    <a:pt x="7134" y="214811"/>
                  </a:lnTo>
                  <a:lnTo>
                    <a:pt x="0" y="151066"/>
                  </a:lnTo>
                  <a:lnTo>
                    <a:pt x="666" y="133216"/>
                  </a:lnTo>
                  <a:lnTo>
                    <a:pt x="7715" y="89478"/>
                  </a:lnTo>
                  <a:lnTo>
                    <a:pt x="26463" y="40585"/>
                  </a:lnTo>
                  <a:lnTo>
                    <a:pt x="49409" y="8754"/>
                  </a:lnTo>
                  <a:lnTo>
                    <a:pt x="58007" y="0"/>
                  </a:lnTo>
                  <a:lnTo>
                    <a:pt x="76295" y="0"/>
                  </a:lnTo>
                  <a:lnTo>
                    <a:pt x="68175" y="9587"/>
                  </a:lnTo>
                  <a:lnTo>
                    <a:pt x="58197" y="22907"/>
                  </a:lnTo>
                  <a:lnTo>
                    <a:pt x="36671" y="64103"/>
                  </a:lnTo>
                  <a:lnTo>
                    <a:pt x="25919" y="114442"/>
                  </a:lnTo>
                  <a:lnTo>
                    <a:pt x="24383" y="151066"/>
                  </a:lnTo>
                  <a:lnTo>
                    <a:pt x="30566" y="214596"/>
                  </a:lnTo>
                  <a:lnTo>
                    <a:pt x="45196" y="258829"/>
                  </a:lnTo>
                  <a:lnTo>
                    <a:pt x="62397" y="287329"/>
                  </a:lnTo>
                  <a:lnTo>
                    <a:pt x="76295" y="303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0" name="object 320" descr="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1519237" y="5184457"/>
              <a:ext cx="115919" cy="143446"/>
            </a:xfrm>
            <a:prstGeom prst="rect">
              <a:avLst/>
            </a:prstGeom>
          </p:spPr>
        </p:pic>
        <p:sp>
          <p:nvSpPr>
            <p:cNvPr id="321" name="object 321" descr=""/>
            <p:cNvSpPr/>
            <p:nvPr/>
          </p:nvSpPr>
          <p:spPr>
            <a:xfrm>
              <a:off x="1673351" y="5298948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5" h="26035">
                  <a:moveTo>
                    <a:pt x="25908" y="25907"/>
                  </a:moveTo>
                  <a:lnTo>
                    <a:pt x="0" y="25907"/>
                  </a:lnTo>
                  <a:lnTo>
                    <a:pt x="0" y="0"/>
                  </a:lnTo>
                  <a:lnTo>
                    <a:pt x="25908" y="0"/>
                  </a:lnTo>
                  <a:lnTo>
                    <a:pt x="25908" y="25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2" name="object 322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1735836" y="5187505"/>
              <a:ext cx="138874" cy="199929"/>
            </a:xfrm>
            <a:prstGeom prst="rect">
              <a:avLst/>
            </a:prstGeom>
          </p:spPr>
        </p:pic>
        <p:sp>
          <p:nvSpPr>
            <p:cNvPr id="323" name="object 323" descr=""/>
            <p:cNvSpPr/>
            <p:nvPr/>
          </p:nvSpPr>
          <p:spPr>
            <a:xfrm>
              <a:off x="1908048" y="5298948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5" h="26035">
                  <a:moveTo>
                    <a:pt x="25907" y="25907"/>
                  </a:moveTo>
                  <a:lnTo>
                    <a:pt x="0" y="25907"/>
                  </a:lnTo>
                  <a:lnTo>
                    <a:pt x="0" y="0"/>
                  </a:lnTo>
                  <a:lnTo>
                    <a:pt x="25907" y="0"/>
                  </a:lnTo>
                  <a:lnTo>
                    <a:pt x="25907" y="25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4" name="object 324" descr=""/>
          <p:cNvSpPr/>
          <p:nvPr/>
        </p:nvSpPr>
        <p:spPr>
          <a:xfrm>
            <a:off x="1992153" y="5298947"/>
            <a:ext cx="24765" cy="64135"/>
          </a:xfrm>
          <a:custGeom>
            <a:avLst/>
            <a:gdLst/>
            <a:ahLst/>
            <a:cxnLst/>
            <a:rect l="l" t="t" r="r" b="b"/>
            <a:pathLst>
              <a:path w="24764" h="64135">
                <a:moveTo>
                  <a:pt x="12191" y="64103"/>
                </a:moveTo>
                <a:lnTo>
                  <a:pt x="0" y="64103"/>
                </a:lnTo>
                <a:lnTo>
                  <a:pt x="7619" y="25908"/>
                </a:lnTo>
                <a:lnTo>
                  <a:pt x="0" y="25908"/>
                </a:lnTo>
                <a:lnTo>
                  <a:pt x="0" y="0"/>
                </a:lnTo>
                <a:lnTo>
                  <a:pt x="24383" y="0"/>
                </a:lnTo>
                <a:lnTo>
                  <a:pt x="24383" y="25908"/>
                </a:lnTo>
                <a:lnTo>
                  <a:pt x="12191" y="64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5" name="object 325" descr=""/>
          <p:cNvGrpSpPr/>
          <p:nvPr/>
        </p:nvGrpSpPr>
        <p:grpSpPr>
          <a:xfrm>
            <a:off x="2172080" y="5184457"/>
            <a:ext cx="273685" cy="143510"/>
            <a:chOff x="2172080" y="5184457"/>
            <a:chExt cx="273685" cy="143510"/>
          </a:xfrm>
        </p:grpSpPr>
        <p:pic>
          <p:nvPicPr>
            <p:cNvPr id="326" name="object 326" descr="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2172080" y="5187600"/>
              <a:ext cx="106775" cy="137255"/>
            </a:xfrm>
            <a:prstGeom prst="rect">
              <a:avLst/>
            </a:prstGeom>
          </p:spPr>
        </p:pic>
        <p:pic>
          <p:nvPicPr>
            <p:cNvPr id="327" name="object 327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2312479" y="5184457"/>
              <a:ext cx="132683" cy="143446"/>
            </a:xfrm>
            <a:prstGeom prst="rect">
              <a:avLst/>
            </a:prstGeom>
          </p:spPr>
        </p:pic>
      </p:grpSp>
      <p:grpSp>
        <p:nvGrpSpPr>
          <p:cNvPr id="328" name="object 328" descr=""/>
          <p:cNvGrpSpPr/>
          <p:nvPr/>
        </p:nvGrpSpPr>
        <p:grpSpPr>
          <a:xfrm>
            <a:off x="2580894" y="5126449"/>
            <a:ext cx="826769" cy="260985"/>
            <a:chOff x="2580894" y="5126449"/>
            <a:chExt cx="826769" cy="260985"/>
          </a:xfrm>
        </p:grpSpPr>
        <p:pic>
          <p:nvPicPr>
            <p:cNvPr id="329" name="object 329" descr="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2580894" y="5184457"/>
              <a:ext cx="359949" cy="202977"/>
            </a:xfrm>
            <a:prstGeom prst="rect">
              <a:avLst/>
            </a:prstGeom>
          </p:spPr>
        </p:pic>
        <p:sp>
          <p:nvSpPr>
            <p:cNvPr id="330" name="object 330" descr=""/>
            <p:cNvSpPr/>
            <p:nvPr/>
          </p:nvSpPr>
          <p:spPr>
            <a:xfrm>
              <a:off x="2966847" y="512645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1" name="object 331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3026378" y="5184457"/>
              <a:ext cx="132683" cy="143446"/>
            </a:xfrm>
            <a:prstGeom prst="rect">
              <a:avLst/>
            </a:prstGeom>
          </p:spPr>
        </p:pic>
        <p:pic>
          <p:nvPicPr>
            <p:cNvPr id="332" name="object 332" descr="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3192589" y="5187505"/>
              <a:ext cx="106775" cy="137350"/>
            </a:xfrm>
            <a:prstGeom prst="rect">
              <a:avLst/>
            </a:prstGeom>
          </p:spPr>
        </p:pic>
        <p:sp>
          <p:nvSpPr>
            <p:cNvPr id="333" name="object 333" descr=""/>
            <p:cNvSpPr/>
            <p:nvPr/>
          </p:nvSpPr>
          <p:spPr>
            <a:xfrm>
              <a:off x="3326892" y="5248655"/>
              <a:ext cx="81280" cy="18415"/>
            </a:xfrm>
            <a:custGeom>
              <a:avLst/>
              <a:gdLst/>
              <a:ahLst/>
              <a:cxnLst/>
              <a:rect l="l" t="t" r="r" b="b"/>
              <a:pathLst>
                <a:path w="81279" h="18414">
                  <a:moveTo>
                    <a:pt x="80772" y="18288"/>
                  </a:moveTo>
                  <a:lnTo>
                    <a:pt x="0" y="18288"/>
                  </a:lnTo>
                  <a:lnTo>
                    <a:pt x="0" y="0"/>
                  </a:lnTo>
                  <a:lnTo>
                    <a:pt x="80772" y="0"/>
                  </a:lnTo>
                  <a:lnTo>
                    <a:pt x="80772" y="18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4" name="object 334" descr=""/>
          <p:cNvGrpSpPr/>
          <p:nvPr/>
        </p:nvGrpSpPr>
        <p:grpSpPr>
          <a:xfrm>
            <a:off x="3433571" y="5111305"/>
            <a:ext cx="901700" cy="273050"/>
            <a:chOff x="3433571" y="5111305"/>
            <a:chExt cx="901700" cy="273050"/>
          </a:xfrm>
        </p:grpSpPr>
        <p:pic>
          <p:nvPicPr>
            <p:cNvPr id="335" name="object 335" descr="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3566159" y="5187505"/>
              <a:ext cx="120586" cy="196786"/>
            </a:xfrm>
            <a:prstGeom prst="rect">
              <a:avLst/>
            </a:prstGeom>
          </p:spPr>
        </p:pic>
        <p:pic>
          <p:nvPicPr>
            <p:cNvPr id="336" name="object 336" descr="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3433571" y="5184457"/>
              <a:ext cx="100679" cy="143446"/>
            </a:xfrm>
            <a:prstGeom prst="rect">
              <a:avLst/>
            </a:prstGeom>
          </p:spPr>
        </p:pic>
        <p:pic>
          <p:nvPicPr>
            <p:cNvPr id="337" name="object 337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3715797" y="5184457"/>
              <a:ext cx="115919" cy="143446"/>
            </a:xfrm>
            <a:prstGeom prst="rect">
              <a:avLst/>
            </a:prstGeom>
          </p:spPr>
        </p:pic>
        <p:pic>
          <p:nvPicPr>
            <p:cNvPr id="338" name="object 338" descr="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3851528" y="5184457"/>
              <a:ext cx="114395" cy="143446"/>
            </a:xfrm>
            <a:prstGeom prst="rect">
              <a:avLst/>
            </a:prstGeom>
          </p:spPr>
        </p:pic>
        <p:sp>
          <p:nvSpPr>
            <p:cNvPr id="339" name="object 339" descr=""/>
            <p:cNvSpPr/>
            <p:nvPr/>
          </p:nvSpPr>
          <p:spPr>
            <a:xfrm>
              <a:off x="3996486" y="5126545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0" name="object 340" descr="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4054411" y="5111305"/>
              <a:ext cx="131159" cy="213550"/>
            </a:xfrm>
            <a:prstGeom prst="rect">
              <a:avLst/>
            </a:prstGeom>
          </p:spPr>
        </p:pic>
        <p:pic>
          <p:nvPicPr>
            <p:cNvPr id="341" name="object 341" descr="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4219098" y="5184457"/>
              <a:ext cx="116014" cy="143446"/>
            </a:xfrm>
            <a:prstGeom prst="rect">
              <a:avLst/>
            </a:prstGeom>
          </p:spPr>
        </p:pic>
      </p:grpSp>
      <p:grpSp>
        <p:nvGrpSpPr>
          <p:cNvPr id="342" name="object 342" descr=""/>
          <p:cNvGrpSpPr/>
          <p:nvPr/>
        </p:nvGrpSpPr>
        <p:grpSpPr>
          <a:xfrm>
            <a:off x="4455604" y="5097589"/>
            <a:ext cx="904875" cy="304165"/>
            <a:chOff x="4455604" y="5097589"/>
            <a:chExt cx="904875" cy="304165"/>
          </a:xfrm>
        </p:grpSpPr>
        <p:pic>
          <p:nvPicPr>
            <p:cNvPr id="343" name="object 343" descr="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4455604" y="5184457"/>
              <a:ext cx="114395" cy="143446"/>
            </a:xfrm>
            <a:prstGeom prst="rect">
              <a:avLst/>
            </a:prstGeom>
          </p:spPr>
        </p:pic>
        <p:pic>
          <p:nvPicPr>
            <p:cNvPr id="344" name="object 344" descr="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4603527" y="5114353"/>
              <a:ext cx="106775" cy="210502"/>
            </a:xfrm>
            <a:prstGeom prst="rect">
              <a:avLst/>
            </a:prstGeom>
          </p:spPr>
        </p:pic>
        <p:pic>
          <p:nvPicPr>
            <p:cNvPr id="345" name="object 345" descr="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4745355" y="5184457"/>
              <a:ext cx="114395" cy="143446"/>
            </a:xfrm>
            <a:prstGeom prst="rect">
              <a:avLst/>
            </a:prstGeom>
          </p:spPr>
        </p:pic>
        <p:pic>
          <p:nvPicPr>
            <p:cNvPr id="346" name="object 346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4879657" y="5184552"/>
              <a:ext cx="114395" cy="143446"/>
            </a:xfrm>
            <a:prstGeom prst="rect">
              <a:avLst/>
            </a:prstGeom>
          </p:spPr>
        </p:pic>
        <p:pic>
          <p:nvPicPr>
            <p:cNvPr id="347" name="object 347" descr="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5029104" y="5114353"/>
              <a:ext cx="230314" cy="213550"/>
            </a:xfrm>
            <a:prstGeom prst="rect">
              <a:avLst/>
            </a:prstGeom>
          </p:spPr>
        </p:pic>
        <p:sp>
          <p:nvSpPr>
            <p:cNvPr id="348" name="object 348" descr=""/>
            <p:cNvSpPr/>
            <p:nvPr/>
          </p:nvSpPr>
          <p:spPr>
            <a:xfrm>
              <a:off x="5283803" y="5097589"/>
              <a:ext cx="76835" cy="304165"/>
            </a:xfrm>
            <a:custGeom>
              <a:avLst/>
              <a:gdLst/>
              <a:ahLst/>
              <a:cxnLst/>
              <a:rect l="l" t="t" r="r" b="b"/>
              <a:pathLst>
                <a:path w="76835" h="304164">
                  <a:moveTo>
                    <a:pt x="18287" y="303561"/>
                  </a:moveTo>
                  <a:lnTo>
                    <a:pt x="0" y="303561"/>
                  </a:lnTo>
                  <a:lnTo>
                    <a:pt x="8977" y="293989"/>
                  </a:lnTo>
                  <a:lnTo>
                    <a:pt x="19240" y="280701"/>
                  </a:lnTo>
                  <a:lnTo>
                    <a:pt x="39623" y="239553"/>
                  </a:lnTo>
                  <a:lnTo>
                    <a:pt x="51053" y="188404"/>
                  </a:lnTo>
                  <a:lnTo>
                    <a:pt x="53339" y="150971"/>
                  </a:lnTo>
                  <a:lnTo>
                    <a:pt x="47148" y="88336"/>
                  </a:lnTo>
                  <a:lnTo>
                    <a:pt x="32384" y="44588"/>
                  </a:lnTo>
                  <a:lnTo>
                    <a:pt x="14763" y="16289"/>
                  </a:lnTo>
                  <a:lnTo>
                    <a:pt x="0" y="0"/>
                  </a:lnTo>
                  <a:lnTo>
                    <a:pt x="18287" y="0"/>
                  </a:lnTo>
                  <a:lnTo>
                    <a:pt x="33781" y="15646"/>
                  </a:lnTo>
                  <a:lnTo>
                    <a:pt x="53006" y="44017"/>
                  </a:lnTo>
                  <a:lnTo>
                    <a:pt x="69374" y="88122"/>
                  </a:lnTo>
                  <a:lnTo>
                    <a:pt x="76295" y="150971"/>
                  </a:lnTo>
                  <a:lnTo>
                    <a:pt x="75865" y="169744"/>
                  </a:lnTo>
                  <a:lnTo>
                    <a:pt x="69825" y="214113"/>
                  </a:lnTo>
                  <a:lnTo>
                    <a:pt x="51292" y="262413"/>
                  </a:lnTo>
                  <a:lnTo>
                    <a:pt x="27765" y="294608"/>
                  </a:lnTo>
                  <a:lnTo>
                    <a:pt x="18287" y="303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9" name="object 349" descr=""/>
          <p:cNvPicPr/>
          <p:nvPr/>
        </p:nvPicPr>
        <p:blipFill>
          <a:blip r:embed="rId215" cstate="print"/>
          <a:stretch>
            <a:fillRect/>
          </a:stretch>
        </p:blipFill>
        <p:spPr>
          <a:xfrm>
            <a:off x="1029652" y="5575172"/>
            <a:ext cx="186023" cy="175450"/>
          </a:xfrm>
          <a:prstGeom prst="rect">
            <a:avLst/>
          </a:prstGeom>
        </p:spPr>
      </p:pic>
      <p:grpSp>
        <p:nvGrpSpPr>
          <p:cNvPr id="350" name="object 350" descr=""/>
          <p:cNvGrpSpPr/>
          <p:nvPr/>
        </p:nvGrpSpPr>
        <p:grpSpPr>
          <a:xfrm>
            <a:off x="1421606" y="5562885"/>
            <a:ext cx="586740" cy="213995"/>
            <a:chOff x="1421606" y="5562885"/>
            <a:chExt cx="586740" cy="213995"/>
          </a:xfrm>
        </p:grpSpPr>
        <p:pic>
          <p:nvPicPr>
            <p:cNvPr id="351" name="object 351" descr="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1421606" y="5562885"/>
              <a:ext cx="331470" cy="213645"/>
            </a:xfrm>
            <a:prstGeom prst="rect">
              <a:avLst/>
            </a:prstGeom>
          </p:spPr>
        </p:pic>
        <p:pic>
          <p:nvPicPr>
            <p:cNvPr id="352" name="object 352" descr="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1786223" y="5601081"/>
              <a:ext cx="221645" cy="175450"/>
            </a:xfrm>
            <a:prstGeom prst="rect">
              <a:avLst/>
            </a:prstGeom>
          </p:spPr>
        </p:pic>
      </p:grpSp>
      <p:grpSp>
        <p:nvGrpSpPr>
          <p:cNvPr id="353" name="object 353" descr=""/>
          <p:cNvGrpSpPr/>
          <p:nvPr/>
        </p:nvGrpSpPr>
        <p:grpSpPr>
          <a:xfrm>
            <a:off x="2140076" y="5562885"/>
            <a:ext cx="1438910" cy="213995"/>
            <a:chOff x="2140076" y="5562885"/>
            <a:chExt cx="1438910" cy="213995"/>
          </a:xfrm>
        </p:grpSpPr>
        <p:sp>
          <p:nvSpPr>
            <p:cNvPr id="354" name="object 354" descr=""/>
            <p:cNvSpPr/>
            <p:nvPr/>
          </p:nvSpPr>
          <p:spPr>
            <a:xfrm>
              <a:off x="2140064" y="5562891"/>
              <a:ext cx="1094740" cy="213995"/>
            </a:xfrm>
            <a:custGeom>
              <a:avLst/>
              <a:gdLst/>
              <a:ahLst/>
              <a:cxnLst/>
              <a:rect l="l" t="t" r="r" b="b"/>
              <a:pathLst>
                <a:path w="1094739" h="213995">
                  <a:moveTo>
                    <a:pt x="178498" y="61061"/>
                  </a:moveTo>
                  <a:lnTo>
                    <a:pt x="178460" y="38011"/>
                  </a:lnTo>
                  <a:lnTo>
                    <a:pt x="167830" y="18529"/>
                  </a:lnTo>
                  <a:lnTo>
                    <a:pt x="165379" y="16865"/>
                  </a:lnTo>
                  <a:lnTo>
                    <a:pt x="154444" y="9423"/>
                  </a:lnTo>
                  <a:lnTo>
                    <a:pt x="154444" y="43865"/>
                  </a:lnTo>
                  <a:lnTo>
                    <a:pt x="154025" y="61061"/>
                  </a:lnTo>
                  <a:lnTo>
                    <a:pt x="147256" y="78257"/>
                  </a:lnTo>
                  <a:lnTo>
                    <a:pt x="134213" y="92341"/>
                  </a:lnTo>
                  <a:lnTo>
                    <a:pt x="115443" y="101854"/>
                  </a:lnTo>
                  <a:lnTo>
                    <a:pt x="91541" y="105346"/>
                  </a:lnTo>
                  <a:lnTo>
                    <a:pt x="48768" y="105346"/>
                  </a:lnTo>
                  <a:lnTo>
                    <a:pt x="67157" y="16865"/>
                  </a:lnTo>
                  <a:lnTo>
                    <a:pt x="109829" y="16865"/>
                  </a:lnTo>
                  <a:lnTo>
                    <a:pt x="146824" y="29819"/>
                  </a:lnTo>
                  <a:lnTo>
                    <a:pt x="154444" y="43865"/>
                  </a:lnTo>
                  <a:lnTo>
                    <a:pt x="154444" y="9423"/>
                  </a:lnTo>
                  <a:lnTo>
                    <a:pt x="148031" y="5041"/>
                  </a:lnTo>
                  <a:lnTo>
                    <a:pt x="120497" y="0"/>
                  </a:lnTo>
                  <a:lnTo>
                    <a:pt x="44196" y="0"/>
                  </a:lnTo>
                  <a:lnTo>
                    <a:pt x="0" y="210604"/>
                  </a:lnTo>
                  <a:lnTo>
                    <a:pt x="27432" y="210604"/>
                  </a:lnTo>
                  <a:lnTo>
                    <a:pt x="45720" y="123634"/>
                  </a:lnTo>
                  <a:lnTo>
                    <a:pt x="96113" y="123634"/>
                  </a:lnTo>
                  <a:lnTo>
                    <a:pt x="124206" y="118795"/>
                  </a:lnTo>
                  <a:lnTo>
                    <a:pt x="149313" y="105524"/>
                  </a:lnTo>
                  <a:lnTo>
                    <a:pt x="149479" y="105346"/>
                  </a:lnTo>
                  <a:lnTo>
                    <a:pt x="168414" y="85661"/>
                  </a:lnTo>
                  <a:lnTo>
                    <a:pt x="178498" y="61061"/>
                  </a:lnTo>
                  <a:close/>
                </a:path>
                <a:path w="1094739" h="213995">
                  <a:moveTo>
                    <a:pt x="298615" y="121907"/>
                  </a:moveTo>
                  <a:lnTo>
                    <a:pt x="286346" y="82003"/>
                  </a:lnTo>
                  <a:lnTo>
                    <a:pt x="282232" y="79248"/>
                  </a:lnTo>
                  <a:lnTo>
                    <a:pt x="282232" y="128206"/>
                  </a:lnTo>
                  <a:lnTo>
                    <a:pt x="207454" y="128206"/>
                  </a:lnTo>
                  <a:lnTo>
                    <a:pt x="216103" y="112598"/>
                  </a:lnTo>
                  <a:lnTo>
                    <a:pt x="227457" y="100533"/>
                  </a:lnTo>
                  <a:lnTo>
                    <a:pt x="240245" y="92760"/>
                  </a:lnTo>
                  <a:lnTo>
                    <a:pt x="253174" y="90004"/>
                  </a:lnTo>
                  <a:lnTo>
                    <a:pt x="264401" y="91909"/>
                  </a:lnTo>
                  <a:lnTo>
                    <a:pt x="274027" y="98247"/>
                  </a:lnTo>
                  <a:lnTo>
                    <a:pt x="280492" y="110020"/>
                  </a:lnTo>
                  <a:lnTo>
                    <a:pt x="282232" y="128206"/>
                  </a:lnTo>
                  <a:lnTo>
                    <a:pt x="282232" y="79248"/>
                  </a:lnTo>
                  <a:lnTo>
                    <a:pt x="276694" y="75526"/>
                  </a:lnTo>
                  <a:lnTo>
                    <a:pt x="266738" y="72478"/>
                  </a:lnTo>
                  <a:lnTo>
                    <a:pt x="257746" y="71716"/>
                  </a:lnTo>
                  <a:lnTo>
                    <a:pt x="232130" y="77330"/>
                  </a:lnTo>
                  <a:lnTo>
                    <a:pt x="209359" y="92532"/>
                  </a:lnTo>
                  <a:lnTo>
                    <a:pt x="191744" y="114884"/>
                  </a:lnTo>
                  <a:lnTo>
                    <a:pt x="181546" y="141922"/>
                  </a:lnTo>
                  <a:lnTo>
                    <a:pt x="181432" y="144970"/>
                  </a:lnTo>
                  <a:lnTo>
                    <a:pt x="180403" y="169887"/>
                  </a:lnTo>
                  <a:lnTo>
                    <a:pt x="189547" y="192684"/>
                  </a:lnTo>
                  <a:lnTo>
                    <a:pt x="207264" y="208026"/>
                  </a:lnTo>
                  <a:lnTo>
                    <a:pt x="231838" y="213652"/>
                  </a:lnTo>
                  <a:lnTo>
                    <a:pt x="245503" y="212331"/>
                  </a:lnTo>
                  <a:lnTo>
                    <a:pt x="258749" y="208889"/>
                  </a:lnTo>
                  <a:lnTo>
                    <a:pt x="271145" y="204000"/>
                  </a:lnTo>
                  <a:lnTo>
                    <a:pt x="282232" y="198412"/>
                  </a:lnTo>
                  <a:lnTo>
                    <a:pt x="282702" y="195364"/>
                  </a:lnTo>
                  <a:lnTo>
                    <a:pt x="282778" y="194881"/>
                  </a:lnTo>
                  <a:lnTo>
                    <a:pt x="285280" y="178600"/>
                  </a:lnTo>
                  <a:lnTo>
                    <a:pt x="268795" y="187642"/>
                  </a:lnTo>
                  <a:lnTo>
                    <a:pt x="254368" y="192684"/>
                  </a:lnTo>
                  <a:lnTo>
                    <a:pt x="242747" y="194881"/>
                  </a:lnTo>
                  <a:lnTo>
                    <a:pt x="234886" y="195364"/>
                  </a:lnTo>
                  <a:lnTo>
                    <a:pt x="219367" y="191566"/>
                  </a:lnTo>
                  <a:lnTo>
                    <a:pt x="207835" y="181063"/>
                  </a:lnTo>
                  <a:lnTo>
                    <a:pt x="201460" y="165100"/>
                  </a:lnTo>
                  <a:lnTo>
                    <a:pt x="201358" y="144970"/>
                  </a:lnTo>
                  <a:lnTo>
                    <a:pt x="295948" y="144970"/>
                  </a:lnTo>
                  <a:lnTo>
                    <a:pt x="297421" y="134950"/>
                  </a:lnTo>
                  <a:lnTo>
                    <a:pt x="298043" y="128206"/>
                  </a:lnTo>
                  <a:lnTo>
                    <a:pt x="298615" y="121907"/>
                  </a:lnTo>
                  <a:close/>
                </a:path>
                <a:path w="1094739" h="213995">
                  <a:moveTo>
                    <a:pt x="419481" y="73240"/>
                  </a:moveTo>
                  <a:lnTo>
                    <a:pt x="400329" y="75844"/>
                  </a:lnTo>
                  <a:lnTo>
                    <a:pt x="384009" y="82588"/>
                  </a:lnTo>
                  <a:lnTo>
                    <a:pt x="370547" y="91935"/>
                  </a:lnTo>
                  <a:lnTo>
                    <a:pt x="359956" y="102298"/>
                  </a:lnTo>
                  <a:lnTo>
                    <a:pt x="366052" y="74764"/>
                  </a:lnTo>
                  <a:lnTo>
                    <a:pt x="344716" y="74764"/>
                  </a:lnTo>
                  <a:lnTo>
                    <a:pt x="315760" y="210591"/>
                  </a:lnTo>
                  <a:lnTo>
                    <a:pt x="338620" y="210591"/>
                  </a:lnTo>
                  <a:lnTo>
                    <a:pt x="350812" y="146494"/>
                  </a:lnTo>
                  <a:lnTo>
                    <a:pt x="359752" y="125285"/>
                  </a:lnTo>
                  <a:lnTo>
                    <a:pt x="374294" y="108343"/>
                  </a:lnTo>
                  <a:lnTo>
                    <a:pt x="393115" y="97116"/>
                  </a:lnTo>
                  <a:lnTo>
                    <a:pt x="414909" y="93052"/>
                  </a:lnTo>
                  <a:lnTo>
                    <a:pt x="419481" y="73240"/>
                  </a:lnTo>
                  <a:close/>
                </a:path>
                <a:path w="1094739" h="213995">
                  <a:moveTo>
                    <a:pt x="524738" y="80873"/>
                  </a:moveTo>
                  <a:lnTo>
                    <a:pt x="514667" y="76225"/>
                  </a:lnTo>
                  <a:lnTo>
                    <a:pt x="504736" y="73444"/>
                  </a:lnTo>
                  <a:lnTo>
                    <a:pt x="494525" y="72085"/>
                  </a:lnTo>
                  <a:lnTo>
                    <a:pt x="483590" y="71729"/>
                  </a:lnTo>
                  <a:lnTo>
                    <a:pt x="472325" y="72339"/>
                  </a:lnTo>
                  <a:lnTo>
                    <a:pt x="454355" y="76682"/>
                  </a:lnTo>
                  <a:lnTo>
                    <a:pt x="436130" y="88480"/>
                  </a:lnTo>
                  <a:lnTo>
                    <a:pt x="424053" y="111442"/>
                  </a:lnTo>
                  <a:lnTo>
                    <a:pt x="423583" y="121107"/>
                  </a:lnTo>
                  <a:lnTo>
                    <a:pt x="425958" y="129349"/>
                  </a:lnTo>
                  <a:lnTo>
                    <a:pt x="473964" y="154432"/>
                  </a:lnTo>
                  <a:lnTo>
                    <a:pt x="482587" y="158127"/>
                  </a:lnTo>
                  <a:lnTo>
                    <a:pt x="488645" y="164414"/>
                  </a:lnTo>
                  <a:lnTo>
                    <a:pt x="489686" y="174028"/>
                  </a:lnTo>
                  <a:lnTo>
                    <a:pt x="483146" y="186359"/>
                  </a:lnTo>
                  <a:lnTo>
                    <a:pt x="472871" y="192697"/>
                  </a:lnTo>
                  <a:lnTo>
                    <a:pt x="462597" y="195021"/>
                  </a:lnTo>
                  <a:lnTo>
                    <a:pt x="456057" y="195364"/>
                  </a:lnTo>
                  <a:lnTo>
                    <a:pt x="439508" y="193408"/>
                  </a:lnTo>
                  <a:lnTo>
                    <a:pt x="426529" y="188887"/>
                  </a:lnTo>
                  <a:lnTo>
                    <a:pt x="417271" y="183781"/>
                  </a:lnTo>
                  <a:lnTo>
                    <a:pt x="411861" y="180124"/>
                  </a:lnTo>
                  <a:lnTo>
                    <a:pt x="404241" y="201460"/>
                  </a:lnTo>
                  <a:lnTo>
                    <a:pt x="412076" y="205282"/>
                  </a:lnTo>
                  <a:lnTo>
                    <a:pt x="422338" y="209270"/>
                  </a:lnTo>
                  <a:lnTo>
                    <a:pt x="435749" y="212382"/>
                  </a:lnTo>
                  <a:lnTo>
                    <a:pt x="453009" y="213652"/>
                  </a:lnTo>
                  <a:lnTo>
                    <a:pt x="458520" y="213499"/>
                  </a:lnTo>
                  <a:lnTo>
                    <a:pt x="497090" y="198005"/>
                  </a:lnTo>
                  <a:lnTo>
                    <a:pt x="511352" y="161061"/>
                  </a:lnTo>
                  <a:lnTo>
                    <a:pt x="509117" y="152222"/>
                  </a:lnTo>
                  <a:lnTo>
                    <a:pt x="461924" y="125755"/>
                  </a:lnTo>
                  <a:lnTo>
                    <a:pt x="453009" y="122301"/>
                  </a:lnTo>
                  <a:lnTo>
                    <a:pt x="447535" y="116852"/>
                  </a:lnTo>
                  <a:lnTo>
                    <a:pt x="446913" y="108394"/>
                  </a:lnTo>
                  <a:lnTo>
                    <a:pt x="452945" y="96888"/>
                  </a:lnTo>
                  <a:lnTo>
                    <a:pt x="461962" y="90970"/>
                  </a:lnTo>
                  <a:lnTo>
                    <a:pt x="470712" y="88798"/>
                  </a:lnTo>
                  <a:lnTo>
                    <a:pt x="475869" y="88493"/>
                  </a:lnTo>
                  <a:lnTo>
                    <a:pt x="484720" y="88900"/>
                  </a:lnTo>
                  <a:lnTo>
                    <a:pt x="494817" y="90589"/>
                  </a:lnTo>
                  <a:lnTo>
                    <a:pt x="505752" y="94310"/>
                  </a:lnTo>
                  <a:lnTo>
                    <a:pt x="517118" y="100774"/>
                  </a:lnTo>
                  <a:lnTo>
                    <a:pt x="524738" y="80873"/>
                  </a:lnTo>
                  <a:close/>
                </a:path>
                <a:path w="1094739" h="213995">
                  <a:moveTo>
                    <a:pt x="585698" y="76301"/>
                  </a:moveTo>
                  <a:lnTo>
                    <a:pt x="562838" y="76301"/>
                  </a:lnTo>
                  <a:lnTo>
                    <a:pt x="533882" y="210604"/>
                  </a:lnTo>
                  <a:lnTo>
                    <a:pt x="556742" y="210604"/>
                  </a:lnTo>
                  <a:lnTo>
                    <a:pt x="585698" y="76301"/>
                  </a:lnTo>
                  <a:close/>
                </a:path>
                <a:path w="1094739" h="213995">
                  <a:moveTo>
                    <a:pt x="601040" y="12192"/>
                  </a:moveTo>
                  <a:lnTo>
                    <a:pt x="575030" y="12192"/>
                  </a:lnTo>
                  <a:lnTo>
                    <a:pt x="568934" y="39725"/>
                  </a:lnTo>
                  <a:lnTo>
                    <a:pt x="594944" y="39725"/>
                  </a:lnTo>
                  <a:lnTo>
                    <a:pt x="601040" y="12192"/>
                  </a:lnTo>
                  <a:close/>
                </a:path>
                <a:path w="1094739" h="213995">
                  <a:moveTo>
                    <a:pt x="712381" y="80873"/>
                  </a:moveTo>
                  <a:lnTo>
                    <a:pt x="702297" y="76225"/>
                  </a:lnTo>
                  <a:lnTo>
                    <a:pt x="692327" y="73444"/>
                  </a:lnTo>
                  <a:lnTo>
                    <a:pt x="682078" y="72085"/>
                  </a:lnTo>
                  <a:lnTo>
                    <a:pt x="671131" y="71729"/>
                  </a:lnTo>
                  <a:lnTo>
                    <a:pt x="659942" y="72339"/>
                  </a:lnTo>
                  <a:lnTo>
                    <a:pt x="642175" y="76682"/>
                  </a:lnTo>
                  <a:lnTo>
                    <a:pt x="624420" y="88480"/>
                  </a:lnTo>
                  <a:lnTo>
                    <a:pt x="613219" y="111442"/>
                  </a:lnTo>
                  <a:lnTo>
                    <a:pt x="612508" y="121107"/>
                  </a:lnTo>
                  <a:lnTo>
                    <a:pt x="614362" y="129349"/>
                  </a:lnTo>
                  <a:lnTo>
                    <a:pt x="661593" y="154432"/>
                  </a:lnTo>
                  <a:lnTo>
                    <a:pt x="670179" y="158127"/>
                  </a:lnTo>
                  <a:lnTo>
                    <a:pt x="676211" y="164414"/>
                  </a:lnTo>
                  <a:lnTo>
                    <a:pt x="677227" y="174028"/>
                  </a:lnTo>
                  <a:lnTo>
                    <a:pt x="670712" y="186359"/>
                  </a:lnTo>
                  <a:lnTo>
                    <a:pt x="660463" y="192697"/>
                  </a:lnTo>
                  <a:lnTo>
                    <a:pt x="650227" y="195021"/>
                  </a:lnTo>
                  <a:lnTo>
                    <a:pt x="643699" y="195364"/>
                  </a:lnTo>
                  <a:lnTo>
                    <a:pt x="627367" y="193408"/>
                  </a:lnTo>
                  <a:lnTo>
                    <a:pt x="614743" y="188887"/>
                  </a:lnTo>
                  <a:lnTo>
                    <a:pt x="605561" y="183781"/>
                  </a:lnTo>
                  <a:lnTo>
                    <a:pt x="599503" y="180124"/>
                  </a:lnTo>
                  <a:lnTo>
                    <a:pt x="591883" y="201460"/>
                  </a:lnTo>
                  <a:lnTo>
                    <a:pt x="599935" y="205282"/>
                  </a:lnTo>
                  <a:lnTo>
                    <a:pt x="610552" y="209270"/>
                  </a:lnTo>
                  <a:lnTo>
                    <a:pt x="624039" y="212382"/>
                  </a:lnTo>
                  <a:lnTo>
                    <a:pt x="640651" y="213652"/>
                  </a:lnTo>
                  <a:lnTo>
                    <a:pt x="646163" y="213499"/>
                  </a:lnTo>
                  <a:lnTo>
                    <a:pt x="684657" y="198005"/>
                  </a:lnTo>
                  <a:lnTo>
                    <a:pt x="698982" y="161061"/>
                  </a:lnTo>
                  <a:lnTo>
                    <a:pt x="696709" y="152222"/>
                  </a:lnTo>
                  <a:lnTo>
                    <a:pt x="649566" y="125755"/>
                  </a:lnTo>
                  <a:lnTo>
                    <a:pt x="640651" y="122301"/>
                  </a:lnTo>
                  <a:lnTo>
                    <a:pt x="635177" y="116852"/>
                  </a:lnTo>
                  <a:lnTo>
                    <a:pt x="634555" y="108394"/>
                  </a:lnTo>
                  <a:lnTo>
                    <a:pt x="640613" y="96888"/>
                  </a:lnTo>
                  <a:lnTo>
                    <a:pt x="649795" y="90970"/>
                  </a:lnTo>
                  <a:lnTo>
                    <a:pt x="658990" y="88798"/>
                  </a:lnTo>
                  <a:lnTo>
                    <a:pt x="665035" y="88493"/>
                  </a:lnTo>
                  <a:lnTo>
                    <a:pt x="672947" y="88900"/>
                  </a:lnTo>
                  <a:lnTo>
                    <a:pt x="682574" y="90589"/>
                  </a:lnTo>
                  <a:lnTo>
                    <a:pt x="693369" y="94310"/>
                  </a:lnTo>
                  <a:lnTo>
                    <a:pt x="704761" y="100774"/>
                  </a:lnTo>
                  <a:lnTo>
                    <a:pt x="712381" y="80873"/>
                  </a:lnTo>
                  <a:close/>
                </a:path>
                <a:path w="1094739" h="213995">
                  <a:moveTo>
                    <a:pt x="822198" y="76301"/>
                  </a:moveTo>
                  <a:lnTo>
                    <a:pt x="779437" y="76301"/>
                  </a:lnTo>
                  <a:lnTo>
                    <a:pt x="787057" y="38201"/>
                  </a:lnTo>
                  <a:lnTo>
                    <a:pt x="765721" y="38201"/>
                  </a:lnTo>
                  <a:lnTo>
                    <a:pt x="758101" y="76301"/>
                  </a:lnTo>
                  <a:lnTo>
                    <a:pt x="732193" y="76301"/>
                  </a:lnTo>
                  <a:lnTo>
                    <a:pt x="727621" y="93065"/>
                  </a:lnTo>
                  <a:lnTo>
                    <a:pt x="753529" y="93065"/>
                  </a:lnTo>
                  <a:lnTo>
                    <a:pt x="736765" y="174028"/>
                  </a:lnTo>
                  <a:lnTo>
                    <a:pt x="734453" y="187934"/>
                  </a:lnTo>
                  <a:lnTo>
                    <a:pt x="735431" y="200698"/>
                  </a:lnTo>
                  <a:lnTo>
                    <a:pt x="741260" y="210032"/>
                  </a:lnTo>
                  <a:lnTo>
                    <a:pt x="753529" y="213652"/>
                  </a:lnTo>
                  <a:lnTo>
                    <a:pt x="768604" y="212407"/>
                  </a:lnTo>
                  <a:lnTo>
                    <a:pt x="781532" y="209461"/>
                  </a:lnTo>
                  <a:lnTo>
                    <a:pt x="791895" y="205930"/>
                  </a:lnTo>
                  <a:lnTo>
                    <a:pt x="799249" y="202984"/>
                  </a:lnTo>
                  <a:lnTo>
                    <a:pt x="799249" y="184696"/>
                  </a:lnTo>
                  <a:lnTo>
                    <a:pt x="792124" y="188925"/>
                  </a:lnTo>
                  <a:lnTo>
                    <a:pt x="784580" y="192316"/>
                  </a:lnTo>
                  <a:lnTo>
                    <a:pt x="776744" y="194551"/>
                  </a:lnTo>
                  <a:lnTo>
                    <a:pt x="768769" y="195364"/>
                  </a:lnTo>
                  <a:lnTo>
                    <a:pt x="762406" y="193662"/>
                  </a:lnTo>
                  <a:lnTo>
                    <a:pt x="759053" y="188683"/>
                  </a:lnTo>
                  <a:lnTo>
                    <a:pt x="758266" y="180530"/>
                  </a:lnTo>
                  <a:lnTo>
                    <a:pt x="759625" y="169354"/>
                  </a:lnTo>
                  <a:lnTo>
                    <a:pt x="774865" y="93065"/>
                  </a:lnTo>
                  <a:lnTo>
                    <a:pt x="817626" y="93065"/>
                  </a:lnTo>
                  <a:lnTo>
                    <a:pt x="822198" y="76301"/>
                  </a:lnTo>
                  <a:close/>
                </a:path>
                <a:path w="1094739" h="213995">
                  <a:moveTo>
                    <a:pt x="949553" y="121907"/>
                  </a:moveTo>
                  <a:lnTo>
                    <a:pt x="936790" y="82003"/>
                  </a:lnTo>
                  <a:lnTo>
                    <a:pt x="932027" y="78841"/>
                  </a:lnTo>
                  <a:lnTo>
                    <a:pt x="932027" y="128206"/>
                  </a:lnTo>
                  <a:lnTo>
                    <a:pt x="857262" y="128206"/>
                  </a:lnTo>
                  <a:lnTo>
                    <a:pt x="866571" y="112598"/>
                  </a:lnTo>
                  <a:lnTo>
                    <a:pt x="878027" y="100533"/>
                  </a:lnTo>
                  <a:lnTo>
                    <a:pt x="890905" y="92760"/>
                  </a:lnTo>
                  <a:lnTo>
                    <a:pt x="904506" y="90004"/>
                  </a:lnTo>
                  <a:lnTo>
                    <a:pt x="915695" y="91909"/>
                  </a:lnTo>
                  <a:lnTo>
                    <a:pt x="925156" y="98247"/>
                  </a:lnTo>
                  <a:lnTo>
                    <a:pt x="931164" y="110020"/>
                  </a:lnTo>
                  <a:lnTo>
                    <a:pt x="931291" y="112598"/>
                  </a:lnTo>
                  <a:lnTo>
                    <a:pt x="931392" y="114884"/>
                  </a:lnTo>
                  <a:lnTo>
                    <a:pt x="932027" y="128206"/>
                  </a:lnTo>
                  <a:lnTo>
                    <a:pt x="932027" y="78841"/>
                  </a:lnTo>
                  <a:lnTo>
                    <a:pt x="927061" y="75526"/>
                  </a:lnTo>
                  <a:lnTo>
                    <a:pt x="916749" y="72478"/>
                  </a:lnTo>
                  <a:lnTo>
                    <a:pt x="907554" y="71716"/>
                  </a:lnTo>
                  <a:lnTo>
                    <a:pt x="882789" y="77330"/>
                  </a:lnTo>
                  <a:lnTo>
                    <a:pt x="842403" y="114884"/>
                  </a:lnTo>
                  <a:lnTo>
                    <a:pt x="830846" y="169887"/>
                  </a:lnTo>
                  <a:lnTo>
                    <a:pt x="839927" y="192684"/>
                  </a:lnTo>
                  <a:lnTo>
                    <a:pt x="857275" y="208026"/>
                  </a:lnTo>
                  <a:lnTo>
                    <a:pt x="881646" y="213652"/>
                  </a:lnTo>
                  <a:lnTo>
                    <a:pt x="896175" y="212331"/>
                  </a:lnTo>
                  <a:lnTo>
                    <a:pt x="909878" y="208889"/>
                  </a:lnTo>
                  <a:lnTo>
                    <a:pt x="922439" y="204000"/>
                  </a:lnTo>
                  <a:lnTo>
                    <a:pt x="933551" y="198412"/>
                  </a:lnTo>
                  <a:lnTo>
                    <a:pt x="934021" y="195364"/>
                  </a:lnTo>
                  <a:lnTo>
                    <a:pt x="934097" y="194881"/>
                  </a:lnTo>
                  <a:lnTo>
                    <a:pt x="936599" y="178600"/>
                  </a:lnTo>
                  <a:lnTo>
                    <a:pt x="920153" y="187642"/>
                  </a:lnTo>
                  <a:lnTo>
                    <a:pt x="905725" y="192684"/>
                  </a:lnTo>
                  <a:lnTo>
                    <a:pt x="894080" y="194881"/>
                  </a:lnTo>
                  <a:lnTo>
                    <a:pt x="886218" y="195364"/>
                  </a:lnTo>
                  <a:lnTo>
                    <a:pt x="870038" y="191566"/>
                  </a:lnTo>
                  <a:lnTo>
                    <a:pt x="858596" y="181063"/>
                  </a:lnTo>
                  <a:lnTo>
                    <a:pt x="852563" y="165100"/>
                  </a:lnTo>
                  <a:lnTo>
                    <a:pt x="852690" y="144970"/>
                  </a:lnTo>
                  <a:lnTo>
                    <a:pt x="945743" y="144970"/>
                  </a:lnTo>
                  <a:lnTo>
                    <a:pt x="948080" y="134950"/>
                  </a:lnTo>
                  <a:lnTo>
                    <a:pt x="948842" y="128206"/>
                  </a:lnTo>
                  <a:lnTo>
                    <a:pt x="949553" y="121907"/>
                  </a:lnTo>
                  <a:close/>
                </a:path>
                <a:path w="1094739" h="213995">
                  <a:moveTo>
                    <a:pt x="1094435" y="104825"/>
                  </a:moveTo>
                  <a:lnTo>
                    <a:pt x="1092149" y="89484"/>
                  </a:lnTo>
                  <a:lnTo>
                    <a:pt x="1081862" y="77863"/>
                  </a:lnTo>
                  <a:lnTo>
                    <a:pt x="1060145" y="73253"/>
                  </a:lnTo>
                  <a:lnTo>
                    <a:pt x="1041996" y="76390"/>
                  </a:lnTo>
                  <a:lnTo>
                    <a:pt x="1027137" y="83540"/>
                  </a:lnTo>
                  <a:lnTo>
                    <a:pt x="1016558" y="91287"/>
                  </a:lnTo>
                  <a:lnTo>
                    <a:pt x="1011275" y="96202"/>
                  </a:lnTo>
                  <a:lnTo>
                    <a:pt x="1015949" y="74777"/>
                  </a:lnTo>
                  <a:lnTo>
                    <a:pt x="994511" y="74777"/>
                  </a:lnTo>
                  <a:lnTo>
                    <a:pt x="965555" y="210604"/>
                  </a:lnTo>
                  <a:lnTo>
                    <a:pt x="989939" y="210604"/>
                  </a:lnTo>
                  <a:lnTo>
                    <a:pt x="1005179" y="135826"/>
                  </a:lnTo>
                  <a:lnTo>
                    <a:pt x="1010094" y="120548"/>
                  </a:lnTo>
                  <a:lnTo>
                    <a:pt x="1018184" y="106248"/>
                  </a:lnTo>
                  <a:lnTo>
                    <a:pt x="1029690" y="95669"/>
                  </a:lnTo>
                  <a:lnTo>
                    <a:pt x="1044905" y="91541"/>
                  </a:lnTo>
                  <a:lnTo>
                    <a:pt x="1061110" y="95021"/>
                  </a:lnTo>
                  <a:lnTo>
                    <a:pt x="1068336" y="103390"/>
                  </a:lnTo>
                  <a:lnTo>
                    <a:pt x="1069543" y="113474"/>
                  </a:lnTo>
                  <a:lnTo>
                    <a:pt x="1049477" y="210604"/>
                  </a:lnTo>
                  <a:lnTo>
                    <a:pt x="1072337" y="210604"/>
                  </a:lnTo>
                  <a:lnTo>
                    <a:pt x="1092149" y="120586"/>
                  </a:lnTo>
                  <a:lnTo>
                    <a:pt x="1094435" y="1048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5" name="object 355" descr="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3261993" y="5634608"/>
              <a:ext cx="252064" cy="141922"/>
            </a:xfrm>
            <a:prstGeom prst="rect">
              <a:avLst/>
            </a:prstGeom>
          </p:spPr>
        </p:pic>
        <p:sp>
          <p:nvSpPr>
            <p:cNvPr id="356" name="object 356" descr=""/>
            <p:cNvSpPr/>
            <p:nvPr/>
          </p:nvSpPr>
          <p:spPr>
            <a:xfrm>
              <a:off x="3554056" y="5639282"/>
              <a:ext cx="24765" cy="134620"/>
            </a:xfrm>
            <a:custGeom>
              <a:avLst/>
              <a:gdLst/>
              <a:ahLst/>
              <a:cxnLst/>
              <a:rect l="l" t="t" r="r" b="b"/>
              <a:pathLst>
                <a:path w="24764" h="134620">
                  <a:moveTo>
                    <a:pt x="24384" y="109816"/>
                  </a:moveTo>
                  <a:lnTo>
                    <a:pt x="0" y="109816"/>
                  </a:lnTo>
                  <a:lnTo>
                    <a:pt x="0" y="134200"/>
                  </a:lnTo>
                  <a:lnTo>
                    <a:pt x="24384" y="134200"/>
                  </a:lnTo>
                  <a:lnTo>
                    <a:pt x="24384" y="109816"/>
                  </a:lnTo>
                  <a:close/>
                </a:path>
                <a:path w="24764" h="134620">
                  <a:moveTo>
                    <a:pt x="24384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24384" y="24384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7" name="object 357" descr=""/>
          <p:cNvGrpSpPr/>
          <p:nvPr/>
        </p:nvGrpSpPr>
        <p:grpSpPr>
          <a:xfrm>
            <a:off x="3772185" y="5562886"/>
            <a:ext cx="327025" cy="213995"/>
            <a:chOff x="3772185" y="5562886"/>
            <a:chExt cx="327025" cy="213995"/>
          </a:xfrm>
        </p:grpSpPr>
        <p:pic>
          <p:nvPicPr>
            <p:cNvPr id="358" name="object 358" descr="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3772185" y="5562886"/>
              <a:ext cx="155638" cy="210597"/>
            </a:xfrm>
            <a:prstGeom prst="rect">
              <a:avLst/>
            </a:prstGeom>
          </p:spPr>
        </p:pic>
        <p:pic>
          <p:nvPicPr>
            <p:cNvPr id="359" name="object 359" descr="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3965924" y="5634609"/>
              <a:ext cx="132683" cy="141922"/>
            </a:xfrm>
            <a:prstGeom prst="rect">
              <a:avLst/>
            </a:prstGeom>
          </p:spPr>
        </p:pic>
      </p:grpSp>
      <p:grpSp>
        <p:nvGrpSpPr>
          <p:cNvPr id="360" name="object 360" descr=""/>
          <p:cNvGrpSpPr/>
          <p:nvPr/>
        </p:nvGrpSpPr>
        <p:grpSpPr>
          <a:xfrm>
            <a:off x="4217574" y="5601081"/>
            <a:ext cx="886460" cy="235585"/>
            <a:chOff x="4217574" y="5601081"/>
            <a:chExt cx="886460" cy="235585"/>
          </a:xfrm>
        </p:grpSpPr>
        <p:pic>
          <p:nvPicPr>
            <p:cNvPr id="361" name="object 361" descr="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4217574" y="5601081"/>
              <a:ext cx="358521" cy="175450"/>
            </a:xfrm>
            <a:prstGeom prst="rect">
              <a:avLst/>
            </a:prstGeom>
          </p:spPr>
        </p:pic>
        <p:pic>
          <p:nvPicPr>
            <p:cNvPr id="362" name="object 362" descr="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4603527" y="5636132"/>
              <a:ext cx="73247" cy="137350"/>
            </a:xfrm>
            <a:prstGeom prst="rect">
              <a:avLst/>
            </a:prstGeom>
          </p:spPr>
        </p:pic>
        <p:pic>
          <p:nvPicPr>
            <p:cNvPr id="363" name="object 363" descr="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4698111" y="5634609"/>
              <a:ext cx="106775" cy="141922"/>
            </a:xfrm>
            <a:prstGeom prst="rect">
              <a:avLst/>
            </a:prstGeom>
          </p:spPr>
        </p:pic>
        <p:pic>
          <p:nvPicPr>
            <p:cNvPr id="364" name="object 364" descr="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4835366" y="5634609"/>
              <a:ext cx="268510" cy="201453"/>
            </a:xfrm>
            <a:prstGeom prst="rect">
              <a:avLst/>
            </a:prstGeom>
          </p:spPr>
        </p:pic>
      </p:grpSp>
      <p:grpSp>
        <p:nvGrpSpPr>
          <p:cNvPr id="365" name="object 365" descr=""/>
          <p:cNvGrpSpPr/>
          <p:nvPr/>
        </p:nvGrpSpPr>
        <p:grpSpPr>
          <a:xfrm>
            <a:off x="5236559" y="5562886"/>
            <a:ext cx="765810" cy="213995"/>
            <a:chOff x="5236559" y="5562886"/>
            <a:chExt cx="765810" cy="213995"/>
          </a:xfrm>
        </p:grpSpPr>
        <p:pic>
          <p:nvPicPr>
            <p:cNvPr id="366" name="object 366" descr="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5236559" y="5636133"/>
              <a:ext cx="192214" cy="137350"/>
            </a:xfrm>
            <a:prstGeom prst="rect">
              <a:avLst/>
            </a:prstGeom>
          </p:spPr>
        </p:pic>
        <p:pic>
          <p:nvPicPr>
            <p:cNvPr id="367" name="object 367" descr="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5463825" y="5634609"/>
              <a:ext cx="114395" cy="141922"/>
            </a:xfrm>
            <a:prstGeom prst="rect">
              <a:avLst/>
            </a:prstGeom>
          </p:spPr>
        </p:pic>
        <p:pic>
          <p:nvPicPr>
            <p:cNvPr id="368" name="object 368" descr="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5598032" y="5634609"/>
              <a:ext cx="114395" cy="141922"/>
            </a:xfrm>
            <a:prstGeom prst="rect">
              <a:avLst/>
            </a:prstGeom>
          </p:spPr>
        </p:pic>
        <p:pic>
          <p:nvPicPr>
            <p:cNvPr id="369" name="object 369" descr="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5746051" y="5562886"/>
              <a:ext cx="108299" cy="210597"/>
            </a:xfrm>
            <a:prstGeom prst="rect">
              <a:avLst/>
            </a:prstGeom>
          </p:spPr>
        </p:pic>
        <p:pic>
          <p:nvPicPr>
            <p:cNvPr id="370" name="object 370" descr=""/>
            <p:cNvPicPr/>
            <p:nvPr/>
          </p:nvPicPr>
          <p:blipFill>
            <a:blip r:embed="rId229" cstate="print"/>
            <a:stretch>
              <a:fillRect/>
            </a:stretch>
          </p:blipFill>
          <p:spPr>
            <a:xfrm>
              <a:off x="5893974" y="5634609"/>
              <a:ext cx="108299" cy="141922"/>
            </a:xfrm>
            <a:prstGeom prst="rect">
              <a:avLst/>
            </a:prstGeom>
          </p:spPr>
        </p:pic>
      </p:grpSp>
      <p:pic>
        <p:nvPicPr>
          <p:cNvPr id="371" name="object 371" descr=""/>
          <p:cNvPicPr/>
          <p:nvPr/>
        </p:nvPicPr>
        <p:blipFill>
          <a:blip r:embed="rId162" cstate="print"/>
          <a:stretch>
            <a:fillRect/>
          </a:stretch>
        </p:blipFill>
        <p:spPr>
          <a:xfrm>
            <a:off x="6048089" y="5636133"/>
            <a:ext cx="106775" cy="137350"/>
          </a:xfrm>
          <a:prstGeom prst="rect">
            <a:avLst/>
          </a:prstGeom>
        </p:spPr>
      </p:pic>
      <p:grpSp>
        <p:nvGrpSpPr>
          <p:cNvPr id="372" name="object 372" descr=""/>
          <p:cNvGrpSpPr/>
          <p:nvPr/>
        </p:nvGrpSpPr>
        <p:grpSpPr>
          <a:xfrm>
            <a:off x="6202108" y="5575077"/>
            <a:ext cx="381635" cy="201930"/>
            <a:chOff x="6202108" y="5575077"/>
            <a:chExt cx="381635" cy="201930"/>
          </a:xfrm>
        </p:grpSpPr>
        <p:sp>
          <p:nvSpPr>
            <p:cNvPr id="373" name="object 373" descr=""/>
            <p:cNvSpPr/>
            <p:nvPr/>
          </p:nvSpPr>
          <p:spPr>
            <a:xfrm>
              <a:off x="6202108" y="557508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4" name="object 374" descr="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6260020" y="5634704"/>
              <a:ext cx="100679" cy="141922"/>
            </a:xfrm>
            <a:prstGeom prst="rect">
              <a:avLst/>
            </a:prstGeom>
          </p:spPr>
        </p:pic>
        <p:pic>
          <p:nvPicPr>
            <p:cNvPr id="375" name="object 375" descr="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6392798" y="5636133"/>
              <a:ext cx="190690" cy="137350"/>
            </a:xfrm>
            <a:prstGeom prst="rect">
              <a:avLst/>
            </a:prstGeom>
          </p:spPr>
        </p:pic>
      </p:grpSp>
      <p:sp>
        <p:nvSpPr>
          <p:cNvPr id="376" name="object 376" descr=""/>
          <p:cNvSpPr/>
          <p:nvPr/>
        </p:nvSpPr>
        <p:spPr>
          <a:xfrm>
            <a:off x="6636829" y="5639180"/>
            <a:ext cx="26034" cy="172720"/>
          </a:xfrm>
          <a:custGeom>
            <a:avLst/>
            <a:gdLst/>
            <a:ahLst/>
            <a:cxnLst/>
            <a:rect l="l" t="t" r="r" b="b"/>
            <a:pathLst>
              <a:path w="26034" h="172720">
                <a:moveTo>
                  <a:pt x="25908" y="24479"/>
                </a:moveTo>
                <a:lnTo>
                  <a:pt x="0" y="24479"/>
                </a:lnTo>
                <a:lnTo>
                  <a:pt x="0" y="0"/>
                </a:lnTo>
                <a:lnTo>
                  <a:pt x="25908" y="0"/>
                </a:lnTo>
                <a:lnTo>
                  <a:pt x="25908" y="24479"/>
                </a:lnTo>
                <a:close/>
              </a:path>
              <a:path w="26034" h="172720">
                <a:moveTo>
                  <a:pt x="12192" y="172402"/>
                </a:moveTo>
                <a:lnTo>
                  <a:pt x="0" y="172402"/>
                </a:lnTo>
                <a:lnTo>
                  <a:pt x="7620" y="134302"/>
                </a:lnTo>
                <a:lnTo>
                  <a:pt x="0" y="134302"/>
                </a:lnTo>
                <a:lnTo>
                  <a:pt x="0" y="109918"/>
                </a:lnTo>
                <a:lnTo>
                  <a:pt x="25908" y="109918"/>
                </a:lnTo>
                <a:lnTo>
                  <a:pt x="25908" y="134302"/>
                </a:lnTo>
                <a:lnTo>
                  <a:pt x="12192" y="172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7" name="object 377" descr=""/>
          <p:cNvGrpSpPr/>
          <p:nvPr/>
        </p:nvGrpSpPr>
        <p:grpSpPr>
          <a:xfrm>
            <a:off x="6803135" y="5562886"/>
            <a:ext cx="270510" cy="213995"/>
            <a:chOff x="6803135" y="5562886"/>
            <a:chExt cx="270510" cy="213995"/>
          </a:xfrm>
        </p:grpSpPr>
        <p:pic>
          <p:nvPicPr>
            <p:cNvPr id="378" name="object 378" descr="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6803135" y="5562886"/>
              <a:ext cx="120491" cy="213645"/>
            </a:xfrm>
            <a:prstGeom prst="rect">
              <a:avLst/>
            </a:prstGeom>
          </p:spPr>
        </p:pic>
        <p:pic>
          <p:nvPicPr>
            <p:cNvPr id="379" name="object 379" descr="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6964775" y="5634609"/>
              <a:ext cx="108299" cy="141922"/>
            </a:xfrm>
            <a:prstGeom prst="rect">
              <a:avLst/>
            </a:prstGeom>
          </p:spPr>
        </p:pic>
      </p:grpSp>
      <p:grpSp>
        <p:nvGrpSpPr>
          <p:cNvPr id="380" name="object 380" descr=""/>
          <p:cNvGrpSpPr/>
          <p:nvPr/>
        </p:nvGrpSpPr>
        <p:grpSpPr>
          <a:xfrm>
            <a:off x="7098982" y="5601081"/>
            <a:ext cx="227329" cy="175895"/>
            <a:chOff x="7098982" y="5601081"/>
            <a:chExt cx="227329" cy="175895"/>
          </a:xfrm>
        </p:grpSpPr>
        <p:pic>
          <p:nvPicPr>
            <p:cNvPr id="381" name="object 381" descr="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7219473" y="5634609"/>
              <a:ext cx="106775" cy="141922"/>
            </a:xfrm>
            <a:prstGeom prst="rect">
              <a:avLst/>
            </a:prstGeom>
          </p:spPr>
        </p:pic>
        <p:pic>
          <p:nvPicPr>
            <p:cNvPr id="382" name="object 382" descr="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7098982" y="5601081"/>
              <a:ext cx="96107" cy="175450"/>
            </a:xfrm>
            <a:prstGeom prst="rect">
              <a:avLst/>
            </a:prstGeom>
          </p:spPr>
        </p:pic>
      </p:grpSp>
      <p:grpSp>
        <p:nvGrpSpPr>
          <p:cNvPr id="383" name="object 383" descr=""/>
          <p:cNvGrpSpPr/>
          <p:nvPr/>
        </p:nvGrpSpPr>
        <p:grpSpPr>
          <a:xfrm>
            <a:off x="7473696" y="5562600"/>
            <a:ext cx="424815" cy="213995"/>
            <a:chOff x="7473696" y="5562600"/>
            <a:chExt cx="424815" cy="213995"/>
          </a:xfrm>
        </p:grpSpPr>
        <p:sp>
          <p:nvSpPr>
            <p:cNvPr id="384" name="object 384" descr=""/>
            <p:cNvSpPr/>
            <p:nvPr/>
          </p:nvSpPr>
          <p:spPr>
            <a:xfrm>
              <a:off x="7473696" y="5562600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5" name="object 385" descr="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7530655" y="5634609"/>
              <a:ext cx="367664" cy="141922"/>
            </a:xfrm>
            <a:prstGeom prst="rect">
              <a:avLst/>
            </a:prstGeom>
          </p:spPr>
        </p:pic>
      </p:grpSp>
      <p:grpSp>
        <p:nvGrpSpPr>
          <p:cNvPr id="386" name="object 386" descr=""/>
          <p:cNvGrpSpPr/>
          <p:nvPr/>
        </p:nvGrpSpPr>
        <p:grpSpPr>
          <a:xfrm>
            <a:off x="8014239" y="5634609"/>
            <a:ext cx="274955" cy="142240"/>
            <a:chOff x="8014239" y="5634609"/>
            <a:chExt cx="274955" cy="142240"/>
          </a:xfrm>
        </p:grpSpPr>
        <p:pic>
          <p:nvPicPr>
            <p:cNvPr id="387" name="object 387" descr="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8014239" y="5634609"/>
              <a:ext cx="132683" cy="141922"/>
            </a:xfrm>
            <a:prstGeom prst="rect">
              <a:avLst/>
            </a:prstGeom>
          </p:spPr>
        </p:pic>
        <p:pic>
          <p:nvPicPr>
            <p:cNvPr id="388" name="object 388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8181974" y="5636133"/>
              <a:ext cx="106775" cy="137350"/>
            </a:xfrm>
            <a:prstGeom prst="rect">
              <a:avLst/>
            </a:prstGeom>
          </p:spPr>
        </p:pic>
      </p:grpSp>
      <p:sp>
        <p:nvSpPr>
          <p:cNvPr id="389" name="object 389" descr=""/>
          <p:cNvSpPr/>
          <p:nvPr/>
        </p:nvSpPr>
        <p:spPr>
          <a:xfrm>
            <a:off x="8438286" y="5601093"/>
            <a:ext cx="564515" cy="175895"/>
          </a:xfrm>
          <a:custGeom>
            <a:avLst/>
            <a:gdLst/>
            <a:ahLst/>
            <a:cxnLst/>
            <a:rect l="l" t="t" r="r" b="b"/>
            <a:pathLst>
              <a:path w="564515" h="175895">
                <a:moveTo>
                  <a:pt x="74777" y="35039"/>
                </a:moveTo>
                <a:lnTo>
                  <a:pt x="56095" y="37642"/>
                </a:lnTo>
                <a:lnTo>
                  <a:pt x="41160" y="44386"/>
                </a:lnTo>
                <a:lnTo>
                  <a:pt x="29667" y="53733"/>
                </a:lnTo>
                <a:lnTo>
                  <a:pt x="21336" y="64096"/>
                </a:lnTo>
                <a:lnTo>
                  <a:pt x="21336" y="36563"/>
                </a:lnTo>
                <a:lnTo>
                  <a:pt x="0" y="36563"/>
                </a:lnTo>
                <a:lnTo>
                  <a:pt x="0" y="172389"/>
                </a:lnTo>
                <a:lnTo>
                  <a:pt x="22860" y="172389"/>
                </a:lnTo>
                <a:lnTo>
                  <a:pt x="22860" y="108292"/>
                </a:lnTo>
                <a:lnTo>
                  <a:pt x="26885" y="87083"/>
                </a:lnTo>
                <a:lnTo>
                  <a:pt x="37922" y="70142"/>
                </a:lnTo>
                <a:lnTo>
                  <a:pt x="54406" y="58915"/>
                </a:lnTo>
                <a:lnTo>
                  <a:pt x="74777" y="54851"/>
                </a:lnTo>
                <a:lnTo>
                  <a:pt x="74777" y="35039"/>
                </a:lnTo>
                <a:close/>
              </a:path>
              <a:path w="564515" h="175895">
                <a:moveTo>
                  <a:pt x="204406" y="106768"/>
                </a:moveTo>
                <a:lnTo>
                  <a:pt x="204343" y="103720"/>
                </a:lnTo>
                <a:lnTo>
                  <a:pt x="204216" y="96748"/>
                </a:lnTo>
                <a:lnTo>
                  <a:pt x="203517" y="90004"/>
                </a:lnTo>
                <a:lnTo>
                  <a:pt x="189344" y="51904"/>
                </a:lnTo>
                <a:lnTo>
                  <a:pt x="187540" y="49936"/>
                </a:lnTo>
                <a:lnTo>
                  <a:pt x="187540" y="90004"/>
                </a:lnTo>
                <a:lnTo>
                  <a:pt x="112864" y="90004"/>
                </a:lnTo>
                <a:lnTo>
                  <a:pt x="118186" y="74409"/>
                </a:lnTo>
                <a:lnTo>
                  <a:pt x="126771" y="62382"/>
                </a:lnTo>
                <a:lnTo>
                  <a:pt x="137947" y="54648"/>
                </a:lnTo>
                <a:lnTo>
                  <a:pt x="150964" y="51904"/>
                </a:lnTo>
                <a:lnTo>
                  <a:pt x="162471" y="53784"/>
                </a:lnTo>
                <a:lnTo>
                  <a:pt x="173253" y="60096"/>
                </a:lnTo>
                <a:lnTo>
                  <a:pt x="182041" y="71831"/>
                </a:lnTo>
                <a:lnTo>
                  <a:pt x="187540" y="90004"/>
                </a:lnTo>
                <a:lnTo>
                  <a:pt x="187540" y="49936"/>
                </a:lnTo>
                <a:lnTo>
                  <a:pt x="182041" y="43891"/>
                </a:lnTo>
                <a:lnTo>
                  <a:pt x="170967" y="37376"/>
                </a:lnTo>
                <a:lnTo>
                  <a:pt x="160185" y="34302"/>
                </a:lnTo>
                <a:lnTo>
                  <a:pt x="150964" y="33515"/>
                </a:lnTo>
                <a:lnTo>
                  <a:pt x="127292" y="39128"/>
                </a:lnTo>
                <a:lnTo>
                  <a:pt x="107873" y="54330"/>
                </a:lnTo>
                <a:lnTo>
                  <a:pt x="94742" y="76682"/>
                </a:lnTo>
                <a:lnTo>
                  <a:pt x="89916" y="103720"/>
                </a:lnTo>
                <a:lnTo>
                  <a:pt x="95021" y="131686"/>
                </a:lnTo>
                <a:lnTo>
                  <a:pt x="109016" y="154482"/>
                </a:lnTo>
                <a:lnTo>
                  <a:pt x="129857" y="169824"/>
                </a:lnTo>
                <a:lnTo>
                  <a:pt x="155536" y="175450"/>
                </a:lnTo>
                <a:lnTo>
                  <a:pt x="168922" y="174129"/>
                </a:lnTo>
                <a:lnTo>
                  <a:pt x="181457" y="170688"/>
                </a:lnTo>
                <a:lnTo>
                  <a:pt x="192874" y="165798"/>
                </a:lnTo>
                <a:lnTo>
                  <a:pt x="202882" y="160210"/>
                </a:lnTo>
                <a:lnTo>
                  <a:pt x="202653" y="157162"/>
                </a:lnTo>
                <a:lnTo>
                  <a:pt x="202615" y="156679"/>
                </a:lnTo>
                <a:lnTo>
                  <a:pt x="201358" y="140398"/>
                </a:lnTo>
                <a:lnTo>
                  <a:pt x="186664" y="149440"/>
                </a:lnTo>
                <a:lnTo>
                  <a:pt x="173304" y="154482"/>
                </a:lnTo>
                <a:lnTo>
                  <a:pt x="162471" y="156679"/>
                </a:lnTo>
                <a:lnTo>
                  <a:pt x="155536" y="157162"/>
                </a:lnTo>
                <a:lnTo>
                  <a:pt x="138353" y="153365"/>
                </a:lnTo>
                <a:lnTo>
                  <a:pt x="124294" y="142862"/>
                </a:lnTo>
                <a:lnTo>
                  <a:pt x="114820" y="126898"/>
                </a:lnTo>
                <a:lnTo>
                  <a:pt x="111340" y="106768"/>
                </a:lnTo>
                <a:lnTo>
                  <a:pt x="204406" y="106768"/>
                </a:lnTo>
                <a:close/>
              </a:path>
              <a:path w="564515" h="175895">
                <a:moveTo>
                  <a:pt x="321856" y="134302"/>
                </a:moveTo>
                <a:lnTo>
                  <a:pt x="302488" y="98793"/>
                </a:lnTo>
                <a:lnTo>
                  <a:pt x="264198" y="87553"/>
                </a:lnTo>
                <a:lnTo>
                  <a:pt x="254508" y="84099"/>
                </a:lnTo>
                <a:lnTo>
                  <a:pt x="247954" y="78651"/>
                </a:lnTo>
                <a:lnTo>
                  <a:pt x="245554" y="70192"/>
                </a:lnTo>
                <a:lnTo>
                  <a:pt x="248932" y="58686"/>
                </a:lnTo>
                <a:lnTo>
                  <a:pt x="256603" y="52768"/>
                </a:lnTo>
                <a:lnTo>
                  <a:pt x="264845" y="50596"/>
                </a:lnTo>
                <a:lnTo>
                  <a:pt x="269938" y="50292"/>
                </a:lnTo>
                <a:lnTo>
                  <a:pt x="278790" y="50698"/>
                </a:lnTo>
                <a:lnTo>
                  <a:pt x="289229" y="52387"/>
                </a:lnTo>
                <a:lnTo>
                  <a:pt x="301091" y="56108"/>
                </a:lnTo>
                <a:lnTo>
                  <a:pt x="314236" y="62572"/>
                </a:lnTo>
                <a:lnTo>
                  <a:pt x="317284" y="42672"/>
                </a:lnTo>
                <a:lnTo>
                  <a:pt x="306082" y="38023"/>
                </a:lnTo>
                <a:lnTo>
                  <a:pt x="295173" y="35242"/>
                </a:lnTo>
                <a:lnTo>
                  <a:pt x="284238" y="33883"/>
                </a:lnTo>
                <a:lnTo>
                  <a:pt x="272986" y="33528"/>
                </a:lnTo>
                <a:lnTo>
                  <a:pt x="261912" y="34137"/>
                </a:lnTo>
                <a:lnTo>
                  <a:pt x="244983" y="38481"/>
                </a:lnTo>
                <a:lnTo>
                  <a:pt x="229476" y="50279"/>
                </a:lnTo>
                <a:lnTo>
                  <a:pt x="222694" y="73240"/>
                </a:lnTo>
                <a:lnTo>
                  <a:pt x="224243" y="82905"/>
                </a:lnTo>
                <a:lnTo>
                  <a:pt x="253365" y="110007"/>
                </a:lnTo>
                <a:lnTo>
                  <a:pt x="281825" y="116230"/>
                </a:lnTo>
                <a:lnTo>
                  <a:pt x="290791" y="119926"/>
                </a:lnTo>
                <a:lnTo>
                  <a:pt x="297726" y="126212"/>
                </a:lnTo>
                <a:lnTo>
                  <a:pt x="300520" y="135826"/>
                </a:lnTo>
                <a:lnTo>
                  <a:pt x="296849" y="148158"/>
                </a:lnTo>
                <a:lnTo>
                  <a:pt x="288467" y="154495"/>
                </a:lnTo>
                <a:lnTo>
                  <a:pt x="279222" y="156819"/>
                </a:lnTo>
                <a:lnTo>
                  <a:pt x="272986" y="157162"/>
                </a:lnTo>
                <a:lnTo>
                  <a:pt x="255955" y="155206"/>
                </a:lnTo>
                <a:lnTo>
                  <a:pt x="241935" y="150685"/>
                </a:lnTo>
                <a:lnTo>
                  <a:pt x="231622" y="145580"/>
                </a:lnTo>
                <a:lnTo>
                  <a:pt x="225742" y="141922"/>
                </a:lnTo>
                <a:lnTo>
                  <a:pt x="221170" y="163258"/>
                </a:lnTo>
                <a:lnTo>
                  <a:pt x="230339" y="167081"/>
                </a:lnTo>
                <a:lnTo>
                  <a:pt x="241935" y="171069"/>
                </a:lnTo>
                <a:lnTo>
                  <a:pt x="256108" y="174180"/>
                </a:lnTo>
                <a:lnTo>
                  <a:pt x="272986" y="175450"/>
                </a:lnTo>
                <a:lnTo>
                  <a:pt x="278472" y="175298"/>
                </a:lnTo>
                <a:lnTo>
                  <a:pt x="314134" y="159804"/>
                </a:lnTo>
                <a:lnTo>
                  <a:pt x="320992" y="143370"/>
                </a:lnTo>
                <a:lnTo>
                  <a:pt x="321856" y="134302"/>
                </a:lnTo>
                <a:close/>
              </a:path>
              <a:path w="564515" h="175895">
                <a:moveTo>
                  <a:pt x="454533" y="106768"/>
                </a:moveTo>
                <a:lnTo>
                  <a:pt x="454469" y="103720"/>
                </a:lnTo>
                <a:lnTo>
                  <a:pt x="454342" y="96748"/>
                </a:lnTo>
                <a:lnTo>
                  <a:pt x="453656" y="90004"/>
                </a:lnTo>
                <a:lnTo>
                  <a:pt x="439572" y="51904"/>
                </a:lnTo>
                <a:lnTo>
                  <a:pt x="437769" y="49923"/>
                </a:lnTo>
                <a:lnTo>
                  <a:pt x="437769" y="90004"/>
                </a:lnTo>
                <a:lnTo>
                  <a:pt x="363004" y="90004"/>
                </a:lnTo>
                <a:lnTo>
                  <a:pt x="368312" y="74409"/>
                </a:lnTo>
                <a:lnTo>
                  <a:pt x="376910" y="62382"/>
                </a:lnTo>
                <a:lnTo>
                  <a:pt x="388112" y="54648"/>
                </a:lnTo>
                <a:lnTo>
                  <a:pt x="401193" y="51904"/>
                </a:lnTo>
                <a:lnTo>
                  <a:pt x="412699" y="53784"/>
                </a:lnTo>
                <a:lnTo>
                  <a:pt x="423481" y="60096"/>
                </a:lnTo>
                <a:lnTo>
                  <a:pt x="432269" y="71831"/>
                </a:lnTo>
                <a:lnTo>
                  <a:pt x="437769" y="90004"/>
                </a:lnTo>
                <a:lnTo>
                  <a:pt x="437769" y="49923"/>
                </a:lnTo>
                <a:lnTo>
                  <a:pt x="432269" y="43853"/>
                </a:lnTo>
                <a:lnTo>
                  <a:pt x="421195" y="37338"/>
                </a:lnTo>
                <a:lnTo>
                  <a:pt x="410413" y="34290"/>
                </a:lnTo>
                <a:lnTo>
                  <a:pt x="401193" y="33515"/>
                </a:lnTo>
                <a:lnTo>
                  <a:pt x="377469" y="39128"/>
                </a:lnTo>
                <a:lnTo>
                  <a:pt x="358051" y="54330"/>
                </a:lnTo>
                <a:lnTo>
                  <a:pt x="344944" y="76682"/>
                </a:lnTo>
                <a:lnTo>
                  <a:pt x="340144" y="103720"/>
                </a:lnTo>
                <a:lnTo>
                  <a:pt x="345236" y="131686"/>
                </a:lnTo>
                <a:lnTo>
                  <a:pt x="359194" y="154482"/>
                </a:lnTo>
                <a:lnTo>
                  <a:pt x="380034" y="169824"/>
                </a:lnTo>
                <a:lnTo>
                  <a:pt x="405765" y="175450"/>
                </a:lnTo>
                <a:lnTo>
                  <a:pt x="419366" y="174129"/>
                </a:lnTo>
                <a:lnTo>
                  <a:pt x="432244" y="170688"/>
                </a:lnTo>
                <a:lnTo>
                  <a:pt x="443699" y="165798"/>
                </a:lnTo>
                <a:lnTo>
                  <a:pt x="453009" y="160210"/>
                </a:lnTo>
                <a:lnTo>
                  <a:pt x="452780" y="157162"/>
                </a:lnTo>
                <a:lnTo>
                  <a:pt x="452742" y="156679"/>
                </a:lnTo>
                <a:lnTo>
                  <a:pt x="451485" y="140398"/>
                </a:lnTo>
                <a:lnTo>
                  <a:pt x="437489" y="149440"/>
                </a:lnTo>
                <a:lnTo>
                  <a:pt x="424078" y="154482"/>
                </a:lnTo>
                <a:lnTo>
                  <a:pt x="412915" y="156679"/>
                </a:lnTo>
                <a:lnTo>
                  <a:pt x="405765" y="157162"/>
                </a:lnTo>
                <a:lnTo>
                  <a:pt x="388518" y="153365"/>
                </a:lnTo>
                <a:lnTo>
                  <a:pt x="374434" y="142862"/>
                </a:lnTo>
                <a:lnTo>
                  <a:pt x="364947" y="126898"/>
                </a:lnTo>
                <a:lnTo>
                  <a:pt x="361480" y="106768"/>
                </a:lnTo>
                <a:lnTo>
                  <a:pt x="454533" y="106768"/>
                </a:lnTo>
                <a:close/>
              </a:path>
              <a:path w="564515" h="175895">
                <a:moveTo>
                  <a:pt x="564349" y="164782"/>
                </a:moveTo>
                <a:lnTo>
                  <a:pt x="559777" y="146494"/>
                </a:lnTo>
                <a:lnTo>
                  <a:pt x="553567" y="150723"/>
                </a:lnTo>
                <a:lnTo>
                  <a:pt x="546633" y="154114"/>
                </a:lnTo>
                <a:lnTo>
                  <a:pt x="539419" y="156349"/>
                </a:lnTo>
                <a:lnTo>
                  <a:pt x="532345" y="157162"/>
                </a:lnTo>
                <a:lnTo>
                  <a:pt x="524827" y="155460"/>
                </a:lnTo>
                <a:lnTo>
                  <a:pt x="520153" y="150482"/>
                </a:lnTo>
                <a:lnTo>
                  <a:pt x="517779" y="142328"/>
                </a:lnTo>
                <a:lnTo>
                  <a:pt x="517105" y="131152"/>
                </a:lnTo>
                <a:lnTo>
                  <a:pt x="517105" y="54864"/>
                </a:lnTo>
                <a:lnTo>
                  <a:pt x="559777" y="54864"/>
                </a:lnTo>
                <a:lnTo>
                  <a:pt x="559777" y="38100"/>
                </a:lnTo>
                <a:lnTo>
                  <a:pt x="517105" y="38100"/>
                </a:lnTo>
                <a:lnTo>
                  <a:pt x="517105" y="0"/>
                </a:lnTo>
                <a:lnTo>
                  <a:pt x="495769" y="0"/>
                </a:lnTo>
                <a:lnTo>
                  <a:pt x="495769" y="38100"/>
                </a:lnTo>
                <a:lnTo>
                  <a:pt x="469773" y="38100"/>
                </a:lnTo>
                <a:lnTo>
                  <a:pt x="469773" y="54864"/>
                </a:lnTo>
                <a:lnTo>
                  <a:pt x="494157" y="54864"/>
                </a:lnTo>
                <a:lnTo>
                  <a:pt x="494157" y="135826"/>
                </a:lnTo>
                <a:lnTo>
                  <a:pt x="495223" y="149733"/>
                </a:lnTo>
                <a:lnTo>
                  <a:pt x="499160" y="162496"/>
                </a:lnTo>
                <a:lnTo>
                  <a:pt x="507098" y="171831"/>
                </a:lnTo>
                <a:lnTo>
                  <a:pt x="520153" y="175450"/>
                </a:lnTo>
                <a:lnTo>
                  <a:pt x="535000" y="174205"/>
                </a:lnTo>
                <a:lnTo>
                  <a:pt x="547395" y="171259"/>
                </a:lnTo>
                <a:lnTo>
                  <a:pt x="557237" y="167728"/>
                </a:lnTo>
                <a:lnTo>
                  <a:pt x="564349" y="164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0" name="object 390" descr=""/>
          <p:cNvPicPr/>
          <p:nvPr/>
        </p:nvPicPr>
        <p:blipFill>
          <a:blip r:embed="rId238" cstate="print"/>
          <a:stretch>
            <a:fillRect/>
          </a:stretch>
        </p:blipFill>
        <p:spPr>
          <a:xfrm>
            <a:off x="1029652" y="6025229"/>
            <a:ext cx="186023" cy="173926"/>
          </a:xfrm>
          <a:prstGeom prst="rect">
            <a:avLst/>
          </a:prstGeom>
        </p:spPr>
      </p:pic>
      <p:grpSp>
        <p:nvGrpSpPr>
          <p:cNvPr id="391" name="object 391" descr=""/>
          <p:cNvGrpSpPr/>
          <p:nvPr/>
        </p:nvGrpSpPr>
        <p:grpSpPr>
          <a:xfrm>
            <a:off x="1431204" y="6008465"/>
            <a:ext cx="612775" cy="217170"/>
            <a:chOff x="1431204" y="6008465"/>
            <a:chExt cx="612775" cy="217170"/>
          </a:xfrm>
        </p:grpSpPr>
        <p:pic>
          <p:nvPicPr>
            <p:cNvPr id="392" name="object 392" descr="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1431204" y="6008465"/>
              <a:ext cx="310989" cy="216693"/>
            </a:xfrm>
            <a:prstGeom prst="rect">
              <a:avLst/>
            </a:prstGeom>
          </p:spPr>
        </p:pic>
        <p:pic>
          <p:nvPicPr>
            <p:cNvPr id="393" name="object 393" descr="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1768085" y="6011513"/>
              <a:ext cx="275503" cy="213645"/>
            </a:xfrm>
            <a:prstGeom prst="rect">
              <a:avLst/>
            </a:prstGeom>
          </p:spPr>
        </p:pic>
      </p:grpSp>
      <p:grpSp>
        <p:nvGrpSpPr>
          <p:cNvPr id="394" name="object 394" descr=""/>
          <p:cNvGrpSpPr/>
          <p:nvPr/>
        </p:nvGrpSpPr>
        <p:grpSpPr>
          <a:xfrm>
            <a:off x="2165985" y="6011513"/>
            <a:ext cx="1475105" cy="270510"/>
            <a:chOff x="2165985" y="6011513"/>
            <a:chExt cx="1475105" cy="270510"/>
          </a:xfrm>
        </p:grpSpPr>
        <p:pic>
          <p:nvPicPr>
            <p:cNvPr id="395" name="object 395" descr=""/>
            <p:cNvPicPr/>
            <p:nvPr/>
          </p:nvPicPr>
          <p:blipFill>
            <a:blip r:embed="rId241" cstate="print"/>
            <a:stretch>
              <a:fillRect/>
            </a:stretch>
          </p:blipFill>
          <p:spPr>
            <a:xfrm>
              <a:off x="2165985" y="6011513"/>
              <a:ext cx="195213" cy="210597"/>
            </a:xfrm>
            <a:prstGeom prst="rect">
              <a:avLst/>
            </a:prstGeom>
          </p:spPr>
        </p:pic>
        <p:pic>
          <p:nvPicPr>
            <p:cNvPr id="396" name="object 396" descr="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2384085" y="6084760"/>
              <a:ext cx="288867" cy="196881"/>
            </a:xfrm>
            <a:prstGeom prst="rect">
              <a:avLst/>
            </a:prstGeom>
          </p:spPr>
        </p:pic>
        <p:pic>
          <p:nvPicPr>
            <p:cNvPr id="397" name="object 397" descr="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2692241" y="6011513"/>
              <a:ext cx="396216" cy="213645"/>
            </a:xfrm>
            <a:prstGeom prst="rect">
              <a:avLst/>
            </a:prstGeom>
          </p:spPr>
        </p:pic>
        <p:pic>
          <p:nvPicPr>
            <p:cNvPr id="398" name="object 398" descr="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3120866" y="6023705"/>
              <a:ext cx="308395" cy="201453"/>
            </a:xfrm>
            <a:prstGeom prst="rect">
              <a:avLst/>
            </a:prstGeom>
          </p:spPr>
        </p:pic>
        <p:pic>
          <p:nvPicPr>
            <p:cNvPr id="399" name="object 399" descr="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3448812" y="6084760"/>
              <a:ext cx="127373" cy="137350"/>
            </a:xfrm>
            <a:prstGeom prst="rect">
              <a:avLst/>
            </a:prstGeom>
          </p:spPr>
        </p:pic>
        <p:sp>
          <p:nvSpPr>
            <p:cNvPr id="400" name="object 400" descr=""/>
            <p:cNvSpPr/>
            <p:nvPr/>
          </p:nvSpPr>
          <p:spPr>
            <a:xfrm>
              <a:off x="3616642" y="6087808"/>
              <a:ext cx="24765" cy="134620"/>
            </a:xfrm>
            <a:custGeom>
              <a:avLst/>
              <a:gdLst/>
              <a:ahLst/>
              <a:cxnLst/>
              <a:rect l="l" t="t" r="r" b="b"/>
              <a:pathLst>
                <a:path w="24764" h="134620">
                  <a:moveTo>
                    <a:pt x="24384" y="109829"/>
                  </a:moveTo>
                  <a:lnTo>
                    <a:pt x="0" y="109829"/>
                  </a:lnTo>
                  <a:lnTo>
                    <a:pt x="0" y="134302"/>
                  </a:lnTo>
                  <a:lnTo>
                    <a:pt x="24384" y="134302"/>
                  </a:lnTo>
                  <a:lnTo>
                    <a:pt x="24384" y="109829"/>
                  </a:lnTo>
                  <a:close/>
                </a:path>
                <a:path w="24764" h="134620">
                  <a:moveTo>
                    <a:pt x="24384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4384" y="25908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1" name="object 401" descr=""/>
          <p:cNvGrpSpPr/>
          <p:nvPr/>
        </p:nvGrpSpPr>
        <p:grpSpPr>
          <a:xfrm>
            <a:off x="3825621" y="6008465"/>
            <a:ext cx="551180" cy="217170"/>
            <a:chOff x="3825621" y="6008465"/>
            <a:chExt cx="551180" cy="217170"/>
          </a:xfrm>
        </p:grpSpPr>
        <p:pic>
          <p:nvPicPr>
            <p:cNvPr id="402" name="object 402" descr=""/>
            <p:cNvPicPr/>
            <p:nvPr/>
          </p:nvPicPr>
          <p:blipFill>
            <a:blip r:embed="rId246" cstate="print"/>
            <a:stretch>
              <a:fillRect/>
            </a:stretch>
          </p:blipFill>
          <p:spPr>
            <a:xfrm>
              <a:off x="3825621" y="6008465"/>
              <a:ext cx="157067" cy="216693"/>
            </a:xfrm>
            <a:prstGeom prst="rect">
              <a:avLst/>
            </a:prstGeom>
          </p:spPr>
        </p:pic>
        <p:pic>
          <p:nvPicPr>
            <p:cNvPr id="403" name="object 403" descr=""/>
            <p:cNvPicPr/>
            <p:nvPr/>
          </p:nvPicPr>
          <p:blipFill>
            <a:blip r:embed="rId247" cstate="print"/>
            <a:stretch>
              <a:fillRect/>
            </a:stretch>
          </p:blipFill>
          <p:spPr>
            <a:xfrm>
              <a:off x="4014787" y="6083236"/>
              <a:ext cx="106775" cy="141922"/>
            </a:xfrm>
            <a:prstGeom prst="rect">
              <a:avLst/>
            </a:prstGeom>
          </p:spPr>
        </p:pic>
        <p:pic>
          <p:nvPicPr>
            <p:cNvPr id="404" name="object 404" descr=""/>
            <p:cNvPicPr/>
            <p:nvPr/>
          </p:nvPicPr>
          <p:blipFill>
            <a:blip r:embed="rId248" cstate="print"/>
            <a:stretch>
              <a:fillRect/>
            </a:stretch>
          </p:blipFill>
          <p:spPr>
            <a:xfrm>
              <a:off x="4148994" y="6049708"/>
              <a:ext cx="94583" cy="175450"/>
            </a:xfrm>
            <a:prstGeom prst="rect">
              <a:avLst/>
            </a:prstGeom>
          </p:spPr>
        </p:pic>
        <p:pic>
          <p:nvPicPr>
            <p:cNvPr id="405" name="object 405" descr="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4269486" y="6083236"/>
              <a:ext cx="106775" cy="141922"/>
            </a:xfrm>
            <a:prstGeom prst="rect">
              <a:avLst/>
            </a:prstGeom>
          </p:spPr>
        </p:pic>
      </p:grpSp>
      <p:grpSp>
        <p:nvGrpSpPr>
          <p:cNvPr id="406" name="object 406" descr=""/>
          <p:cNvGrpSpPr/>
          <p:nvPr/>
        </p:nvGrpSpPr>
        <p:grpSpPr>
          <a:xfrm>
            <a:off x="4422647" y="6012179"/>
            <a:ext cx="346075" cy="273050"/>
            <a:chOff x="4422647" y="6012179"/>
            <a:chExt cx="346075" cy="273050"/>
          </a:xfrm>
        </p:grpSpPr>
        <p:sp>
          <p:nvSpPr>
            <p:cNvPr id="407" name="object 407" descr=""/>
            <p:cNvSpPr/>
            <p:nvPr/>
          </p:nvSpPr>
          <p:spPr>
            <a:xfrm>
              <a:off x="4422647" y="601217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8" name="object 408" descr=""/>
            <p:cNvPicPr/>
            <p:nvPr/>
          </p:nvPicPr>
          <p:blipFill>
            <a:blip r:embed="rId250" cstate="print"/>
            <a:stretch>
              <a:fillRect/>
            </a:stretch>
          </p:blipFill>
          <p:spPr>
            <a:xfrm>
              <a:off x="4479988" y="6083236"/>
              <a:ext cx="288321" cy="201453"/>
            </a:xfrm>
            <a:prstGeom prst="rect">
              <a:avLst/>
            </a:prstGeom>
          </p:spPr>
        </p:pic>
      </p:grpSp>
      <p:grpSp>
        <p:nvGrpSpPr>
          <p:cNvPr id="409" name="object 409" descr=""/>
          <p:cNvGrpSpPr/>
          <p:nvPr/>
        </p:nvGrpSpPr>
        <p:grpSpPr>
          <a:xfrm>
            <a:off x="4897945" y="6083236"/>
            <a:ext cx="256540" cy="198755"/>
            <a:chOff x="4897945" y="6083236"/>
            <a:chExt cx="256540" cy="198755"/>
          </a:xfrm>
        </p:grpSpPr>
        <p:pic>
          <p:nvPicPr>
            <p:cNvPr id="410" name="object 410" descr=""/>
            <p:cNvPicPr/>
            <p:nvPr/>
          </p:nvPicPr>
          <p:blipFill>
            <a:blip r:embed="rId251" cstate="print"/>
            <a:stretch>
              <a:fillRect/>
            </a:stretch>
          </p:blipFill>
          <p:spPr>
            <a:xfrm>
              <a:off x="4897945" y="6084760"/>
              <a:ext cx="120491" cy="196881"/>
            </a:xfrm>
            <a:prstGeom prst="rect">
              <a:avLst/>
            </a:prstGeom>
          </p:spPr>
        </p:pic>
        <p:pic>
          <p:nvPicPr>
            <p:cNvPr id="411" name="object 411" descr=""/>
            <p:cNvPicPr/>
            <p:nvPr/>
          </p:nvPicPr>
          <p:blipFill>
            <a:blip r:embed="rId252" cstate="print"/>
            <a:stretch>
              <a:fillRect/>
            </a:stretch>
          </p:blipFill>
          <p:spPr>
            <a:xfrm>
              <a:off x="5045868" y="6083236"/>
              <a:ext cx="108299" cy="141922"/>
            </a:xfrm>
            <a:prstGeom prst="rect">
              <a:avLst/>
            </a:prstGeom>
          </p:spPr>
        </p:pic>
      </p:grpSp>
      <p:grpSp>
        <p:nvGrpSpPr>
          <p:cNvPr id="412" name="object 412" descr=""/>
          <p:cNvGrpSpPr/>
          <p:nvPr/>
        </p:nvGrpSpPr>
        <p:grpSpPr>
          <a:xfrm>
            <a:off x="5199983" y="6012179"/>
            <a:ext cx="312420" cy="213360"/>
            <a:chOff x="5199983" y="6012179"/>
            <a:chExt cx="312420" cy="213360"/>
          </a:xfrm>
        </p:grpSpPr>
        <p:pic>
          <p:nvPicPr>
            <p:cNvPr id="413" name="object 413" descr=""/>
            <p:cNvPicPr/>
            <p:nvPr/>
          </p:nvPicPr>
          <p:blipFill>
            <a:blip r:embed="rId253" cstate="print"/>
            <a:stretch>
              <a:fillRect/>
            </a:stretch>
          </p:blipFill>
          <p:spPr>
            <a:xfrm>
              <a:off x="5199983" y="6084760"/>
              <a:ext cx="106775" cy="137350"/>
            </a:xfrm>
            <a:prstGeom prst="rect">
              <a:avLst/>
            </a:prstGeom>
          </p:spPr>
        </p:pic>
        <p:pic>
          <p:nvPicPr>
            <p:cNvPr id="414" name="object 414" descr=""/>
            <p:cNvPicPr/>
            <p:nvPr/>
          </p:nvPicPr>
          <p:blipFill>
            <a:blip r:embed="rId254" cstate="print"/>
            <a:stretch>
              <a:fillRect/>
            </a:stretch>
          </p:blipFill>
          <p:spPr>
            <a:xfrm>
              <a:off x="5341810" y="6083236"/>
              <a:ext cx="114395" cy="141922"/>
            </a:xfrm>
            <a:prstGeom prst="rect">
              <a:avLst/>
            </a:prstGeom>
          </p:spPr>
        </p:pic>
        <p:sp>
          <p:nvSpPr>
            <p:cNvPr id="415" name="object 415" descr=""/>
            <p:cNvSpPr/>
            <p:nvPr/>
          </p:nvSpPr>
          <p:spPr>
            <a:xfrm>
              <a:off x="5489448" y="601217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6" name="object 416" descr=""/>
          <p:cNvGrpSpPr/>
          <p:nvPr/>
        </p:nvGrpSpPr>
        <p:grpSpPr>
          <a:xfrm>
            <a:off x="5646896" y="6049708"/>
            <a:ext cx="483870" cy="175895"/>
            <a:chOff x="5646896" y="6049708"/>
            <a:chExt cx="483870" cy="175895"/>
          </a:xfrm>
        </p:grpSpPr>
        <p:pic>
          <p:nvPicPr>
            <p:cNvPr id="417" name="object 417" descr=""/>
            <p:cNvPicPr/>
            <p:nvPr/>
          </p:nvPicPr>
          <p:blipFill>
            <a:blip r:embed="rId255" cstate="print"/>
            <a:stretch>
              <a:fillRect/>
            </a:stretch>
          </p:blipFill>
          <p:spPr>
            <a:xfrm>
              <a:off x="5646896" y="6049708"/>
              <a:ext cx="343185" cy="175450"/>
            </a:xfrm>
            <a:prstGeom prst="rect">
              <a:avLst/>
            </a:prstGeom>
          </p:spPr>
        </p:pic>
        <p:pic>
          <p:nvPicPr>
            <p:cNvPr id="418" name="object 418" descr=""/>
            <p:cNvPicPr/>
            <p:nvPr/>
          </p:nvPicPr>
          <p:blipFill>
            <a:blip r:embed="rId256" cstate="print"/>
            <a:stretch>
              <a:fillRect/>
            </a:stretch>
          </p:blipFill>
          <p:spPr>
            <a:xfrm>
              <a:off x="6023609" y="6087808"/>
              <a:ext cx="106775" cy="137350"/>
            </a:xfrm>
            <a:prstGeom prst="rect">
              <a:avLst/>
            </a:prstGeom>
          </p:spPr>
        </p:pic>
      </p:grpSp>
      <p:pic>
        <p:nvPicPr>
          <p:cNvPr id="419" name="object 419" descr=""/>
          <p:cNvPicPr/>
          <p:nvPr/>
        </p:nvPicPr>
        <p:blipFill>
          <a:blip r:embed="rId251" cstate="print"/>
          <a:stretch>
            <a:fillRect/>
          </a:stretch>
        </p:blipFill>
        <p:spPr>
          <a:xfrm>
            <a:off x="6179248" y="6084760"/>
            <a:ext cx="120491" cy="196881"/>
          </a:xfrm>
          <a:prstGeom prst="rect">
            <a:avLst/>
          </a:prstGeom>
        </p:spPr>
      </p:pic>
      <p:grpSp>
        <p:nvGrpSpPr>
          <p:cNvPr id="420" name="object 420" descr=""/>
          <p:cNvGrpSpPr/>
          <p:nvPr/>
        </p:nvGrpSpPr>
        <p:grpSpPr>
          <a:xfrm>
            <a:off x="6436995" y="6011513"/>
            <a:ext cx="1031240" cy="270510"/>
            <a:chOff x="6436995" y="6011513"/>
            <a:chExt cx="1031240" cy="270510"/>
          </a:xfrm>
        </p:grpSpPr>
        <p:pic>
          <p:nvPicPr>
            <p:cNvPr id="421" name="object 421" descr=""/>
            <p:cNvPicPr/>
            <p:nvPr/>
          </p:nvPicPr>
          <p:blipFill>
            <a:blip r:embed="rId257" cstate="print"/>
            <a:stretch>
              <a:fillRect/>
            </a:stretch>
          </p:blipFill>
          <p:spPr>
            <a:xfrm>
              <a:off x="6436995" y="6083236"/>
              <a:ext cx="202882" cy="141827"/>
            </a:xfrm>
            <a:prstGeom prst="rect">
              <a:avLst/>
            </a:prstGeom>
          </p:spPr>
        </p:pic>
        <p:pic>
          <p:nvPicPr>
            <p:cNvPr id="422" name="object 422" descr=""/>
            <p:cNvPicPr/>
            <p:nvPr/>
          </p:nvPicPr>
          <p:blipFill>
            <a:blip r:embed="rId258" cstate="print"/>
            <a:stretch>
              <a:fillRect/>
            </a:stretch>
          </p:blipFill>
          <p:spPr>
            <a:xfrm>
              <a:off x="6674929" y="6084760"/>
              <a:ext cx="119062" cy="196881"/>
            </a:xfrm>
            <a:prstGeom prst="rect">
              <a:avLst/>
            </a:prstGeom>
          </p:spPr>
        </p:pic>
        <p:pic>
          <p:nvPicPr>
            <p:cNvPr id="423" name="object 423" descr="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6824472" y="6083236"/>
              <a:ext cx="114395" cy="141922"/>
            </a:xfrm>
            <a:prstGeom prst="rect">
              <a:avLst/>
            </a:prstGeom>
          </p:spPr>
        </p:pic>
        <p:pic>
          <p:nvPicPr>
            <p:cNvPr id="424" name="object 424" descr="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6964775" y="6083236"/>
              <a:ext cx="106775" cy="141922"/>
            </a:xfrm>
            <a:prstGeom prst="rect">
              <a:avLst/>
            </a:prstGeom>
          </p:spPr>
        </p:pic>
        <p:pic>
          <p:nvPicPr>
            <p:cNvPr id="425" name="object 425" descr=""/>
            <p:cNvPicPr/>
            <p:nvPr/>
          </p:nvPicPr>
          <p:blipFill>
            <a:blip r:embed="rId261" cstate="print"/>
            <a:stretch>
              <a:fillRect/>
            </a:stretch>
          </p:blipFill>
          <p:spPr>
            <a:xfrm>
              <a:off x="7098982" y="6049708"/>
              <a:ext cx="94583" cy="175450"/>
            </a:xfrm>
            <a:prstGeom prst="rect">
              <a:avLst/>
            </a:prstGeom>
          </p:spPr>
        </p:pic>
        <p:pic>
          <p:nvPicPr>
            <p:cNvPr id="426" name="object 426" descr=""/>
            <p:cNvPicPr/>
            <p:nvPr/>
          </p:nvPicPr>
          <p:blipFill>
            <a:blip r:embed="rId262" cstate="print"/>
            <a:stretch>
              <a:fillRect/>
            </a:stretch>
          </p:blipFill>
          <p:spPr>
            <a:xfrm>
              <a:off x="7213377" y="6083236"/>
              <a:ext cx="114395" cy="141922"/>
            </a:xfrm>
            <a:prstGeom prst="rect">
              <a:avLst/>
            </a:prstGeom>
          </p:spPr>
        </p:pic>
        <p:pic>
          <p:nvPicPr>
            <p:cNvPr id="427" name="object 427" descr="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7347680" y="6011513"/>
              <a:ext cx="120491" cy="213645"/>
            </a:xfrm>
            <a:prstGeom prst="rect">
              <a:avLst/>
            </a:prstGeom>
          </p:spPr>
        </p:pic>
      </p:grpSp>
      <p:grpSp>
        <p:nvGrpSpPr>
          <p:cNvPr id="428" name="object 428" descr=""/>
          <p:cNvGrpSpPr/>
          <p:nvPr/>
        </p:nvGrpSpPr>
        <p:grpSpPr>
          <a:xfrm>
            <a:off x="7609999" y="6083236"/>
            <a:ext cx="742950" cy="142240"/>
            <a:chOff x="7609999" y="6083236"/>
            <a:chExt cx="742950" cy="142240"/>
          </a:xfrm>
        </p:grpSpPr>
        <p:pic>
          <p:nvPicPr>
            <p:cNvPr id="429" name="object 429" descr="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7609999" y="6083236"/>
              <a:ext cx="108299" cy="141922"/>
            </a:xfrm>
            <a:prstGeom prst="rect">
              <a:avLst/>
            </a:prstGeom>
          </p:spPr>
        </p:pic>
        <p:pic>
          <p:nvPicPr>
            <p:cNvPr id="430" name="object 430" descr=""/>
            <p:cNvPicPr/>
            <p:nvPr/>
          </p:nvPicPr>
          <p:blipFill>
            <a:blip r:embed="rId265" cstate="print"/>
            <a:stretch>
              <a:fillRect/>
            </a:stretch>
          </p:blipFill>
          <p:spPr>
            <a:xfrm>
              <a:off x="7750397" y="6083236"/>
              <a:ext cx="114395" cy="141922"/>
            </a:xfrm>
            <a:prstGeom prst="rect">
              <a:avLst/>
            </a:prstGeom>
          </p:spPr>
        </p:pic>
        <p:pic>
          <p:nvPicPr>
            <p:cNvPr id="431" name="object 431" descr=""/>
            <p:cNvPicPr/>
            <p:nvPr/>
          </p:nvPicPr>
          <p:blipFill>
            <a:blip r:embed="rId266" cstate="print"/>
            <a:stretch>
              <a:fillRect/>
            </a:stretch>
          </p:blipFill>
          <p:spPr>
            <a:xfrm>
              <a:off x="7898320" y="6083236"/>
              <a:ext cx="454532" cy="141922"/>
            </a:xfrm>
            <a:prstGeom prst="rect">
              <a:avLst/>
            </a:prstGeom>
          </p:spPr>
        </p:pic>
      </p:grpSp>
      <p:grpSp>
        <p:nvGrpSpPr>
          <p:cNvPr id="432" name="object 432" descr=""/>
          <p:cNvGrpSpPr/>
          <p:nvPr/>
        </p:nvGrpSpPr>
        <p:grpSpPr>
          <a:xfrm>
            <a:off x="8470296" y="6083236"/>
            <a:ext cx="744855" cy="142240"/>
            <a:chOff x="8470296" y="6083236"/>
            <a:chExt cx="744855" cy="142240"/>
          </a:xfrm>
        </p:grpSpPr>
        <p:pic>
          <p:nvPicPr>
            <p:cNvPr id="433" name="object 433" descr="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8470296" y="6083236"/>
              <a:ext cx="231838" cy="141922"/>
            </a:xfrm>
            <a:prstGeom prst="rect">
              <a:avLst/>
            </a:prstGeom>
          </p:spPr>
        </p:pic>
        <p:pic>
          <p:nvPicPr>
            <p:cNvPr id="434" name="object 434" descr="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8737282" y="6083236"/>
              <a:ext cx="202882" cy="141922"/>
            </a:xfrm>
            <a:prstGeom prst="rect">
              <a:avLst/>
            </a:prstGeom>
          </p:spPr>
        </p:pic>
        <p:pic>
          <p:nvPicPr>
            <p:cNvPr id="435" name="object 435" descr="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8959976" y="6083236"/>
              <a:ext cx="114395" cy="141922"/>
            </a:xfrm>
            <a:prstGeom prst="rect">
              <a:avLst/>
            </a:prstGeom>
          </p:spPr>
        </p:pic>
        <p:pic>
          <p:nvPicPr>
            <p:cNvPr id="436" name="object 436" descr=""/>
            <p:cNvPicPr/>
            <p:nvPr/>
          </p:nvPicPr>
          <p:blipFill>
            <a:blip r:embed="rId270" cstate="print"/>
            <a:stretch>
              <a:fillRect/>
            </a:stretch>
          </p:blipFill>
          <p:spPr>
            <a:xfrm>
              <a:off x="9107900" y="6084760"/>
              <a:ext cx="106775" cy="137350"/>
            </a:xfrm>
            <a:prstGeom prst="rect">
              <a:avLst/>
            </a:prstGeom>
          </p:spPr>
        </p:pic>
      </p:grpSp>
      <p:grpSp>
        <p:nvGrpSpPr>
          <p:cNvPr id="437" name="object 437" descr=""/>
          <p:cNvGrpSpPr/>
          <p:nvPr/>
        </p:nvGrpSpPr>
        <p:grpSpPr>
          <a:xfrm>
            <a:off x="1417034" y="6388417"/>
            <a:ext cx="1040765" cy="213995"/>
            <a:chOff x="1417034" y="6388417"/>
            <a:chExt cx="1040765" cy="213995"/>
          </a:xfrm>
        </p:grpSpPr>
        <p:pic>
          <p:nvPicPr>
            <p:cNvPr id="438" name="object 438" descr=""/>
            <p:cNvPicPr/>
            <p:nvPr/>
          </p:nvPicPr>
          <p:blipFill>
            <a:blip r:embed="rId271" cstate="print"/>
            <a:stretch>
              <a:fillRect/>
            </a:stretch>
          </p:blipFill>
          <p:spPr>
            <a:xfrm>
              <a:off x="1417034" y="6460140"/>
              <a:ext cx="190690" cy="138874"/>
            </a:xfrm>
            <a:prstGeom prst="rect">
              <a:avLst/>
            </a:prstGeom>
          </p:spPr>
        </p:pic>
        <p:pic>
          <p:nvPicPr>
            <p:cNvPr id="439" name="object 439" descr=""/>
            <p:cNvPicPr/>
            <p:nvPr/>
          </p:nvPicPr>
          <p:blipFill>
            <a:blip r:embed="rId272" cstate="print"/>
            <a:stretch>
              <a:fillRect/>
            </a:stretch>
          </p:blipFill>
          <p:spPr>
            <a:xfrm>
              <a:off x="1642776" y="6424993"/>
              <a:ext cx="224218" cy="177069"/>
            </a:xfrm>
            <a:prstGeom prst="rect">
              <a:avLst/>
            </a:prstGeom>
          </p:spPr>
        </p:pic>
        <p:pic>
          <p:nvPicPr>
            <p:cNvPr id="440" name="object 440" descr="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1900618" y="6388417"/>
              <a:ext cx="106775" cy="210597"/>
            </a:xfrm>
            <a:prstGeom prst="rect">
              <a:avLst/>
            </a:prstGeom>
          </p:spPr>
        </p:pic>
        <p:pic>
          <p:nvPicPr>
            <p:cNvPr id="441" name="object 441" descr=""/>
            <p:cNvPicPr/>
            <p:nvPr/>
          </p:nvPicPr>
          <p:blipFill>
            <a:blip r:embed="rId274" cstate="print"/>
            <a:stretch>
              <a:fillRect/>
            </a:stretch>
          </p:blipFill>
          <p:spPr>
            <a:xfrm>
              <a:off x="2040921" y="6458616"/>
              <a:ext cx="132683" cy="143446"/>
            </a:xfrm>
            <a:prstGeom prst="rect">
              <a:avLst/>
            </a:prstGeom>
          </p:spPr>
        </p:pic>
        <p:pic>
          <p:nvPicPr>
            <p:cNvPr id="442" name="object 442" descr=""/>
            <p:cNvPicPr/>
            <p:nvPr/>
          </p:nvPicPr>
          <p:blipFill>
            <a:blip r:embed="rId275" cstate="print"/>
            <a:stretch>
              <a:fillRect/>
            </a:stretch>
          </p:blipFill>
          <p:spPr>
            <a:xfrm>
              <a:off x="2202656" y="6388417"/>
              <a:ext cx="120491" cy="213645"/>
            </a:xfrm>
            <a:prstGeom prst="rect">
              <a:avLst/>
            </a:prstGeom>
          </p:spPr>
        </p:pic>
        <p:pic>
          <p:nvPicPr>
            <p:cNvPr id="443" name="object 443" descr=""/>
            <p:cNvPicPr/>
            <p:nvPr/>
          </p:nvPicPr>
          <p:blipFill>
            <a:blip r:embed="rId276" cstate="print"/>
            <a:stretch>
              <a:fillRect/>
            </a:stretch>
          </p:blipFill>
          <p:spPr>
            <a:xfrm>
              <a:off x="2356675" y="6458616"/>
              <a:ext cx="100679" cy="143446"/>
            </a:xfrm>
            <a:prstGeom prst="rect">
              <a:avLst/>
            </a:prstGeom>
          </p:spPr>
        </p:pic>
      </p:grpSp>
      <p:pic>
        <p:nvPicPr>
          <p:cNvPr id="444" name="object 444" descr=""/>
          <p:cNvPicPr/>
          <p:nvPr/>
        </p:nvPicPr>
        <p:blipFill>
          <a:blip r:embed="rId277" cstate="print"/>
          <a:stretch>
            <a:fillRect/>
          </a:stretch>
        </p:blipFill>
        <p:spPr>
          <a:xfrm>
            <a:off x="1029652" y="6849236"/>
            <a:ext cx="186023" cy="175450"/>
          </a:xfrm>
          <a:prstGeom prst="rect">
            <a:avLst/>
          </a:prstGeom>
        </p:spPr>
      </p:pic>
      <p:sp>
        <p:nvSpPr>
          <p:cNvPr id="445" name="object 445" descr=""/>
          <p:cNvSpPr/>
          <p:nvPr/>
        </p:nvSpPr>
        <p:spPr>
          <a:xfrm>
            <a:off x="1420076" y="6837057"/>
            <a:ext cx="602615" cy="273685"/>
          </a:xfrm>
          <a:custGeom>
            <a:avLst/>
            <a:gdLst/>
            <a:ahLst/>
            <a:cxnLst/>
            <a:rect l="l" t="t" r="r" b="b"/>
            <a:pathLst>
              <a:path w="602614" h="273684">
                <a:moveTo>
                  <a:pt x="180022" y="1524"/>
                </a:moveTo>
                <a:lnTo>
                  <a:pt x="44284" y="1524"/>
                </a:lnTo>
                <a:lnTo>
                  <a:pt x="0" y="210502"/>
                </a:lnTo>
                <a:lnTo>
                  <a:pt x="138874" y="210502"/>
                </a:lnTo>
                <a:lnTo>
                  <a:pt x="143446" y="189166"/>
                </a:lnTo>
                <a:lnTo>
                  <a:pt x="32092" y="189166"/>
                </a:lnTo>
                <a:lnTo>
                  <a:pt x="48856" y="109816"/>
                </a:lnTo>
                <a:lnTo>
                  <a:pt x="148018" y="109816"/>
                </a:lnTo>
                <a:lnTo>
                  <a:pt x="152590" y="91528"/>
                </a:lnTo>
                <a:lnTo>
                  <a:pt x="51904" y="91528"/>
                </a:lnTo>
                <a:lnTo>
                  <a:pt x="67144" y="19812"/>
                </a:lnTo>
                <a:lnTo>
                  <a:pt x="112864" y="19812"/>
                </a:lnTo>
                <a:lnTo>
                  <a:pt x="115912" y="21336"/>
                </a:lnTo>
                <a:lnTo>
                  <a:pt x="175450" y="21336"/>
                </a:lnTo>
                <a:lnTo>
                  <a:pt x="180022" y="1524"/>
                </a:lnTo>
                <a:close/>
              </a:path>
              <a:path w="602614" h="273684">
                <a:moveTo>
                  <a:pt x="327952" y="0"/>
                </a:moveTo>
                <a:lnTo>
                  <a:pt x="306616" y="0"/>
                </a:lnTo>
                <a:lnTo>
                  <a:pt x="286804" y="88480"/>
                </a:lnTo>
                <a:lnTo>
                  <a:pt x="282232" y="85102"/>
                </a:lnTo>
                <a:lnTo>
                  <a:pt x="282232" y="106768"/>
                </a:lnTo>
                <a:lnTo>
                  <a:pt x="270040" y="167830"/>
                </a:lnTo>
                <a:lnTo>
                  <a:pt x="268516" y="172402"/>
                </a:lnTo>
                <a:lnTo>
                  <a:pt x="266992" y="178498"/>
                </a:lnTo>
                <a:lnTo>
                  <a:pt x="254800" y="186118"/>
                </a:lnTo>
                <a:lnTo>
                  <a:pt x="247180" y="192214"/>
                </a:lnTo>
                <a:lnTo>
                  <a:pt x="239560" y="195262"/>
                </a:lnTo>
                <a:lnTo>
                  <a:pt x="231838" y="195262"/>
                </a:lnTo>
                <a:lnTo>
                  <a:pt x="217652" y="192519"/>
                </a:lnTo>
                <a:lnTo>
                  <a:pt x="206311" y="183629"/>
                </a:lnTo>
                <a:lnTo>
                  <a:pt x="200126" y="167563"/>
                </a:lnTo>
                <a:lnTo>
                  <a:pt x="201358" y="143344"/>
                </a:lnTo>
                <a:lnTo>
                  <a:pt x="210578" y="118529"/>
                </a:lnTo>
                <a:lnTo>
                  <a:pt x="224802" y="102577"/>
                </a:lnTo>
                <a:lnTo>
                  <a:pt x="241046" y="94056"/>
                </a:lnTo>
                <a:lnTo>
                  <a:pt x="256324" y="91528"/>
                </a:lnTo>
                <a:lnTo>
                  <a:pt x="265506" y="92621"/>
                </a:lnTo>
                <a:lnTo>
                  <a:pt x="272707" y="95719"/>
                </a:lnTo>
                <a:lnTo>
                  <a:pt x="278180" y="100533"/>
                </a:lnTo>
                <a:lnTo>
                  <a:pt x="282232" y="106768"/>
                </a:lnTo>
                <a:lnTo>
                  <a:pt x="282232" y="85102"/>
                </a:lnTo>
                <a:lnTo>
                  <a:pt x="276326" y="80721"/>
                </a:lnTo>
                <a:lnTo>
                  <a:pt x="265849" y="75526"/>
                </a:lnTo>
                <a:lnTo>
                  <a:pt x="255943" y="72618"/>
                </a:lnTo>
                <a:lnTo>
                  <a:pt x="247180" y="71716"/>
                </a:lnTo>
                <a:lnTo>
                  <a:pt x="224586" y="77343"/>
                </a:lnTo>
                <a:lnTo>
                  <a:pt x="187502" y="115443"/>
                </a:lnTo>
                <a:lnTo>
                  <a:pt x="175641" y="171069"/>
                </a:lnTo>
                <a:lnTo>
                  <a:pt x="182308" y="193344"/>
                </a:lnTo>
                <a:lnTo>
                  <a:pt x="195834" y="208165"/>
                </a:lnTo>
                <a:lnTo>
                  <a:pt x="215074" y="213550"/>
                </a:lnTo>
                <a:lnTo>
                  <a:pt x="223786" y="212801"/>
                </a:lnTo>
                <a:lnTo>
                  <a:pt x="235508" y="209931"/>
                </a:lnTo>
                <a:lnTo>
                  <a:pt x="249224" y="203898"/>
                </a:lnTo>
                <a:lnTo>
                  <a:pt x="261734" y="195262"/>
                </a:lnTo>
                <a:lnTo>
                  <a:pt x="263944" y="193738"/>
                </a:lnTo>
                <a:lnTo>
                  <a:pt x="260896" y="210502"/>
                </a:lnTo>
                <a:lnTo>
                  <a:pt x="283756" y="210502"/>
                </a:lnTo>
                <a:lnTo>
                  <a:pt x="283870" y="209931"/>
                </a:lnTo>
                <a:lnTo>
                  <a:pt x="287274" y="193738"/>
                </a:lnTo>
                <a:lnTo>
                  <a:pt x="287350" y="193344"/>
                </a:lnTo>
                <a:lnTo>
                  <a:pt x="308724" y="91528"/>
                </a:lnTo>
                <a:lnTo>
                  <a:pt x="309372" y="88480"/>
                </a:lnTo>
                <a:lnTo>
                  <a:pt x="327952" y="0"/>
                </a:lnTo>
                <a:close/>
              </a:path>
              <a:path w="602614" h="273684">
                <a:moveTo>
                  <a:pt x="482053" y="71716"/>
                </a:moveTo>
                <a:lnTo>
                  <a:pt x="466471" y="72745"/>
                </a:lnTo>
                <a:lnTo>
                  <a:pt x="452297" y="75336"/>
                </a:lnTo>
                <a:lnTo>
                  <a:pt x="440397" y="78790"/>
                </a:lnTo>
                <a:lnTo>
                  <a:pt x="431673" y="82384"/>
                </a:lnTo>
                <a:lnTo>
                  <a:pt x="427189" y="78143"/>
                </a:lnTo>
                <a:lnTo>
                  <a:pt x="422414" y="75539"/>
                </a:lnTo>
                <a:lnTo>
                  <a:pt x="422414" y="106718"/>
                </a:lnTo>
                <a:lnTo>
                  <a:pt x="421005" y="122008"/>
                </a:lnTo>
                <a:lnTo>
                  <a:pt x="415759" y="136664"/>
                </a:lnTo>
                <a:lnTo>
                  <a:pt x="407670" y="146634"/>
                </a:lnTo>
                <a:lnTo>
                  <a:pt x="397852" y="152311"/>
                </a:lnTo>
                <a:lnTo>
                  <a:pt x="387477" y="154101"/>
                </a:lnTo>
                <a:lnTo>
                  <a:pt x="379018" y="152539"/>
                </a:lnTo>
                <a:lnTo>
                  <a:pt x="371284" y="147243"/>
                </a:lnTo>
                <a:lnTo>
                  <a:pt x="366687" y="137350"/>
                </a:lnTo>
                <a:lnTo>
                  <a:pt x="366737" y="136664"/>
                </a:lnTo>
                <a:lnTo>
                  <a:pt x="367665" y="122008"/>
                </a:lnTo>
                <a:lnTo>
                  <a:pt x="373329" y="106083"/>
                </a:lnTo>
                <a:lnTo>
                  <a:pt x="382143" y="96291"/>
                </a:lnTo>
                <a:lnTo>
                  <a:pt x="392099" y="91363"/>
                </a:lnTo>
                <a:lnTo>
                  <a:pt x="401193" y="90004"/>
                </a:lnTo>
                <a:lnTo>
                  <a:pt x="410641" y="91528"/>
                </a:lnTo>
                <a:lnTo>
                  <a:pt x="410857" y="91528"/>
                </a:lnTo>
                <a:lnTo>
                  <a:pt x="418528" y="96862"/>
                </a:lnTo>
                <a:lnTo>
                  <a:pt x="422414" y="106718"/>
                </a:lnTo>
                <a:lnTo>
                  <a:pt x="422414" y="75539"/>
                </a:lnTo>
                <a:lnTo>
                  <a:pt x="421005" y="74764"/>
                </a:lnTo>
                <a:lnTo>
                  <a:pt x="413664" y="72529"/>
                </a:lnTo>
                <a:lnTo>
                  <a:pt x="405765" y="71716"/>
                </a:lnTo>
                <a:lnTo>
                  <a:pt x="385762" y="75717"/>
                </a:lnTo>
                <a:lnTo>
                  <a:pt x="368046" y="86575"/>
                </a:lnTo>
                <a:lnTo>
                  <a:pt x="354330" y="102577"/>
                </a:lnTo>
                <a:lnTo>
                  <a:pt x="354253" y="102768"/>
                </a:lnTo>
                <a:lnTo>
                  <a:pt x="346329" y="122008"/>
                </a:lnTo>
                <a:lnTo>
                  <a:pt x="345046" y="129959"/>
                </a:lnTo>
                <a:lnTo>
                  <a:pt x="345528" y="137642"/>
                </a:lnTo>
                <a:lnTo>
                  <a:pt x="347167" y="144767"/>
                </a:lnTo>
                <a:lnTo>
                  <a:pt x="349377" y="151053"/>
                </a:lnTo>
                <a:lnTo>
                  <a:pt x="342684" y="160680"/>
                </a:lnTo>
                <a:lnTo>
                  <a:pt x="338429" y="168579"/>
                </a:lnTo>
                <a:lnTo>
                  <a:pt x="336207" y="174205"/>
                </a:lnTo>
                <a:lnTo>
                  <a:pt x="335559" y="176961"/>
                </a:lnTo>
                <a:lnTo>
                  <a:pt x="334035" y="184581"/>
                </a:lnTo>
                <a:lnTo>
                  <a:pt x="334035" y="193725"/>
                </a:lnTo>
                <a:lnTo>
                  <a:pt x="338607" y="199821"/>
                </a:lnTo>
                <a:lnTo>
                  <a:pt x="327063" y="208267"/>
                </a:lnTo>
                <a:lnTo>
                  <a:pt x="319366" y="217017"/>
                </a:lnTo>
                <a:lnTo>
                  <a:pt x="314820" y="225196"/>
                </a:lnTo>
                <a:lnTo>
                  <a:pt x="312699" y="231927"/>
                </a:lnTo>
                <a:lnTo>
                  <a:pt x="314680" y="248005"/>
                </a:lnTo>
                <a:lnTo>
                  <a:pt x="326237" y="261073"/>
                </a:lnTo>
                <a:lnTo>
                  <a:pt x="345541" y="269862"/>
                </a:lnTo>
                <a:lnTo>
                  <a:pt x="370713" y="273075"/>
                </a:lnTo>
                <a:lnTo>
                  <a:pt x="397408" y="269862"/>
                </a:lnTo>
                <a:lnTo>
                  <a:pt x="420814" y="261073"/>
                </a:lnTo>
                <a:lnTo>
                  <a:pt x="429183" y="254787"/>
                </a:lnTo>
                <a:lnTo>
                  <a:pt x="438226" y="248005"/>
                </a:lnTo>
                <a:lnTo>
                  <a:pt x="446913" y="231927"/>
                </a:lnTo>
                <a:lnTo>
                  <a:pt x="444550" y="210489"/>
                </a:lnTo>
                <a:lnTo>
                  <a:pt x="444195" y="207200"/>
                </a:lnTo>
                <a:lnTo>
                  <a:pt x="428282" y="194500"/>
                </a:lnTo>
                <a:lnTo>
                  <a:pt x="425577" y="193878"/>
                </a:lnTo>
                <a:lnTo>
                  <a:pt x="425577" y="231927"/>
                </a:lnTo>
                <a:lnTo>
                  <a:pt x="419862" y="241287"/>
                </a:lnTo>
                <a:lnTo>
                  <a:pt x="408432" y="248500"/>
                </a:lnTo>
                <a:lnTo>
                  <a:pt x="393001" y="253149"/>
                </a:lnTo>
                <a:lnTo>
                  <a:pt x="375285" y="254787"/>
                </a:lnTo>
                <a:lnTo>
                  <a:pt x="358127" y="253149"/>
                </a:lnTo>
                <a:lnTo>
                  <a:pt x="344373" y="248500"/>
                </a:lnTo>
                <a:lnTo>
                  <a:pt x="335775" y="241287"/>
                </a:lnTo>
                <a:lnTo>
                  <a:pt x="334035" y="231927"/>
                </a:lnTo>
                <a:lnTo>
                  <a:pt x="335114" y="227939"/>
                </a:lnTo>
                <a:lnTo>
                  <a:pt x="339191" y="220637"/>
                </a:lnTo>
                <a:lnTo>
                  <a:pt x="347586" y="213626"/>
                </a:lnTo>
                <a:lnTo>
                  <a:pt x="361569" y="210489"/>
                </a:lnTo>
                <a:lnTo>
                  <a:pt x="389001" y="210489"/>
                </a:lnTo>
                <a:lnTo>
                  <a:pt x="397929" y="210832"/>
                </a:lnTo>
                <a:lnTo>
                  <a:pt x="411289" y="213169"/>
                </a:lnTo>
                <a:lnTo>
                  <a:pt x="422643" y="219532"/>
                </a:lnTo>
                <a:lnTo>
                  <a:pt x="425577" y="231927"/>
                </a:lnTo>
                <a:lnTo>
                  <a:pt x="425577" y="193878"/>
                </a:lnTo>
                <a:lnTo>
                  <a:pt x="408355" y="189826"/>
                </a:lnTo>
                <a:lnTo>
                  <a:pt x="393573" y="189153"/>
                </a:lnTo>
                <a:lnTo>
                  <a:pt x="349377" y="189153"/>
                </a:lnTo>
                <a:lnTo>
                  <a:pt x="352425" y="173913"/>
                </a:lnTo>
                <a:lnTo>
                  <a:pt x="355473" y="164769"/>
                </a:lnTo>
                <a:lnTo>
                  <a:pt x="358521" y="161721"/>
                </a:lnTo>
                <a:lnTo>
                  <a:pt x="362788" y="165087"/>
                </a:lnTo>
                <a:lnTo>
                  <a:pt x="368617" y="168008"/>
                </a:lnTo>
                <a:lnTo>
                  <a:pt x="375881" y="170091"/>
                </a:lnTo>
                <a:lnTo>
                  <a:pt x="384429" y="170865"/>
                </a:lnTo>
                <a:lnTo>
                  <a:pt x="403758" y="166890"/>
                </a:lnTo>
                <a:lnTo>
                  <a:pt x="412267" y="161721"/>
                </a:lnTo>
                <a:lnTo>
                  <a:pt x="421386" y="156197"/>
                </a:lnTo>
                <a:lnTo>
                  <a:pt x="423202" y="154101"/>
                </a:lnTo>
                <a:lnTo>
                  <a:pt x="435000" y="140614"/>
                </a:lnTo>
                <a:lnTo>
                  <a:pt x="442341" y="122008"/>
                </a:lnTo>
                <a:lnTo>
                  <a:pt x="443369" y="111455"/>
                </a:lnTo>
                <a:lnTo>
                  <a:pt x="442531" y="102768"/>
                </a:lnTo>
                <a:lnTo>
                  <a:pt x="442480" y="102577"/>
                </a:lnTo>
                <a:lnTo>
                  <a:pt x="440842" y="96075"/>
                </a:lnTo>
                <a:lnTo>
                  <a:pt x="439293" y="91528"/>
                </a:lnTo>
                <a:lnTo>
                  <a:pt x="446913" y="91528"/>
                </a:lnTo>
                <a:lnTo>
                  <a:pt x="456145" y="90004"/>
                </a:lnTo>
                <a:lnTo>
                  <a:pt x="468337" y="90004"/>
                </a:lnTo>
                <a:lnTo>
                  <a:pt x="480529" y="91528"/>
                </a:lnTo>
                <a:lnTo>
                  <a:pt x="480656" y="90004"/>
                </a:lnTo>
                <a:lnTo>
                  <a:pt x="481241" y="82384"/>
                </a:lnTo>
                <a:lnTo>
                  <a:pt x="482053" y="71716"/>
                </a:lnTo>
                <a:close/>
              </a:path>
              <a:path w="602614" h="273684">
                <a:moveTo>
                  <a:pt x="602170" y="121627"/>
                </a:moveTo>
                <a:lnTo>
                  <a:pt x="590550" y="81127"/>
                </a:lnTo>
                <a:lnTo>
                  <a:pt x="585787" y="77736"/>
                </a:lnTo>
                <a:lnTo>
                  <a:pt x="585787" y="126580"/>
                </a:lnTo>
                <a:lnTo>
                  <a:pt x="511009" y="126580"/>
                </a:lnTo>
                <a:lnTo>
                  <a:pt x="519658" y="110985"/>
                </a:lnTo>
                <a:lnTo>
                  <a:pt x="531012" y="98958"/>
                </a:lnTo>
                <a:lnTo>
                  <a:pt x="543928" y="91147"/>
                </a:lnTo>
                <a:lnTo>
                  <a:pt x="544144" y="91147"/>
                </a:lnTo>
                <a:lnTo>
                  <a:pt x="556729" y="88480"/>
                </a:lnTo>
                <a:lnTo>
                  <a:pt x="568604" y="90576"/>
                </a:lnTo>
                <a:lnTo>
                  <a:pt x="578154" y="97243"/>
                </a:lnTo>
                <a:lnTo>
                  <a:pt x="584263" y="109054"/>
                </a:lnTo>
                <a:lnTo>
                  <a:pt x="585787" y="126580"/>
                </a:lnTo>
                <a:lnTo>
                  <a:pt x="585787" y="77736"/>
                </a:lnTo>
                <a:lnTo>
                  <a:pt x="580834" y="74193"/>
                </a:lnTo>
                <a:lnTo>
                  <a:pt x="570547" y="70980"/>
                </a:lnTo>
                <a:lnTo>
                  <a:pt x="561403" y="70192"/>
                </a:lnTo>
                <a:lnTo>
                  <a:pt x="536371" y="75806"/>
                </a:lnTo>
                <a:lnTo>
                  <a:pt x="513499" y="91147"/>
                </a:lnTo>
                <a:lnTo>
                  <a:pt x="495515" y="113906"/>
                </a:lnTo>
                <a:lnTo>
                  <a:pt x="485101" y="141820"/>
                </a:lnTo>
                <a:lnTo>
                  <a:pt x="485076" y="143344"/>
                </a:lnTo>
                <a:lnTo>
                  <a:pt x="484606" y="169786"/>
                </a:lnTo>
                <a:lnTo>
                  <a:pt x="493674" y="192582"/>
                </a:lnTo>
                <a:lnTo>
                  <a:pt x="511035" y="207924"/>
                </a:lnTo>
                <a:lnTo>
                  <a:pt x="535393" y="213537"/>
                </a:lnTo>
                <a:lnTo>
                  <a:pt x="549935" y="212229"/>
                </a:lnTo>
                <a:lnTo>
                  <a:pt x="563638" y="208775"/>
                </a:lnTo>
                <a:lnTo>
                  <a:pt x="576199" y="203898"/>
                </a:lnTo>
                <a:lnTo>
                  <a:pt x="587311" y="198297"/>
                </a:lnTo>
                <a:lnTo>
                  <a:pt x="587540" y="195249"/>
                </a:lnTo>
                <a:lnTo>
                  <a:pt x="587578" y="194779"/>
                </a:lnTo>
                <a:lnTo>
                  <a:pt x="588835" y="178485"/>
                </a:lnTo>
                <a:lnTo>
                  <a:pt x="572414" y="187540"/>
                </a:lnTo>
                <a:lnTo>
                  <a:pt x="558152" y="192582"/>
                </a:lnTo>
                <a:lnTo>
                  <a:pt x="546963" y="194779"/>
                </a:lnTo>
                <a:lnTo>
                  <a:pt x="539965" y="195249"/>
                </a:lnTo>
                <a:lnTo>
                  <a:pt x="523582" y="191439"/>
                </a:lnTo>
                <a:lnTo>
                  <a:pt x="511771" y="180771"/>
                </a:lnTo>
                <a:lnTo>
                  <a:pt x="505675" y="164350"/>
                </a:lnTo>
                <a:lnTo>
                  <a:pt x="506437" y="143344"/>
                </a:lnTo>
                <a:lnTo>
                  <a:pt x="599503" y="143344"/>
                </a:lnTo>
                <a:lnTo>
                  <a:pt x="600976" y="134200"/>
                </a:lnTo>
                <a:lnTo>
                  <a:pt x="601700" y="126580"/>
                </a:lnTo>
                <a:lnTo>
                  <a:pt x="602170" y="121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6" name="object 446" descr=""/>
          <p:cNvSpPr/>
          <p:nvPr/>
        </p:nvSpPr>
        <p:spPr>
          <a:xfrm>
            <a:off x="2155520" y="6834009"/>
            <a:ext cx="744220" cy="217170"/>
          </a:xfrm>
          <a:custGeom>
            <a:avLst/>
            <a:gdLst/>
            <a:ahLst/>
            <a:cxnLst/>
            <a:rect l="l" t="t" r="r" b="b"/>
            <a:pathLst>
              <a:path w="744219" h="217170">
                <a:moveTo>
                  <a:pt x="176758" y="10668"/>
                </a:moveTo>
                <a:lnTo>
                  <a:pt x="137058" y="190"/>
                </a:lnTo>
                <a:lnTo>
                  <a:pt x="123329" y="0"/>
                </a:lnTo>
                <a:lnTo>
                  <a:pt x="102844" y="2184"/>
                </a:lnTo>
                <a:lnTo>
                  <a:pt x="64173" y="17995"/>
                </a:lnTo>
                <a:lnTo>
                  <a:pt x="31381" y="47561"/>
                </a:lnTo>
                <a:lnTo>
                  <a:pt x="9105" y="86918"/>
                </a:lnTo>
                <a:lnTo>
                  <a:pt x="0" y="128790"/>
                </a:lnTo>
                <a:lnTo>
                  <a:pt x="736" y="148729"/>
                </a:lnTo>
                <a:lnTo>
                  <a:pt x="25425" y="197942"/>
                </a:lnTo>
                <a:lnTo>
                  <a:pt x="76085" y="216598"/>
                </a:lnTo>
                <a:lnTo>
                  <a:pt x="84086" y="216547"/>
                </a:lnTo>
                <a:lnTo>
                  <a:pt x="125234" y="207264"/>
                </a:lnTo>
                <a:lnTo>
                  <a:pt x="127901" y="187261"/>
                </a:lnTo>
                <a:lnTo>
                  <a:pt x="120421" y="190919"/>
                </a:lnTo>
                <a:lnTo>
                  <a:pt x="80657" y="196786"/>
                </a:lnTo>
                <a:lnTo>
                  <a:pt x="66675" y="194881"/>
                </a:lnTo>
                <a:lnTo>
                  <a:pt x="36360" y="170878"/>
                </a:lnTo>
                <a:lnTo>
                  <a:pt x="26504" y="125145"/>
                </a:lnTo>
                <a:lnTo>
                  <a:pt x="28740" y="108292"/>
                </a:lnTo>
                <a:lnTo>
                  <a:pt x="50685" y="58712"/>
                </a:lnTo>
                <a:lnTo>
                  <a:pt x="89420" y="25527"/>
                </a:lnTo>
                <a:lnTo>
                  <a:pt x="118757" y="18288"/>
                </a:lnTo>
                <a:lnTo>
                  <a:pt x="125590" y="18567"/>
                </a:lnTo>
                <a:lnTo>
                  <a:pt x="162763" y="31635"/>
                </a:lnTo>
                <a:lnTo>
                  <a:pt x="167614" y="35052"/>
                </a:lnTo>
                <a:lnTo>
                  <a:pt x="176758" y="10668"/>
                </a:lnTo>
                <a:close/>
              </a:path>
              <a:path w="744219" h="217170">
                <a:moveTo>
                  <a:pt x="296189" y="104101"/>
                </a:moveTo>
                <a:lnTo>
                  <a:pt x="290715" y="91528"/>
                </a:lnTo>
                <a:lnTo>
                  <a:pt x="289064" y="87718"/>
                </a:lnTo>
                <a:lnTo>
                  <a:pt x="275374" y="77050"/>
                </a:lnTo>
                <a:lnTo>
                  <a:pt x="256108" y="73240"/>
                </a:lnTo>
                <a:lnTo>
                  <a:pt x="242189" y="74104"/>
                </a:lnTo>
                <a:lnTo>
                  <a:pt x="229730" y="76669"/>
                </a:lnTo>
                <a:lnTo>
                  <a:pt x="217868" y="80962"/>
                </a:lnTo>
                <a:lnTo>
                  <a:pt x="205714" y="86956"/>
                </a:lnTo>
                <a:lnTo>
                  <a:pt x="205663" y="87718"/>
                </a:lnTo>
                <a:lnTo>
                  <a:pt x="204190" y="106768"/>
                </a:lnTo>
                <a:lnTo>
                  <a:pt x="217385" y="99885"/>
                </a:lnTo>
                <a:lnTo>
                  <a:pt x="229730" y="95148"/>
                </a:lnTo>
                <a:lnTo>
                  <a:pt x="241528" y="92405"/>
                </a:lnTo>
                <a:lnTo>
                  <a:pt x="253060" y="91528"/>
                </a:lnTo>
                <a:lnTo>
                  <a:pt x="262343" y="93789"/>
                </a:lnTo>
                <a:lnTo>
                  <a:pt x="269062" y="100482"/>
                </a:lnTo>
                <a:lnTo>
                  <a:pt x="272351" y="111455"/>
                </a:lnTo>
                <a:lnTo>
                  <a:pt x="271348" y="126580"/>
                </a:lnTo>
                <a:lnTo>
                  <a:pt x="268300" y="138772"/>
                </a:lnTo>
                <a:lnTo>
                  <a:pt x="265252" y="139077"/>
                </a:lnTo>
                <a:lnTo>
                  <a:pt x="265252" y="154114"/>
                </a:lnTo>
                <a:lnTo>
                  <a:pt x="262204" y="173926"/>
                </a:lnTo>
                <a:lnTo>
                  <a:pt x="260680" y="178498"/>
                </a:lnTo>
                <a:lnTo>
                  <a:pt x="259156" y="186118"/>
                </a:lnTo>
                <a:lnTo>
                  <a:pt x="246862" y="192214"/>
                </a:lnTo>
                <a:lnTo>
                  <a:pt x="237718" y="198310"/>
                </a:lnTo>
                <a:lnTo>
                  <a:pt x="222478" y="198310"/>
                </a:lnTo>
                <a:lnTo>
                  <a:pt x="212026" y="196926"/>
                </a:lnTo>
                <a:lnTo>
                  <a:pt x="204000" y="192976"/>
                </a:lnTo>
                <a:lnTo>
                  <a:pt x="199123" y="186728"/>
                </a:lnTo>
                <a:lnTo>
                  <a:pt x="199047" y="186118"/>
                </a:lnTo>
                <a:lnTo>
                  <a:pt x="198094" y="178498"/>
                </a:lnTo>
                <a:lnTo>
                  <a:pt x="208813" y="165900"/>
                </a:lnTo>
                <a:lnTo>
                  <a:pt x="228815" y="158877"/>
                </a:lnTo>
                <a:lnTo>
                  <a:pt x="250253" y="155562"/>
                </a:lnTo>
                <a:lnTo>
                  <a:pt x="265252" y="154114"/>
                </a:lnTo>
                <a:lnTo>
                  <a:pt x="265252" y="139077"/>
                </a:lnTo>
                <a:lnTo>
                  <a:pt x="208203" y="149491"/>
                </a:lnTo>
                <a:lnTo>
                  <a:pt x="176758" y="178498"/>
                </a:lnTo>
                <a:lnTo>
                  <a:pt x="175882" y="190233"/>
                </a:lnTo>
                <a:lnTo>
                  <a:pt x="178854" y="202692"/>
                </a:lnTo>
                <a:lnTo>
                  <a:pt x="187261" y="212572"/>
                </a:lnTo>
                <a:lnTo>
                  <a:pt x="202666" y="216598"/>
                </a:lnTo>
                <a:lnTo>
                  <a:pt x="210146" y="216382"/>
                </a:lnTo>
                <a:lnTo>
                  <a:pt x="223634" y="214884"/>
                </a:lnTo>
                <a:lnTo>
                  <a:pt x="240004" y="210807"/>
                </a:lnTo>
                <a:lnTo>
                  <a:pt x="256108" y="202882"/>
                </a:lnTo>
                <a:lnTo>
                  <a:pt x="254584" y="213550"/>
                </a:lnTo>
                <a:lnTo>
                  <a:pt x="277444" y="213550"/>
                </a:lnTo>
                <a:lnTo>
                  <a:pt x="279654" y="202882"/>
                </a:lnTo>
                <a:lnTo>
                  <a:pt x="279692" y="202692"/>
                </a:lnTo>
                <a:lnTo>
                  <a:pt x="280593" y="198310"/>
                </a:lnTo>
                <a:lnTo>
                  <a:pt x="289725" y="154114"/>
                </a:lnTo>
                <a:lnTo>
                  <a:pt x="295732" y="125056"/>
                </a:lnTo>
                <a:lnTo>
                  <a:pt x="296189" y="104101"/>
                </a:lnTo>
                <a:close/>
              </a:path>
              <a:path w="744219" h="217170">
                <a:moveTo>
                  <a:pt x="429933" y="83908"/>
                </a:moveTo>
                <a:lnTo>
                  <a:pt x="419227" y="79032"/>
                </a:lnTo>
                <a:lnTo>
                  <a:pt x="409359" y="75717"/>
                </a:lnTo>
                <a:lnTo>
                  <a:pt x="399503" y="73837"/>
                </a:lnTo>
                <a:lnTo>
                  <a:pt x="388785" y="73240"/>
                </a:lnTo>
                <a:lnTo>
                  <a:pt x="377558" y="73863"/>
                </a:lnTo>
                <a:lnTo>
                  <a:pt x="359600" y="78193"/>
                </a:lnTo>
                <a:lnTo>
                  <a:pt x="341350" y="89954"/>
                </a:lnTo>
                <a:lnTo>
                  <a:pt x="329260" y="112864"/>
                </a:lnTo>
                <a:lnTo>
                  <a:pt x="328574" y="123202"/>
                </a:lnTo>
                <a:lnTo>
                  <a:pt x="330593" y="131533"/>
                </a:lnTo>
                <a:lnTo>
                  <a:pt x="368973" y="154101"/>
                </a:lnTo>
                <a:lnTo>
                  <a:pt x="377723" y="156603"/>
                </a:lnTo>
                <a:lnTo>
                  <a:pt x="386308" y="160388"/>
                </a:lnTo>
                <a:lnTo>
                  <a:pt x="392341" y="166751"/>
                </a:lnTo>
                <a:lnTo>
                  <a:pt x="393357" y="176961"/>
                </a:lnTo>
                <a:lnTo>
                  <a:pt x="386867" y="188417"/>
                </a:lnTo>
                <a:lnTo>
                  <a:pt x="376783" y="194297"/>
                </a:lnTo>
                <a:lnTo>
                  <a:pt x="367004" y="196469"/>
                </a:lnTo>
                <a:lnTo>
                  <a:pt x="361353" y="196773"/>
                </a:lnTo>
                <a:lnTo>
                  <a:pt x="344106" y="195059"/>
                </a:lnTo>
                <a:lnTo>
                  <a:pt x="331177" y="191058"/>
                </a:lnTo>
                <a:lnTo>
                  <a:pt x="322262" y="186486"/>
                </a:lnTo>
                <a:lnTo>
                  <a:pt x="317068" y="183057"/>
                </a:lnTo>
                <a:lnTo>
                  <a:pt x="309448" y="202869"/>
                </a:lnTo>
                <a:lnTo>
                  <a:pt x="316611" y="206946"/>
                </a:lnTo>
                <a:lnTo>
                  <a:pt x="326783" y="211442"/>
                </a:lnTo>
                <a:lnTo>
                  <a:pt x="340093" y="215087"/>
                </a:lnTo>
                <a:lnTo>
                  <a:pt x="356692" y="216585"/>
                </a:lnTo>
                <a:lnTo>
                  <a:pt x="363105" y="216446"/>
                </a:lnTo>
                <a:lnTo>
                  <a:pt x="401624" y="200926"/>
                </a:lnTo>
                <a:lnTo>
                  <a:pt x="415912" y="162763"/>
                </a:lnTo>
                <a:lnTo>
                  <a:pt x="414121" y="154444"/>
                </a:lnTo>
                <a:lnTo>
                  <a:pt x="378117" y="131152"/>
                </a:lnTo>
                <a:lnTo>
                  <a:pt x="366560" y="128676"/>
                </a:lnTo>
                <a:lnTo>
                  <a:pt x="357695" y="125056"/>
                </a:lnTo>
                <a:lnTo>
                  <a:pt x="352539" y="119151"/>
                </a:lnTo>
                <a:lnTo>
                  <a:pt x="352120" y="109816"/>
                </a:lnTo>
                <a:lnTo>
                  <a:pt x="357301" y="99237"/>
                </a:lnTo>
                <a:lnTo>
                  <a:pt x="366077" y="93814"/>
                </a:lnTo>
                <a:lnTo>
                  <a:pt x="375132" y="91808"/>
                </a:lnTo>
                <a:lnTo>
                  <a:pt x="381165" y="91528"/>
                </a:lnTo>
                <a:lnTo>
                  <a:pt x="389318" y="91935"/>
                </a:lnTo>
                <a:lnTo>
                  <a:pt x="399453" y="93624"/>
                </a:lnTo>
                <a:lnTo>
                  <a:pt x="410743" y="97320"/>
                </a:lnTo>
                <a:lnTo>
                  <a:pt x="422313" y="103720"/>
                </a:lnTo>
                <a:lnTo>
                  <a:pt x="429933" y="83908"/>
                </a:lnTo>
                <a:close/>
              </a:path>
              <a:path w="744219" h="217170">
                <a:moveTo>
                  <a:pt x="556717" y="124675"/>
                </a:moveTo>
                <a:lnTo>
                  <a:pt x="544525" y="84175"/>
                </a:lnTo>
                <a:lnTo>
                  <a:pt x="539762" y="80784"/>
                </a:lnTo>
                <a:lnTo>
                  <a:pt x="539762" y="129628"/>
                </a:lnTo>
                <a:lnTo>
                  <a:pt x="464997" y="129628"/>
                </a:lnTo>
                <a:lnTo>
                  <a:pt x="473684" y="114033"/>
                </a:lnTo>
                <a:lnTo>
                  <a:pt x="485076" y="102006"/>
                </a:lnTo>
                <a:lnTo>
                  <a:pt x="497992" y="94195"/>
                </a:lnTo>
                <a:lnTo>
                  <a:pt x="498208" y="94195"/>
                </a:lnTo>
                <a:lnTo>
                  <a:pt x="510806" y="91528"/>
                </a:lnTo>
                <a:lnTo>
                  <a:pt x="522617" y="93624"/>
                </a:lnTo>
                <a:lnTo>
                  <a:pt x="532142" y="100291"/>
                </a:lnTo>
                <a:lnTo>
                  <a:pt x="538238" y="112102"/>
                </a:lnTo>
                <a:lnTo>
                  <a:pt x="539762" y="129628"/>
                </a:lnTo>
                <a:lnTo>
                  <a:pt x="539762" y="80784"/>
                </a:lnTo>
                <a:lnTo>
                  <a:pt x="534809" y="77241"/>
                </a:lnTo>
                <a:lnTo>
                  <a:pt x="524522" y="74028"/>
                </a:lnTo>
                <a:lnTo>
                  <a:pt x="515378" y="73240"/>
                </a:lnTo>
                <a:lnTo>
                  <a:pt x="490385" y="78854"/>
                </a:lnTo>
                <a:lnTo>
                  <a:pt x="449503" y="116954"/>
                </a:lnTo>
                <a:lnTo>
                  <a:pt x="438581" y="172834"/>
                </a:lnTo>
                <a:lnTo>
                  <a:pt x="447662" y="195630"/>
                </a:lnTo>
                <a:lnTo>
                  <a:pt x="465061" y="210972"/>
                </a:lnTo>
                <a:lnTo>
                  <a:pt x="489470" y="216585"/>
                </a:lnTo>
                <a:lnTo>
                  <a:pt x="503999" y="215277"/>
                </a:lnTo>
                <a:lnTo>
                  <a:pt x="517664" y="211823"/>
                </a:lnTo>
                <a:lnTo>
                  <a:pt x="530186" y="206946"/>
                </a:lnTo>
                <a:lnTo>
                  <a:pt x="541286" y="201345"/>
                </a:lnTo>
                <a:lnTo>
                  <a:pt x="541515" y="198297"/>
                </a:lnTo>
                <a:lnTo>
                  <a:pt x="541553" y="197827"/>
                </a:lnTo>
                <a:lnTo>
                  <a:pt x="542810" y="181533"/>
                </a:lnTo>
                <a:lnTo>
                  <a:pt x="527050" y="190588"/>
                </a:lnTo>
                <a:lnTo>
                  <a:pt x="512749" y="195630"/>
                </a:lnTo>
                <a:lnTo>
                  <a:pt x="501230" y="197827"/>
                </a:lnTo>
                <a:lnTo>
                  <a:pt x="494042" y="198297"/>
                </a:lnTo>
                <a:lnTo>
                  <a:pt x="477647" y="194487"/>
                </a:lnTo>
                <a:lnTo>
                  <a:pt x="465797" y="183819"/>
                </a:lnTo>
                <a:lnTo>
                  <a:pt x="459676" y="167398"/>
                </a:lnTo>
                <a:lnTo>
                  <a:pt x="460425" y="146392"/>
                </a:lnTo>
                <a:lnTo>
                  <a:pt x="553478" y="146392"/>
                </a:lnTo>
                <a:lnTo>
                  <a:pt x="555599" y="137248"/>
                </a:lnTo>
                <a:lnTo>
                  <a:pt x="556272" y="129628"/>
                </a:lnTo>
                <a:lnTo>
                  <a:pt x="556717" y="124675"/>
                </a:lnTo>
                <a:close/>
              </a:path>
              <a:path w="744219" h="217170">
                <a:moveTo>
                  <a:pt x="680161" y="83908"/>
                </a:moveTo>
                <a:lnTo>
                  <a:pt x="670039" y="79032"/>
                </a:lnTo>
                <a:lnTo>
                  <a:pt x="660069" y="75717"/>
                </a:lnTo>
                <a:lnTo>
                  <a:pt x="649846" y="73837"/>
                </a:lnTo>
                <a:lnTo>
                  <a:pt x="638924" y="73240"/>
                </a:lnTo>
                <a:lnTo>
                  <a:pt x="627697" y="73863"/>
                </a:lnTo>
                <a:lnTo>
                  <a:pt x="609777" y="78193"/>
                </a:lnTo>
                <a:lnTo>
                  <a:pt x="591553" y="89954"/>
                </a:lnTo>
                <a:lnTo>
                  <a:pt x="579488" y="112864"/>
                </a:lnTo>
                <a:lnTo>
                  <a:pt x="579005" y="123202"/>
                </a:lnTo>
                <a:lnTo>
                  <a:pt x="581393" y="131533"/>
                </a:lnTo>
                <a:lnTo>
                  <a:pt x="620636" y="154101"/>
                </a:lnTo>
                <a:lnTo>
                  <a:pt x="629132" y="156603"/>
                </a:lnTo>
                <a:lnTo>
                  <a:pt x="637209" y="160388"/>
                </a:lnTo>
                <a:lnTo>
                  <a:pt x="642708" y="166751"/>
                </a:lnTo>
                <a:lnTo>
                  <a:pt x="643496" y="176961"/>
                </a:lnTo>
                <a:lnTo>
                  <a:pt x="637209" y="188417"/>
                </a:lnTo>
                <a:lnTo>
                  <a:pt x="627494" y="194297"/>
                </a:lnTo>
                <a:lnTo>
                  <a:pt x="617778" y="196469"/>
                </a:lnTo>
                <a:lnTo>
                  <a:pt x="611492" y="196773"/>
                </a:lnTo>
                <a:lnTo>
                  <a:pt x="594918" y="195059"/>
                </a:lnTo>
                <a:lnTo>
                  <a:pt x="581914" y="191058"/>
                </a:lnTo>
                <a:lnTo>
                  <a:pt x="572617" y="186486"/>
                </a:lnTo>
                <a:lnTo>
                  <a:pt x="567194" y="183057"/>
                </a:lnTo>
                <a:lnTo>
                  <a:pt x="559574" y="202869"/>
                </a:lnTo>
                <a:lnTo>
                  <a:pt x="566762" y="206946"/>
                </a:lnTo>
                <a:lnTo>
                  <a:pt x="576961" y="211442"/>
                </a:lnTo>
                <a:lnTo>
                  <a:pt x="590296" y="215087"/>
                </a:lnTo>
                <a:lnTo>
                  <a:pt x="606920" y="216585"/>
                </a:lnTo>
                <a:lnTo>
                  <a:pt x="613270" y="216446"/>
                </a:lnTo>
                <a:lnTo>
                  <a:pt x="651776" y="200926"/>
                </a:lnTo>
                <a:lnTo>
                  <a:pt x="666686" y="162763"/>
                </a:lnTo>
                <a:lnTo>
                  <a:pt x="664451" y="154444"/>
                </a:lnTo>
                <a:lnTo>
                  <a:pt x="616699" y="128676"/>
                </a:lnTo>
                <a:lnTo>
                  <a:pt x="607872" y="125056"/>
                </a:lnTo>
                <a:lnTo>
                  <a:pt x="602742" y="119151"/>
                </a:lnTo>
                <a:lnTo>
                  <a:pt x="602348" y="109816"/>
                </a:lnTo>
                <a:lnTo>
                  <a:pt x="607720" y="99237"/>
                </a:lnTo>
                <a:lnTo>
                  <a:pt x="616826" y="93814"/>
                </a:lnTo>
                <a:lnTo>
                  <a:pt x="625919" y="91808"/>
                </a:lnTo>
                <a:lnTo>
                  <a:pt x="631304" y="91528"/>
                </a:lnTo>
                <a:lnTo>
                  <a:pt x="639445" y="91935"/>
                </a:lnTo>
                <a:lnTo>
                  <a:pt x="649592" y="93624"/>
                </a:lnTo>
                <a:lnTo>
                  <a:pt x="660869" y="97320"/>
                </a:lnTo>
                <a:lnTo>
                  <a:pt x="672452" y="103720"/>
                </a:lnTo>
                <a:lnTo>
                  <a:pt x="680161" y="83908"/>
                </a:lnTo>
                <a:close/>
              </a:path>
              <a:path w="744219" h="217170">
                <a:moveTo>
                  <a:pt x="744169" y="187629"/>
                </a:moveTo>
                <a:lnTo>
                  <a:pt x="719785" y="187629"/>
                </a:lnTo>
                <a:lnTo>
                  <a:pt x="719785" y="213537"/>
                </a:lnTo>
                <a:lnTo>
                  <a:pt x="744169" y="213537"/>
                </a:lnTo>
                <a:lnTo>
                  <a:pt x="744169" y="187629"/>
                </a:lnTo>
                <a:close/>
              </a:path>
              <a:path w="744219" h="217170">
                <a:moveTo>
                  <a:pt x="744169" y="79336"/>
                </a:moveTo>
                <a:lnTo>
                  <a:pt x="719785" y="79336"/>
                </a:lnTo>
                <a:lnTo>
                  <a:pt x="719785" y="103720"/>
                </a:lnTo>
                <a:lnTo>
                  <a:pt x="744169" y="103720"/>
                </a:lnTo>
                <a:lnTo>
                  <a:pt x="744169" y="79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7" name="object 447" descr=""/>
          <p:cNvGrpSpPr/>
          <p:nvPr/>
        </p:nvGrpSpPr>
        <p:grpSpPr>
          <a:xfrm>
            <a:off x="3082766" y="6833997"/>
            <a:ext cx="305435" cy="217170"/>
            <a:chOff x="3082766" y="6833997"/>
            <a:chExt cx="305435" cy="217170"/>
          </a:xfrm>
        </p:grpSpPr>
        <p:pic>
          <p:nvPicPr>
            <p:cNvPr id="448" name="object 448" descr=""/>
            <p:cNvPicPr/>
            <p:nvPr/>
          </p:nvPicPr>
          <p:blipFill>
            <a:blip r:embed="rId278" cstate="print"/>
            <a:stretch>
              <a:fillRect/>
            </a:stretch>
          </p:blipFill>
          <p:spPr>
            <a:xfrm>
              <a:off x="3082766" y="6833997"/>
              <a:ext cx="158591" cy="216598"/>
            </a:xfrm>
            <a:prstGeom prst="rect">
              <a:avLst/>
            </a:prstGeom>
          </p:spPr>
        </p:pic>
        <p:pic>
          <p:nvPicPr>
            <p:cNvPr id="449" name="object 449" descr=""/>
            <p:cNvPicPr/>
            <p:nvPr/>
          </p:nvPicPr>
          <p:blipFill>
            <a:blip r:embed="rId279" cstate="print"/>
            <a:stretch>
              <a:fillRect/>
            </a:stretch>
          </p:blipFill>
          <p:spPr>
            <a:xfrm>
              <a:off x="3281076" y="6913340"/>
              <a:ext cx="106775" cy="137255"/>
            </a:xfrm>
            <a:prstGeom prst="rect">
              <a:avLst/>
            </a:prstGeom>
          </p:spPr>
        </p:pic>
      </p:grpSp>
      <p:grpSp>
        <p:nvGrpSpPr>
          <p:cNvPr id="450" name="object 450" descr=""/>
          <p:cNvGrpSpPr/>
          <p:nvPr/>
        </p:nvGrpSpPr>
        <p:grpSpPr>
          <a:xfrm>
            <a:off x="3438144" y="6873620"/>
            <a:ext cx="572135" cy="177165"/>
            <a:chOff x="3438144" y="6873620"/>
            <a:chExt cx="572135" cy="177165"/>
          </a:xfrm>
        </p:grpSpPr>
        <p:pic>
          <p:nvPicPr>
            <p:cNvPr id="451" name="object 451" descr=""/>
            <p:cNvPicPr/>
            <p:nvPr/>
          </p:nvPicPr>
          <p:blipFill>
            <a:blip r:embed="rId280" cstate="print"/>
            <a:stretch>
              <a:fillRect/>
            </a:stretch>
          </p:blipFill>
          <p:spPr>
            <a:xfrm>
              <a:off x="3438144" y="6908768"/>
              <a:ext cx="73247" cy="138779"/>
            </a:xfrm>
            <a:prstGeom prst="rect">
              <a:avLst/>
            </a:prstGeom>
          </p:spPr>
        </p:pic>
        <p:pic>
          <p:nvPicPr>
            <p:cNvPr id="452" name="object 452" descr=""/>
            <p:cNvPicPr/>
            <p:nvPr/>
          </p:nvPicPr>
          <p:blipFill>
            <a:blip r:embed="rId281" cstate="print"/>
            <a:stretch>
              <a:fillRect/>
            </a:stretch>
          </p:blipFill>
          <p:spPr>
            <a:xfrm>
              <a:off x="3540442" y="6907243"/>
              <a:ext cx="204311" cy="143351"/>
            </a:xfrm>
            <a:prstGeom prst="rect">
              <a:avLst/>
            </a:prstGeom>
          </p:spPr>
        </p:pic>
        <p:pic>
          <p:nvPicPr>
            <p:cNvPr id="453" name="object 453" descr=""/>
            <p:cNvPicPr/>
            <p:nvPr/>
          </p:nvPicPr>
          <p:blipFill>
            <a:blip r:embed="rId282" cstate="print"/>
            <a:stretch>
              <a:fillRect/>
            </a:stretch>
          </p:blipFill>
          <p:spPr>
            <a:xfrm>
              <a:off x="3778281" y="6908768"/>
              <a:ext cx="106775" cy="138779"/>
            </a:xfrm>
            <a:prstGeom prst="rect">
              <a:avLst/>
            </a:prstGeom>
          </p:spPr>
        </p:pic>
        <p:pic>
          <p:nvPicPr>
            <p:cNvPr id="454" name="object 454" descr="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3915537" y="6873620"/>
              <a:ext cx="94583" cy="176974"/>
            </a:xfrm>
            <a:prstGeom prst="rect">
              <a:avLst/>
            </a:prstGeom>
          </p:spPr>
        </p:pic>
      </p:grpSp>
      <p:grpSp>
        <p:nvGrpSpPr>
          <p:cNvPr id="455" name="object 455" descr=""/>
          <p:cNvGrpSpPr/>
          <p:nvPr/>
        </p:nvGrpSpPr>
        <p:grpSpPr>
          <a:xfrm>
            <a:off x="4142898" y="6849141"/>
            <a:ext cx="508000" cy="201930"/>
            <a:chOff x="4142898" y="6849141"/>
            <a:chExt cx="508000" cy="201930"/>
          </a:xfrm>
        </p:grpSpPr>
        <p:sp>
          <p:nvSpPr>
            <p:cNvPr id="456" name="object 456" descr=""/>
            <p:cNvSpPr/>
            <p:nvPr/>
          </p:nvSpPr>
          <p:spPr>
            <a:xfrm>
              <a:off x="4142892" y="6849147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6009"/>
                  </a:lnTo>
                  <a:lnTo>
                    <a:pt x="25908" y="2600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7" name="object 457" descr=""/>
            <p:cNvPicPr/>
            <p:nvPr/>
          </p:nvPicPr>
          <p:blipFill>
            <a:blip r:embed="rId283" cstate="print"/>
            <a:stretch>
              <a:fillRect/>
            </a:stretch>
          </p:blipFill>
          <p:spPr>
            <a:xfrm>
              <a:off x="4197762" y="6873620"/>
              <a:ext cx="94583" cy="176974"/>
            </a:xfrm>
            <a:prstGeom prst="rect">
              <a:avLst/>
            </a:prstGeom>
          </p:spPr>
        </p:pic>
        <p:pic>
          <p:nvPicPr>
            <p:cNvPr id="458" name="object 458" descr=""/>
            <p:cNvPicPr/>
            <p:nvPr/>
          </p:nvPicPr>
          <p:blipFill>
            <a:blip r:embed="rId284" cstate="print"/>
            <a:stretch>
              <a:fillRect/>
            </a:stretch>
          </p:blipFill>
          <p:spPr>
            <a:xfrm>
              <a:off x="4312157" y="6907243"/>
              <a:ext cx="114395" cy="143351"/>
            </a:xfrm>
            <a:prstGeom prst="rect">
              <a:avLst/>
            </a:prstGeom>
          </p:spPr>
        </p:pic>
        <p:pic>
          <p:nvPicPr>
            <p:cNvPr id="459" name="object 459" descr=""/>
            <p:cNvPicPr/>
            <p:nvPr/>
          </p:nvPicPr>
          <p:blipFill>
            <a:blip r:embed="rId285" cstate="print"/>
            <a:stretch>
              <a:fillRect/>
            </a:stretch>
          </p:blipFill>
          <p:spPr>
            <a:xfrm>
              <a:off x="4460176" y="6908768"/>
              <a:ext cx="190595" cy="138779"/>
            </a:xfrm>
            <a:prstGeom prst="rect">
              <a:avLst/>
            </a:prstGeom>
          </p:spPr>
        </p:pic>
      </p:grpSp>
      <p:grpSp>
        <p:nvGrpSpPr>
          <p:cNvPr id="460" name="object 460" descr=""/>
          <p:cNvGrpSpPr/>
          <p:nvPr/>
        </p:nvGrpSpPr>
        <p:grpSpPr>
          <a:xfrm>
            <a:off x="4800314" y="6837045"/>
            <a:ext cx="868044" cy="273685"/>
            <a:chOff x="4800314" y="6837045"/>
            <a:chExt cx="868044" cy="273685"/>
          </a:xfrm>
        </p:grpSpPr>
        <p:sp>
          <p:nvSpPr>
            <p:cNvPr id="461" name="object 461" descr=""/>
            <p:cNvSpPr/>
            <p:nvPr/>
          </p:nvSpPr>
          <p:spPr>
            <a:xfrm>
              <a:off x="4800308" y="6849148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6009"/>
                  </a:lnTo>
                  <a:lnTo>
                    <a:pt x="25908" y="2600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2" name="object 462" descr=""/>
            <p:cNvPicPr/>
            <p:nvPr/>
          </p:nvPicPr>
          <p:blipFill>
            <a:blip r:embed="rId286" cstate="print"/>
            <a:stretch>
              <a:fillRect/>
            </a:stretch>
          </p:blipFill>
          <p:spPr>
            <a:xfrm>
              <a:off x="4858226" y="6908768"/>
              <a:ext cx="137350" cy="201358"/>
            </a:xfrm>
            <a:prstGeom prst="rect">
              <a:avLst/>
            </a:prstGeom>
          </p:spPr>
        </p:pic>
        <p:pic>
          <p:nvPicPr>
            <p:cNvPr id="463" name="object 463" descr=""/>
            <p:cNvPicPr/>
            <p:nvPr/>
          </p:nvPicPr>
          <p:blipFill>
            <a:blip r:embed="rId287" cstate="print"/>
            <a:stretch>
              <a:fillRect/>
            </a:stretch>
          </p:blipFill>
          <p:spPr>
            <a:xfrm>
              <a:off x="5024532" y="6910197"/>
              <a:ext cx="108299" cy="137350"/>
            </a:xfrm>
            <a:prstGeom prst="rect">
              <a:avLst/>
            </a:prstGeom>
          </p:spPr>
        </p:pic>
        <p:pic>
          <p:nvPicPr>
            <p:cNvPr id="464" name="object 464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5166455" y="6907149"/>
              <a:ext cx="132683" cy="143446"/>
            </a:xfrm>
            <a:prstGeom prst="rect">
              <a:avLst/>
            </a:prstGeom>
          </p:spPr>
        </p:pic>
        <p:pic>
          <p:nvPicPr>
            <p:cNvPr id="465" name="object 465" descr=""/>
            <p:cNvPicPr/>
            <p:nvPr/>
          </p:nvPicPr>
          <p:blipFill>
            <a:blip r:embed="rId288" cstate="print"/>
            <a:stretch>
              <a:fillRect/>
            </a:stretch>
          </p:blipFill>
          <p:spPr>
            <a:xfrm>
              <a:off x="5324951" y="6907149"/>
              <a:ext cx="202977" cy="143446"/>
            </a:xfrm>
            <a:prstGeom prst="rect">
              <a:avLst/>
            </a:prstGeom>
          </p:spPr>
        </p:pic>
        <p:pic>
          <p:nvPicPr>
            <p:cNvPr id="466" name="object 466" descr="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5547741" y="6837045"/>
              <a:ext cx="120491" cy="213550"/>
            </a:xfrm>
            <a:prstGeom prst="rect">
              <a:avLst/>
            </a:prstGeom>
          </p:spPr>
        </p:pic>
      </p:grpSp>
      <p:grpSp>
        <p:nvGrpSpPr>
          <p:cNvPr id="467" name="object 467" descr=""/>
          <p:cNvGrpSpPr/>
          <p:nvPr/>
        </p:nvGrpSpPr>
        <p:grpSpPr>
          <a:xfrm>
            <a:off x="5816250" y="6833996"/>
            <a:ext cx="155575" cy="213995"/>
            <a:chOff x="5816250" y="6833996"/>
            <a:chExt cx="155575" cy="213995"/>
          </a:xfrm>
        </p:grpSpPr>
        <p:sp>
          <p:nvSpPr>
            <p:cNvPr id="468" name="object 468" descr=""/>
            <p:cNvSpPr/>
            <p:nvPr/>
          </p:nvSpPr>
          <p:spPr>
            <a:xfrm>
              <a:off x="5816244" y="6849147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3048" y="64109"/>
                  </a:lnTo>
                  <a:lnTo>
                    <a:pt x="3048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9" name="object 469" descr=""/>
            <p:cNvPicPr/>
            <p:nvPr/>
          </p:nvPicPr>
          <p:blipFill>
            <a:blip r:embed="rId290" cstate="print"/>
            <a:stretch>
              <a:fillRect/>
            </a:stretch>
          </p:blipFill>
          <p:spPr>
            <a:xfrm>
              <a:off x="5874162" y="6833996"/>
              <a:ext cx="97631" cy="213550"/>
            </a:xfrm>
            <a:prstGeom prst="rect">
              <a:avLst/>
            </a:prstGeom>
          </p:spPr>
        </p:pic>
      </p:grpSp>
      <p:sp>
        <p:nvSpPr>
          <p:cNvPr id="470" name="object 470" descr=""/>
          <p:cNvSpPr/>
          <p:nvPr/>
        </p:nvSpPr>
        <p:spPr>
          <a:xfrm>
            <a:off x="6081509" y="6849147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4485" y="64109"/>
                </a:moveTo>
                <a:lnTo>
                  <a:pt x="3048" y="64109"/>
                </a:lnTo>
                <a:lnTo>
                  <a:pt x="3048" y="198412"/>
                </a:lnTo>
                <a:lnTo>
                  <a:pt x="24485" y="198412"/>
                </a:lnTo>
                <a:lnTo>
                  <a:pt x="24485" y="64109"/>
                </a:lnTo>
                <a:close/>
              </a:path>
              <a:path w="27939" h="198754">
                <a:moveTo>
                  <a:pt x="27533" y="0"/>
                </a:moveTo>
                <a:lnTo>
                  <a:pt x="0" y="0"/>
                </a:lnTo>
                <a:lnTo>
                  <a:pt x="0" y="26009"/>
                </a:lnTo>
                <a:lnTo>
                  <a:pt x="27533" y="26009"/>
                </a:lnTo>
                <a:lnTo>
                  <a:pt x="27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71" name="object 471" descr=""/>
          <p:cNvGrpSpPr/>
          <p:nvPr/>
        </p:nvGrpSpPr>
        <p:grpSpPr>
          <a:xfrm>
            <a:off x="6156388" y="6849141"/>
            <a:ext cx="753745" cy="201930"/>
            <a:chOff x="6156388" y="6849141"/>
            <a:chExt cx="753745" cy="201930"/>
          </a:xfrm>
        </p:grpSpPr>
        <p:pic>
          <p:nvPicPr>
            <p:cNvPr id="472" name="object 472" descr=""/>
            <p:cNvPicPr/>
            <p:nvPr/>
          </p:nvPicPr>
          <p:blipFill>
            <a:blip r:embed="rId291" cstate="print"/>
            <a:stretch>
              <a:fillRect/>
            </a:stretch>
          </p:blipFill>
          <p:spPr>
            <a:xfrm>
              <a:off x="6156388" y="6910196"/>
              <a:ext cx="106775" cy="137350"/>
            </a:xfrm>
            <a:prstGeom prst="rect">
              <a:avLst/>
            </a:prstGeom>
          </p:spPr>
        </p:pic>
        <p:pic>
          <p:nvPicPr>
            <p:cNvPr id="473" name="object 473" descr=""/>
            <p:cNvPicPr/>
            <p:nvPr/>
          </p:nvPicPr>
          <p:blipFill>
            <a:blip r:embed="rId292" cstate="print"/>
            <a:stretch>
              <a:fillRect/>
            </a:stretch>
          </p:blipFill>
          <p:spPr>
            <a:xfrm>
              <a:off x="6292120" y="6907148"/>
              <a:ext cx="277558" cy="143351"/>
            </a:xfrm>
            <a:prstGeom prst="rect">
              <a:avLst/>
            </a:prstGeom>
          </p:spPr>
        </p:pic>
        <p:sp>
          <p:nvSpPr>
            <p:cNvPr id="474" name="object 474" descr=""/>
            <p:cNvSpPr/>
            <p:nvPr/>
          </p:nvSpPr>
          <p:spPr>
            <a:xfrm>
              <a:off x="6601765" y="6849147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4" h="198754">
                  <a:moveTo>
                    <a:pt x="25908" y="0"/>
                  </a:moveTo>
                  <a:lnTo>
                    <a:pt x="0" y="0"/>
                  </a:lnTo>
                  <a:lnTo>
                    <a:pt x="0" y="26009"/>
                  </a:lnTo>
                  <a:lnTo>
                    <a:pt x="25908" y="2600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5" name="object 475" descr=""/>
            <p:cNvPicPr/>
            <p:nvPr/>
          </p:nvPicPr>
          <p:blipFill>
            <a:blip r:embed="rId293" cstate="print"/>
            <a:stretch>
              <a:fillRect/>
            </a:stretch>
          </p:blipFill>
          <p:spPr>
            <a:xfrm>
              <a:off x="6661213" y="6907148"/>
              <a:ext cx="114395" cy="143446"/>
            </a:xfrm>
            <a:prstGeom prst="rect">
              <a:avLst/>
            </a:prstGeom>
          </p:spPr>
        </p:pic>
        <p:pic>
          <p:nvPicPr>
            <p:cNvPr id="476" name="object 476" descr=""/>
            <p:cNvPicPr/>
            <p:nvPr/>
          </p:nvPicPr>
          <p:blipFill>
            <a:blip r:embed="rId294" cstate="print"/>
            <a:stretch>
              <a:fillRect/>
            </a:stretch>
          </p:blipFill>
          <p:spPr>
            <a:xfrm>
              <a:off x="6795516" y="6907148"/>
              <a:ext cx="114395" cy="143446"/>
            </a:xfrm>
            <a:prstGeom prst="rect">
              <a:avLst/>
            </a:prstGeom>
          </p:spPr>
        </p:pic>
      </p:grpSp>
      <p:grpSp>
        <p:nvGrpSpPr>
          <p:cNvPr id="477" name="object 477" descr=""/>
          <p:cNvGrpSpPr/>
          <p:nvPr/>
        </p:nvGrpSpPr>
        <p:grpSpPr>
          <a:xfrm>
            <a:off x="7025830" y="6837045"/>
            <a:ext cx="1084580" cy="273685"/>
            <a:chOff x="7025830" y="6837045"/>
            <a:chExt cx="1084580" cy="273685"/>
          </a:xfrm>
        </p:grpSpPr>
        <p:pic>
          <p:nvPicPr>
            <p:cNvPr id="478" name="object 478" descr=""/>
            <p:cNvPicPr/>
            <p:nvPr/>
          </p:nvPicPr>
          <p:blipFill>
            <a:blip r:embed="rId295" cstate="print"/>
            <a:stretch>
              <a:fillRect/>
            </a:stretch>
          </p:blipFill>
          <p:spPr>
            <a:xfrm>
              <a:off x="7025830" y="6873621"/>
              <a:ext cx="94583" cy="176974"/>
            </a:xfrm>
            <a:prstGeom prst="rect">
              <a:avLst/>
            </a:prstGeom>
          </p:spPr>
        </p:pic>
        <p:pic>
          <p:nvPicPr>
            <p:cNvPr id="479" name="object 479" descr=""/>
            <p:cNvPicPr/>
            <p:nvPr/>
          </p:nvPicPr>
          <p:blipFill>
            <a:blip r:embed="rId296" cstate="print"/>
            <a:stretch>
              <a:fillRect/>
            </a:stretch>
          </p:blipFill>
          <p:spPr>
            <a:xfrm>
              <a:off x="7154036" y="6908673"/>
              <a:ext cx="74675" cy="138874"/>
            </a:xfrm>
            <a:prstGeom prst="rect">
              <a:avLst/>
            </a:prstGeom>
          </p:spPr>
        </p:pic>
        <p:sp>
          <p:nvSpPr>
            <p:cNvPr id="480" name="object 480" descr=""/>
            <p:cNvSpPr/>
            <p:nvPr/>
          </p:nvSpPr>
          <p:spPr>
            <a:xfrm>
              <a:off x="7256132" y="6849148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4" h="198754">
                  <a:moveTo>
                    <a:pt x="25908" y="0"/>
                  </a:moveTo>
                  <a:lnTo>
                    <a:pt x="0" y="0"/>
                  </a:lnTo>
                  <a:lnTo>
                    <a:pt x="0" y="26009"/>
                  </a:lnTo>
                  <a:lnTo>
                    <a:pt x="25908" y="2600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1" name="object 481" descr=""/>
            <p:cNvPicPr/>
            <p:nvPr/>
          </p:nvPicPr>
          <p:blipFill>
            <a:blip r:embed="rId297" cstate="print"/>
            <a:stretch>
              <a:fillRect/>
            </a:stretch>
          </p:blipFill>
          <p:spPr>
            <a:xfrm>
              <a:off x="7314056" y="6907149"/>
              <a:ext cx="419480" cy="202977"/>
            </a:xfrm>
            <a:prstGeom prst="rect">
              <a:avLst/>
            </a:prstGeom>
          </p:spPr>
        </p:pic>
        <p:pic>
          <p:nvPicPr>
            <p:cNvPr id="482" name="object 482" descr=""/>
            <p:cNvPicPr/>
            <p:nvPr/>
          </p:nvPicPr>
          <p:blipFill>
            <a:blip r:embed="rId298" cstate="print"/>
            <a:stretch>
              <a:fillRect/>
            </a:stretch>
          </p:blipFill>
          <p:spPr>
            <a:xfrm>
              <a:off x="7767065" y="6907149"/>
              <a:ext cx="202882" cy="143446"/>
            </a:xfrm>
            <a:prstGeom prst="rect">
              <a:avLst/>
            </a:prstGeom>
          </p:spPr>
        </p:pic>
        <p:pic>
          <p:nvPicPr>
            <p:cNvPr id="483" name="object 483" descr=""/>
            <p:cNvPicPr/>
            <p:nvPr/>
          </p:nvPicPr>
          <p:blipFill>
            <a:blip r:embed="rId289" cstate="print"/>
            <a:stretch>
              <a:fillRect/>
            </a:stretch>
          </p:blipFill>
          <p:spPr>
            <a:xfrm>
              <a:off x="7989855" y="6837045"/>
              <a:ext cx="120491" cy="213550"/>
            </a:xfrm>
            <a:prstGeom prst="rect">
              <a:avLst/>
            </a:prstGeom>
          </p:spPr>
        </p:pic>
      </p:grpSp>
      <p:grpSp>
        <p:nvGrpSpPr>
          <p:cNvPr id="484" name="object 484" descr=""/>
          <p:cNvGrpSpPr/>
          <p:nvPr/>
        </p:nvGrpSpPr>
        <p:grpSpPr>
          <a:xfrm>
            <a:off x="8239982" y="6837045"/>
            <a:ext cx="949325" cy="213995"/>
            <a:chOff x="8239982" y="6837045"/>
            <a:chExt cx="949325" cy="213995"/>
          </a:xfrm>
        </p:grpSpPr>
        <p:pic>
          <p:nvPicPr>
            <p:cNvPr id="485" name="object 485" descr=""/>
            <p:cNvPicPr/>
            <p:nvPr/>
          </p:nvPicPr>
          <p:blipFill>
            <a:blip r:embed="rId299" cstate="print"/>
            <a:stretch>
              <a:fillRect/>
            </a:stretch>
          </p:blipFill>
          <p:spPr>
            <a:xfrm>
              <a:off x="8239982" y="6913340"/>
              <a:ext cx="198310" cy="134207"/>
            </a:xfrm>
            <a:prstGeom prst="rect">
              <a:avLst/>
            </a:prstGeom>
          </p:spPr>
        </p:pic>
        <p:sp>
          <p:nvSpPr>
            <p:cNvPr id="486" name="object 486" descr=""/>
            <p:cNvSpPr/>
            <p:nvPr/>
          </p:nvSpPr>
          <p:spPr>
            <a:xfrm>
              <a:off x="8465617" y="6849148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485" y="64109"/>
                  </a:moveTo>
                  <a:lnTo>
                    <a:pt x="3048" y="64109"/>
                  </a:lnTo>
                  <a:lnTo>
                    <a:pt x="3048" y="198412"/>
                  </a:lnTo>
                  <a:lnTo>
                    <a:pt x="24485" y="198412"/>
                  </a:lnTo>
                  <a:lnTo>
                    <a:pt x="24485" y="64109"/>
                  </a:lnTo>
                  <a:close/>
                </a:path>
                <a:path w="27940" h="198754">
                  <a:moveTo>
                    <a:pt x="27533" y="0"/>
                  </a:moveTo>
                  <a:lnTo>
                    <a:pt x="0" y="0"/>
                  </a:lnTo>
                  <a:lnTo>
                    <a:pt x="0" y="26009"/>
                  </a:lnTo>
                  <a:lnTo>
                    <a:pt x="27533" y="26009"/>
                  </a:lnTo>
                  <a:lnTo>
                    <a:pt x="275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7" name="object 487" descr=""/>
            <p:cNvPicPr/>
            <p:nvPr/>
          </p:nvPicPr>
          <p:blipFill>
            <a:blip r:embed="rId300" cstate="print"/>
            <a:stretch>
              <a:fillRect/>
            </a:stretch>
          </p:blipFill>
          <p:spPr>
            <a:xfrm>
              <a:off x="8520684" y="6873621"/>
              <a:ext cx="94583" cy="176974"/>
            </a:xfrm>
            <a:prstGeom prst="rect">
              <a:avLst/>
            </a:prstGeom>
          </p:spPr>
        </p:pic>
        <p:pic>
          <p:nvPicPr>
            <p:cNvPr id="488" name="object 488" descr=""/>
            <p:cNvPicPr/>
            <p:nvPr/>
          </p:nvPicPr>
          <p:blipFill>
            <a:blip r:embed="rId301" cstate="print"/>
            <a:stretch>
              <a:fillRect/>
            </a:stretch>
          </p:blipFill>
          <p:spPr>
            <a:xfrm>
              <a:off x="8648795" y="6837045"/>
              <a:ext cx="106775" cy="210502"/>
            </a:xfrm>
            <a:prstGeom prst="rect">
              <a:avLst/>
            </a:prstGeom>
          </p:spPr>
        </p:pic>
        <p:pic>
          <p:nvPicPr>
            <p:cNvPr id="489" name="object 489" descr=""/>
            <p:cNvPicPr/>
            <p:nvPr/>
          </p:nvPicPr>
          <p:blipFill>
            <a:blip r:embed="rId302" cstate="print"/>
            <a:stretch>
              <a:fillRect/>
            </a:stretch>
          </p:blipFill>
          <p:spPr>
            <a:xfrm>
              <a:off x="8789098" y="6907149"/>
              <a:ext cx="134207" cy="143351"/>
            </a:xfrm>
            <a:prstGeom prst="rect">
              <a:avLst/>
            </a:prstGeom>
          </p:spPr>
        </p:pic>
        <p:pic>
          <p:nvPicPr>
            <p:cNvPr id="490" name="object 490" descr=""/>
            <p:cNvPicPr/>
            <p:nvPr/>
          </p:nvPicPr>
          <p:blipFill>
            <a:blip r:embed="rId303" cstate="print"/>
            <a:stretch>
              <a:fillRect/>
            </a:stretch>
          </p:blipFill>
          <p:spPr>
            <a:xfrm>
              <a:off x="8956929" y="6913340"/>
              <a:ext cx="106775" cy="137255"/>
            </a:xfrm>
            <a:prstGeom prst="rect">
              <a:avLst/>
            </a:prstGeom>
          </p:spPr>
        </p:pic>
        <p:pic>
          <p:nvPicPr>
            <p:cNvPr id="491" name="object 491" descr=""/>
            <p:cNvPicPr/>
            <p:nvPr/>
          </p:nvPicPr>
          <p:blipFill>
            <a:blip r:embed="rId304" cstate="print"/>
            <a:stretch>
              <a:fillRect/>
            </a:stretch>
          </p:blipFill>
          <p:spPr>
            <a:xfrm>
              <a:off x="9094184" y="6873621"/>
              <a:ext cx="94583" cy="176974"/>
            </a:xfrm>
            <a:prstGeom prst="rect">
              <a:avLst/>
            </a:prstGeom>
          </p:spPr>
        </p:pic>
      </p:grpSp>
      <p:grpSp>
        <p:nvGrpSpPr>
          <p:cNvPr id="492" name="object 492" descr=""/>
          <p:cNvGrpSpPr/>
          <p:nvPr/>
        </p:nvGrpSpPr>
        <p:grpSpPr>
          <a:xfrm>
            <a:off x="1407890" y="7212330"/>
            <a:ext cx="416559" cy="213995"/>
            <a:chOff x="1407890" y="7212330"/>
            <a:chExt cx="416559" cy="213995"/>
          </a:xfrm>
        </p:grpSpPr>
        <p:pic>
          <p:nvPicPr>
            <p:cNvPr id="493" name="object 493" descr=""/>
            <p:cNvPicPr/>
            <p:nvPr/>
          </p:nvPicPr>
          <p:blipFill>
            <a:blip r:embed="rId305" cstate="print"/>
            <a:stretch>
              <a:fillRect/>
            </a:stretch>
          </p:blipFill>
          <p:spPr>
            <a:xfrm>
              <a:off x="1407890" y="7284053"/>
              <a:ext cx="108299" cy="141922"/>
            </a:xfrm>
            <a:prstGeom prst="rect">
              <a:avLst/>
            </a:prstGeom>
          </p:spPr>
        </p:pic>
        <p:pic>
          <p:nvPicPr>
            <p:cNvPr id="494" name="object 494" descr=""/>
            <p:cNvPicPr/>
            <p:nvPr/>
          </p:nvPicPr>
          <p:blipFill>
            <a:blip r:embed="rId306" cstate="print"/>
            <a:stretch>
              <a:fillRect/>
            </a:stretch>
          </p:blipFill>
          <p:spPr>
            <a:xfrm>
              <a:off x="1548193" y="7212330"/>
              <a:ext cx="120586" cy="213645"/>
            </a:xfrm>
            <a:prstGeom prst="rect">
              <a:avLst/>
            </a:prstGeom>
          </p:spPr>
        </p:pic>
        <p:pic>
          <p:nvPicPr>
            <p:cNvPr id="495" name="object 495" descr=""/>
            <p:cNvPicPr/>
            <p:nvPr/>
          </p:nvPicPr>
          <p:blipFill>
            <a:blip r:embed="rId307" cstate="print"/>
            <a:stretch>
              <a:fillRect/>
            </a:stretch>
          </p:blipFill>
          <p:spPr>
            <a:xfrm>
              <a:off x="1703832" y="7212330"/>
              <a:ext cx="120491" cy="213645"/>
            </a:xfrm>
            <a:prstGeom prst="rect">
              <a:avLst/>
            </a:prstGeom>
          </p:spPr>
        </p:pic>
      </p:grpSp>
      <p:sp>
        <p:nvSpPr>
          <p:cNvPr id="496" name="object 496" descr=""/>
          <p:cNvSpPr/>
          <p:nvPr/>
        </p:nvSpPr>
        <p:spPr>
          <a:xfrm>
            <a:off x="1871662" y="7224623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5908" y="64008"/>
                </a:moveTo>
                <a:lnTo>
                  <a:pt x="3048" y="64008"/>
                </a:lnTo>
                <a:lnTo>
                  <a:pt x="3048" y="198310"/>
                </a:lnTo>
                <a:lnTo>
                  <a:pt x="25908" y="198310"/>
                </a:lnTo>
                <a:lnTo>
                  <a:pt x="25908" y="64008"/>
                </a:lnTo>
                <a:close/>
              </a:path>
              <a:path w="27939" h="198754">
                <a:moveTo>
                  <a:pt x="27432" y="0"/>
                </a:moveTo>
                <a:lnTo>
                  <a:pt x="0" y="0"/>
                </a:lnTo>
                <a:lnTo>
                  <a:pt x="0" y="27432"/>
                </a:lnTo>
                <a:lnTo>
                  <a:pt x="27432" y="27432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7" name="object 497" descr=""/>
          <p:cNvGrpSpPr/>
          <p:nvPr/>
        </p:nvGrpSpPr>
        <p:grpSpPr>
          <a:xfrm>
            <a:off x="1946338" y="7285577"/>
            <a:ext cx="278130" cy="200025"/>
            <a:chOff x="1946338" y="7285577"/>
            <a:chExt cx="278130" cy="200025"/>
          </a:xfrm>
        </p:grpSpPr>
        <p:pic>
          <p:nvPicPr>
            <p:cNvPr id="498" name="object 498" descr=""/>
            <p:cNvPicPr/>
            <p:nvPr/>
          </p:nvPicPr>
          <p:blipFill>
            <a:blip r:embed="rId308" cstate="print"/>
            <a:stretch>
              <a:fillRect/>
            </a:stretch>
          </p:blipFill>
          <p:spPr>
            <a:xfrm>
              <a:off x="1946338" y="7285577"/>
              <a:ext cx="106775" cy="137350"/>
            </a:xfrm>
            <a:prstGeom prst="rect">
              <a:avLst/>
            </a:prstGeom>
          </p:spPr>
        </p:pic>
        <p:pic>
          <p:nvPicPr>
            <p:cNvPr id="499" name="object 499" descr=""/>
            <p:cNvPicPr/>
            <p:nvPr/>
          </p:nvPicPr>
          <p:blipFill>
            <a:blip r:embed="rId309" cstate="print"/>
            <a:stretch>
              <a:fillRect/>
            </a:stretch>
          </p:blipFill>
          <p:spPr>
            <a:xfrm>
              <a:off x="2086737" y="7285577"/>
              <a:ext cx="137255" cy="199929"/>
            </a:xfrm>
            <a:prstGeom prst="rect">
              <a:avLst/>
            </a:prstGeom>
          </p:spPr>
        </p:pic>
      </p:grpSp>
      <p:grpSp>
        <p:nvGrpSpPr>
          <p:cNvPr id="500" name="object 500" descr=""/>
          <p:cNvGrpSpPr/>
          <p:nvPr/>
        </p:nvGrpSpPr>
        <p:grpSpPr>
          <a:xfrm>
            <a:off x="2352103" y="7224521"/>
            <a:ext cx="151130" cy="201930"/>
            <a:chOff x="2352103" y="7224521"/>
            <a:chExt cx="151130" cy="201930"/>
          </a:xfrm>
        </p:grpSpPr>
        <p:sp>
          <p:nvSpPr>
            <p:cNvPr id="501" name="object 501" descr=""/>
            <p:cNvSpPr/>
            <p:nvPr/>
          </p:nvSpPr>
          <p:spPr>
            <a:xfrm>
              <a:off x="2352090" y="722452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96" y="64109"/>
                  </a:moveTo>
                  <a:lnTo>
                    <a:pt x="3048" y="64109"/>
                  </a:lnTo>
                  <a:lnTo>
                    <a:pt x="3048" y="198412"/>
                  </a:lnTo>
                  <a:lnTo>
                    <a:pt x="24396" y="198412"/>
                  </a:lnTo>
                  <a:lnTo>
                    <a:pt x="24396" y="64109"/>
                  </a:lnTo>
                  <a:close/>
                </a:path>
                <a:path w="27939" h="198754">
                  <a:moveTo>
                    <a:pt x="27444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44" y="27432"/>
                  </a:lnTo>
                  <a:lnTo>
                    <a:pt x="274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2" name="object 502" descr=""/>
            <p:cNvPicPr/>
            <p:nvPr/>
          </p:nvPicPr>
          <p:blipFill>
            <a:blip r:embed="rId310" cstate="print"/>
            <a:stretch>
              <a:fillRect/>
            </a:stretch>
          </p:blipFill>
          <p:spPr>
            <a:xfrm>
              <a:off x="2406967" y="7250525"/>
              <a:ext cx="96107" cy="1754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1557" y="422846"/>
            <a:ext cx="685165" cy="280670"/>
            <a:chOff x="271557" y="422846"/>
            <a:chExt cx="685165" cy="280670"/>
          </a:xfrm>
        </p:grpSpPr>
        <p:sp>
          <p:nvSpPr>
            <p:cNvPr id="3" name="object 3" descr=""/>
            <p:cNvSpPr/>
            <p:nvPr/>
          </p:nvSpPr>
          <p:spPr>
            <a:xfrm>
              <a:off x="271551" y="422858"/>
              <a:ext cx="169545" cy="275590"/>
            </a:xfrm>
            <a:custGeom>
              <a:avLst/>
              <a:gdLst/>
              <a:ahLst/>
              <a:cxnLst/>
              <a:rect l="l" t="t" r="r" b="b"/>
              <a:pathLst>
                <a:path w="169545" h="275590">
                  <a:moveTo>
                    <a:pt x="169252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125730"/>
                  </a:lnTo>
                  <a:lnTo>
                    <a:pt x="0" y="149860"/>
                  </a:lnTo>
                  <a:lnTo>
                    <a:pt x="0" y="275590"/>
                  </a:lnTo>
                  <a:lnTo>
                    <a:pt x="35052" y="275590"/>
                  </a:lnTo>
                  <a:lnTo>
                    <a:pt x="35052" y="149860"/>
                  </a:lnTo>
                  <a:lnTo>
                    <a:pt x="152488" y="149860"/>
                  </a:lnTo>
                  <a:lnTo>
                    <a:pt x="152488" y="125730"/>
                  </a:lnTo>
                  <a:lnTo>
                    <a:pt x="35052" y="125730"/>
                  </a:lnTo>
                  <a:lnTo>
                    <a:pt x="35052" y="25400"/>
                  </a:lnTo>
                  <a:lnTo>
                    <a:pt x="169252" y="25400"/>
                  </a:lnTo>
                  <a:lnTo>
                    <a:pt x="169252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393" y="521493"/>
              <a:ext cx="137350" cy="18154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843" y="471106"/>
              <a:ext cx="123539" cy="23193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7626" y="521493"/>
              <a:ext cx="138779" cy="181546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8889" y="515397"/>
            <a:ext cx="262413" cy="187642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456944" y="420623"/>
            <a:ext cx="35560" cy="277495"/>
          </a:xfrm>
          <a:custGeom>
            <a:avLst/>
            <a:gdLst/>
            <a:ahLst/>
            <a:cxnLst/>
            <a:rect l="l" t="t" r="r" b="b"/>
            <a:pathLst>
              <a:path w="35559" h="277495">
                <a:moveTo>
                  <a:pt x="35051" y="277367"/>
                </a:moveTo>
                <a:lnTo>
                  <a:pt x="0" y="277367"/>
                </a:lnTo>
                <a:lnTo>
                  <a:pt x="0" y="0"/>
                </a:lnTo>
                <a:lnTo>
                  <a:pt x="35051" y="0"/>
                </a:lnTo>
                <a:lnTo>
                  <a:pt x="35051" y="277367"/>
                </a:lnTo>
                <a:close/>
              </a:path>
            </a:pathLst>
          </a:custGeom>
          <a:solidFill>
            <a:srgbClr val="3333B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58956" y="518445"/>
            <a:ext cx="245554" cy="180022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1866995" y="515397"/>
            <a:ext cx="1485900" cy="260985"/>
            <a:chOff x="1866995" y="515397"/>
            <a:chExt cx="1485900" cy="260985"/>
          </a:xfrm>
        </p:grpSpPr>
        <p:sp>
          <p:nvSpPr>
            <p:cNvPr id="11" name="object 11" descr=""/>
            <p:cNvSpPr/>
            <p:nvPr/>
          </p:nvSpPr>
          <p:spPr>
            <a:xfrm>
              <a:off x="1866989" y="515403"/>
              <a:ext cx="825500" cy="260985"/>
            </a:xfrm>
            <a:custGeom>
              <a:avLst/>
              <a:gdLst/>
              <a:ahLst/>
              <a:cxnLst/>
              <a:rect l="l" t="t" r="r" b="b"/>
              <a:pathLst>
                <a:path w="825500" h="260984">
                  <a:moveTo>
                    <a:pt x="154114" y="94589"/>
                  </a:moveTo>
                  <a:lnTo>
                    <a:pt x="149491" y="59664"/>
                  </a:lnTo>
                  <a:lnTo>
                    <a:pt x="136575" y="30492"/>
                  </a:lnTo>
                  <a:lnTo>
                    <a:pt x="133553" y="27432"/>
                  </a:lnTo>
                  <a:lnTo>
                    <a:pt x="130530" y="24384"/>
                  </a:lnTo>
                  <a:lnTo>
                    <a:pt x="123634" y="17411"/>
                  </a:lnTo>
                  <a:lnTo>
                    <a:pt x="123634" y="94589"/>
                  </a:lnTo>
                  <a:lnTo>
                    <a:pt x="118884" y="122034"/>
                  </a:lnTo>
                  <a:lnTo>
                    <a:pt x="106248" y="143776"/>
                  </a:lnTo>
                  <a:lnTo>
                    <a:pt x="88188" y="158102"/>
                  </a:lnTo>
                  <a:lnTo>
                    <a:pt x="67157" y="163258"/>
                  </a:lnTo>
                  <a:lnTo>
                    <a:pt x="59677" y="162471"/>
                  </a:lnTo>
                  <a:lnTo>
                    <a:pt x="53060" y="160401"/>
                  </a:lnTo>
                  <a:lnTo>
                    <a:pt x="47002" y="157467"/>
                  </a:lnTo>
                  <a:lnTo>
                    <a:pt x="41249" y="154114"/>
                  </a:lnTo>
                  <a:lnTo>
                    <a:pt x="30581" y="144881"/>
                  </a:lnTo>
                  <a:lnTo>
                    <a:pt x="30581" y="48768"/>
                  </a:lnTo>
                  <a:lnTo>
                    <a:pt x="70205" y="27432"/>
                  </a:lnTo>
                  <a:lnTo>
                    <a:pt x="108343" y="46685"/>
                  </a:lnTo>
                  <a:lnTo>
                    <a:pt x="123634" y="94589"/>
                  </a:lnTo>
                  <a:lnTo>
                    <a:pt x="123634" y="17411"/>
                  </a:lnTo>
                  <a:lnTo>
                    <a:pt x="116789" y="10477"/>
                  </a:lnTo>
                  <a:lnTo>
                    <a:pt x="91541" y="3048"/>
                  </a:lnTo>
                  <a:lnTo>
                    <a:pt x="77698" y="4025"/>
                  </a:lnTo>
                  <a:lnTo>
                    <a:pt x="62014" y="7429"/>
                  </a:lnTo>
                  <a:lnTo>
                    <a:pt x="45453" y="13982"/>
                  </a:lnTo>
                  <a:lnTo>
                    <a:pt x="29057" y="24384"/>
                  </a:lnTo>
                  <a:lnTo>
                    <a:pt x="29057" y="6096"/>
                  </a:lnTo>
                  <a:lnTo>
                    <a:pt x="0" y="6096"/>
                  </a:lnTo>
                  <a:lnTo>
                    <a:pt x="0" y="260896"/>
                  </a:lnTo>
                  <a:lnTo>
                    <a:pt x="30581" y="260896"/>
                  </a:lnTo>
                  <a:lnTo>
                    <a:pt x="30581" y="164782"/>
                  </a:lnTo>
                  <a:lnTo>
                    <a:pt x="41452" y="173494"/>
                  </a:lnTo>
                  <a:lnTo>
                    <a:pt x="53632" y="180784"/>
                  </a:lnTo>
                  <a:lnTo>
                    <a:pt x="67221" y="185788"/>
                  </a:lnTo>
                  <a:lnTo>
                    <a:pt x="82397" y="187642"/>
                  </a:lnTo>
                  <a:lnTo>
                    <a:pt x="109715" y="180619"/>
                  </a:lnTo>
                  <a:lnTo>
                    <a:pt x="128308" y="164782"/>
                  </a:lnTo>
                  <a:lnTo>
                    <a:pt x="130098" y="163258"/>
                  </a:lnTo>
                  <a:lnTo>
                    <a:pt x="132575" y="161150"/>
                  </a:lnTo>
                  <a:lnTo>
                    <a:pt x="148285" y="131660"/>
                  </a:lnTo>
                  <a:lnTo>
                    <a:pt x="154114" y="94589"/>
                  </a:lnTo>
                  <a:close/>
                </a:path>
                <a:path w="825500" h="260984">
                  <a:moveTo>
                    <a:pt x="283756" y="3048"/>
                  </a:moveTo>
                  <a:lnTo>
                    <a:pt x="259969" y="6616"/>
                  </a:lnTo>
                  <a:lnTo>
                    <a:pt x="241033" y="15621"/>
                  </a:lnTo>
                  <a:lnTo>
                    <a:pt x="226656" y="27482"/>
                  </a:lnTo>
                  <a:lnTo>
                    <a:pt x="216598" y="39624"/>
                  </a:lnTo>
                  <a:lnTo>
                    <a:pt x="216598" y="4572"/>
                  </a:lnTo>
                  <a:lnTo>
                    <a:pt x="189166" y="4572"/>
                  </a:lnTo>
                  <a:lnTo>
                    <a:pt x="189166" y="183070"/>
                  </a:lnTo>
                  <a:lnTo>
                    <a:pt x="218122" y="183070"/>
                  </a:lnTo>
                  <a:lnTo>
                    <a:pt x="218122" y="96113"/>
                  </a:lnTo>
                  <a:lnTo>
                    <a:pt x="223443" y="68859"/>
                  </a:lnTo>
                  <a:lnTo>
                    <a:pt x="237794" y="47637"/>
                  </a:lnTo>
                  <a:lnTo>
                    <a:pt x="258711" y="33858"/>
                  </a:lnTo>
                  <a:lnTo>
                    <a:pt x="283756" y="28956"/>
                  </a:lnTo>
                  <a:lnTo>
                    <a:pt x="283756" y="3048"/>
                  </a:lnTo>
                  <a:close/>
                </a:path>
                <a:path w="825500" h="260984">
                  <a:moveTo>
                    <a:pt x="472922" y="96100"/>
                  </a:moveTo>
                  <a:lnTo>
                    <a:pt x="466013" y="57899"/>
                  </a:lnTo>
                  <a:lnTo>
                    <a:pt x="447382" y="27444"/>
                  </a:lnTo>
                  <a:lnTo>
                    <a:pt x="443242" y="24384"/>
                  </a:lnTo>
                  <a:lnTo>
                    <a:pt x="442442" y="23799"/>
                  </a:lnTo>
                  <a:lnTo>
                    <a:pt x="442442" y="91528"/>
                  </a:lnTo>
                  <a:lnTo>
                    <a:pt x="437718" y="123075"/>
                  </a:lnTo>
                  <a:lnTo>
                    <a:pt x="425284" y="144919"/>
                  </a:lnTo>
                  <a:lnTo>
                    <a:pt x="407682" y="157619"/>
                  </a:lnTo>
                  <a:lnTo>
                    <a:pt x="387477" y="161734"/>
                  </a:lnTo>
                  <a:lnTo>
                    <a:pt x="366687" y="157403"/>
                  </a:lnTo>
                  <a:lnTo>
                    <a:pt x="349186" y="144348"/>
                  </a:lnTo>
                  <a:lnTo>
                    <a:pt x="337108" y="122440"/>
                  </a:lnTo>
                  <a:lnTo>
                    <a:pt x="332613" y="91528"/>
                  </a:lnTo>
                  <a:lnTo>
                    <a:pt x="337540" y="60426"/>
                  </a:lnTo>
                  <a:lnTo>
                    <a:pt x="350329" y="39636"/>
                  </a:lnTo>
                  <a:lnTo>
                    <a:pt x="367969" y="28003"/>
                  </a:lnTo>
                  <a:lnTo>
                    <a:pt x="387477" y="24384"/>
                  </a:lnTo>
                  <a:lnTo>
                    <a:pt x="407682" y="28435"/>
                  </a:lnTo>
                  <a:lnTo>
                    <a:pt x="425284" y="40779"/>
                  </a:lnTo>
                  <a:lnTo>
                    <a:pt x="437718" y="61709"/>
                  </a:lnTo>
                  <a:lnTo>
                    <a:pt x="442442" y="91528"/>
                  </a:lnTo>
                  <a:lnTo>
                    <a:pt x="442442" y="23799"/>
                  </a:lnTo>
                  <a:lnTo>
                    <a:pt x="420154" y="7289"/>
                  </a:lnTo>
                  <a:lnTo>
                    <a:pt x="387477" y="0"/>
                  </a:lnTo>
                  <a:lnTo>
                    <a:pt x="354215" y="7505"/>
                  </a:lnTo>
                  <a:lnTo>
                    <a:pt x="327101" y="28003"/>
                  </a:lnTo>
                  <a:lnTo>
                    <a:pt x="308825" y="58547"/>
                  </a:lnTo>
                  <a:lnTo>
                    <a:pt x="302133" y="96100"/>
                  </a:lnTo>
                  <a:lnTo>
                    <a:pt x="309041" y="132308"/>
                  </a:lnTo>
                  <a:lnTo>
                    <a:pt x="327660" y="161340"/>
                  </a:lnTo>
                  <a:lnTo>
                    <a:pt x="354850" y="180644"/>
                  </a:lnTo>
                  <a:lnTo>
                    <a:pt x="387477" y="187642"/>
                  </a:lnTo>
                  <a:lnTo>
                    <a:pt x="420801" y="180416"/>
                  </a:lnTo>
                  <a:lnTo>
                    <a:pt x="446570" y="161734"/>
                  </a:lnTo>
                  <a:lnTo>
                    <a:pt x="447954" y="160731"/>
                  </a:lnTo>
                  <a:lnTo>
                    <a:pt x="466229" y="131622"/>
                  </a:lnTo>
                  <a:lnTo>
                    <a:pt x="472922" y="96100"/>
                  </a:lnTo>
                  <a:close/>
                </a:path>
                <a:path w="825500" h="260984">
                  <a:moveTo>
                    <a:pt x="657517" y="6096"/>
                  </a:moveTo>
                  <a:lnTo>
                    <a:pt x="626935" y="6096"/>
                  </a:lnTo>
                  <a:lnTo>
                    <a:pt x="616191" y="35839"/>
                  </a:lnTo>
                  <a:lnTo>
                    <a:pt x="607860" y="58216"/>
                  </a:lnTo>
                  <a:lnTo>
                    <a:pt x="597979" y="85445"/>
                  </a:lnTo>
                  <a:lnTo>
                    <a:pt x="592023" y="103555"/>
                  </a:lnTo>
                  <a:lnTo>
                    <a:pt x="584644" y="125260"/>
                  </a:lnTo>
                  <a:lnTo>
                    <a:pt x="577837" y="146126"/>
                  </a:lnTo>
                  <a:lnTo>
                    <a:pt x="573595" y="161734"/>
                  </a:lnTo>
                  <a:lnTo>
                    <a:pt x="571423" y="149961"/>
                  </a:lnTo>
                  <a:lnTo>
                    <a:pt x="567690" y="136156"/>
                  </a:lnTo>
                  <a:lnTo>
                    <a:pt x="563092" y="121793"/>
                  </a:lnTo>
                  <a:lnTo>
                    <a:pt x="558355" y="108305"/>
                  </a:lnTo>
                  <a:lnTo>
                    <a:pt x="521690" y="6096"/>
                  </a:lnTo>
                  <a:lnTo>
                    <a:pt x="489686" y="6096"/>
                  </a:lnTo>
                  <a:lnTo>
                    <a:pt x="555307" y="183070"/>
                  </a:lnTo>
                  <a:lnTo>
                    <a:pt x="591883" y="183070"/>
                  </a:lnTo>
                  <a:lnTo>
                    <a:pt x="599795" y="161734"/>
                  </a:lnTo>
                  <a:lnTo>
                    <a:pt x="657517" y="6096"/>
                  </a:lnTo>
                  <a:close/>
                </a:path>
                <a:path w="825500" h="260984">
                  <a:moveTo>
                    <a:pt x="825246" y="93065"/>
                  </a:moveTo>
                  <a:lnTo>
                    <a:pt x="824788" y="79209"/>
                  </a:lnTo>
                  <a:lnTo>
                    <a:pt x="823823" y="71729"/>
                  </a:lnTo>
                  <a:lnTo>
                    <a:pt x="822769" y="63487"/>
                  </a:lnTo>
                  <a:lnTo>
                    <a:pt x="818172" y="46901"/>
                  </a:lnTo>
                  <a:lnTo>
                    <a:pt x="810006" y="30480"/>
                  </a:lnTo>
                  <a:lnTo>
                    <a:pt x="804722" y="24384"/>
                  </a:lnTo>
                  <a:lnTo>
                    <a:pt x="800862" y="19926"/>
                  </a:lnTo>
                  <a:lnTo>
                    <a:pt x="800862" y="71729"/>
                  </a:lnTo>
                  <a:lnTo>
                    <a:pt x="706272" y="71729"/>
                  </a:lnTo>
                  <a:lnTo>
                    <a:pt x="738035" y="28117"/>
                  </a:lnTo>
                  <a:lnTo>
                    <a:pt x="780288" y="32588"/>
                  </a:lnTo>
                  <a:lnTo>
                    <a:pt x="800862" y="71729"/>
                  </a:lnTo>
                  <a:lnTo>
                    <a:pt x="800862" y="19926"/>
                  </a:lnTo>
                  <a:lnTo>
                    <a:pt x="795858" y="14147"/>
                  </a:lnTo>
                  <a:lnTo>
                    <a:pt x="780288" y="4953"/>
                  </a:lnTo>
                  <a:lnTo>
                    <a:pt x="765860" y="901"/>
                  </a:lnTo>
                  <a:lnTo>
                    <a:pt x="755142" y="0"/>
                  </a:lnTo>
                  <a:lnTo>
                    <a:pt x="724065" y="7239"/>
                  </a:lnTo>
                  <a:lnTo>
                    <a:pt x="698855" y="27063"/>
                  </a:lnTo>
                  <a:lnTo>
                    <a:pt x="681964" y="56616"/>
                  </a:lnTo>
                  <a:lnTo>
                    <a:pt x="675792" y="93065"/>
                  </a:lnTo>
                  <a:lnTo>
                    <a:pt x="682472" y="130340"/>
                  </a:lnTo>
                  <a:lnTo>
                    <a:pt x="700570" y="160350"/>
                  </a:lnTo>
                  <a:lnTo>
                    <a:pt x="727278" y="180365"/>
                  </a:lnTo>
                  <a:lnTo>
                    <a:pt x="759714" y="187642"/>
                  </a:lnTo>
                  <a:lnTo>
                    <a:pt x="774192" y="186448"/>
                  </a:lnTo>
                  <a:lnTo>
                    <a:pt x="789813" y="182689"/>
                  </a:lnTo>
                  <a:lnTo>
                    <a:pt x="806005" y="176072"/>
                  </a:lnTo>
                  <a:lnTo>
                    <a:pt x="822198" y="166306"/>
                  </a:lnTo>
                  <a:lnTo>
                    <a:pt x="822198" y="164782"/>
                  </a:lnTo>
                  <a:lnTo>
                    <a:pt x="822032" y="163258"/>
                  </a:lnTo>
                  <a:lnTo>
                    <a:pt x="821944" y="162471"/>
                  </a:lnTo>
                  <a:lnTo>
                    <a:pt x="820674" y="151066"/>
                  </a:lnTo>
                  <a:lnTo>
                    <a:pt x="819150" y="141833"/>
                  </a:lnTo>
                  <a:lnTo>
                    <a:pt x="819150" y="140309"/>
                  </a:lnTo>
                  <a:lnTo>
                    <a:pt x="802170" y="152285"/>
                  </a:lnTo>
                  <a:lnTo>
                    <a:pt x="786193" y="159245"/>
                  </a:lnTo>
                  <a:lnTo>
                    <a:pt x="772210" y="162471"/>
                  </a:lnTo>
                  <a:lnTo>
                    <a:pt x="761238" y="163258"/>
                  </a:lnTo>
                  <a:lnTo>
                    <a:pt x="739279" y="158292"/>
                  </a:lnTo>
                  <a:lnTo>
                    <a:pt x="720763" y="144157"/>
                  </a:lnTo>
                  <a:lnTo>
                    <a:pt x="707999" y="122034"/>
                  </a:lnTo>
                  <a:lnTo>
                    <a:pt x="703224" y="93065"/>
                  </a:lnTo>
                  <a:lnTo>
                    <a:pt x="825246" y="93065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33484" y="518445"/>
              <a:ext cx="247078" cy="18002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3235" y="515397"/>
              <a:ext cx="149542" cy="18764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13925" y="518445"/>
              <a:ext cx="138779" cy="180022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3390900" y="471106"/>
            <a:ext cx="273050" cy="232410"/>
            <a:chOff x="3390900" y="471106"/>
            <a:chExt cx="273050" cy="232410"/>
          </a:xfrm>
        </p:grpSpPr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35775" y="515397"/>
              <a:ext cx="128111" cy="18764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0900" y="471106"/>
              <a:ext cx="122015" cy="231933"/>
            </a:xfrm>
            <a:prstGeom prst="rect">
              <a:avLst/>
            </a:prstGeom>
          </p:spPr>
        </p:pic>
      </p:grpSp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9652" y="1821560"/>
            <a:ext cx="186023" cy="17545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20082" y="1809273"/>
            <a:ext cx="305847" cy="209073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1752600" y="1809273"/>
            <a:ext cx="878840" cy="213995"/>
            <a:chOff x="1752600" y="1809273"/>
            <a:chExt cx="878840" cy="213995"/>
          </a:xfrm>
        </p:grpSpPr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07381" y="1879472"/>
              <a:ext cx="120300" cy="143446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52600" y="1809273"/>
              <a:ext cx="128990" cy="209073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54637" y="1880996"/>
              <a:ext cx="128873" cy="13735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11085" y="1809273"/>
              <a:ext cx="420195" cy="213645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2760916" y="1809273"/>
            <a:ext cx="1287780" cy="213995"/>
            <a:chOff x="2760916" y="1809273"/>
            <a:chExt cx="1287780" cy="213995"/>
          </a:xfrm>
        </p:grpSpPr>
        <p:pic>
          <p:nvPicPr>
            <p:cNvPr id="26" name="object 2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60916" y="1809273"/>
              <a:ext cx="287861" cy="213645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75146" y="1809273"/>
              <a:ext cx="419061" cy="213645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526631" y="1820036"/>
              <a:ext cx="455318" cy="202882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4022394" y="1884057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5908" y="109816"/>
                  </a:moveTo>
                  <a:lnTo>
                    <a:pt x="0" y="109816"/>
                  </a:lnTo>
                  <a:lnTo>
                    <a:pt x="0" y="134302"/>
                  </a:lnTo>
                  <a:lnTo>
                    <a:pt x="25908" y="134302"/>
                  </a:lnTo>
                  <a:lnTo>
                    <a:pt x="25908" y="109816"/>
                  </a:lnTo>
                  <a:close/>
                </a:path>
                <a:path w="26035" h="134619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4225194" y="1801653"/>
            <a:ext cx="915669" cy="224790"/>
            <a:chOff x="4225194" y="1801653"/>
            <a:chExt cx="915669" cy="224790"/>
          </a:xfrm>
        </p:grpSpPr>
        <p:pic>
          <p:nvPicPr>
            <p:cNvPr id="31" name="object 3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25194" y="1801653"/>
              <a:ext cx="137350" cy="224313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85405" y="1845945"/>
              <a:ext cx="94583" cy="17706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513516" y="1880997"/>
              <a:ext cx="74771" cy="137350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4614189" y="1819947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675251" y="1845945"/>
              <a:ext cx="358425" cy="17697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67204" y="1880901"/>
              <a:ext cx="73247" cy="137350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5270087" y="1809273"/>
            <a:ext cx="784225" cy="268605"/>
            <a:chOff x="5270087" y="1809273"/>
            <a:chExt cx="784225" cy="268605"/>
          </a:xfrm>
        </p:grpSpPr>
        <p:pic>
          <p:nvPicPr>
            <p:cNvPr id="38" name="object 3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70087" y="1880997"/>
              <a:ext cx="120491" cy="196881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427249" y="1809273"/>
              <a:ext cx="106775" cy="20907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67553" y="1879472"/>
              <a:ext cx="132683" cy="143446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733859" y="1881092"/>
              <a:ext cx="108299" cy="137255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877210" y="1879472"/>
              <a:ext cx="114395" cy="143446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6029801" y="1993963"/>
              <a:ext cx="24765" cy="62865"/>
            </a:xfrm>
            <a:custGeom>
              <a:avLst/>
              <a:gdLst/>
              <a:ahLst/>
              <a:cxnLst/>
              <a:rect l="l" t="t" r="r" b="b"/>
              <a:pathLst>
                <a:path w="24764" h="62864">
                  <a:moveTo>
                    <a:pt x="12192" y="62579"/>
                  </a:moveTo>
                  <a:lnTo>
                    <a:pt x="0" y="62579"/>
                  </a:lnTo>
                  <a:lnTo>
                    <a:pt x="7620" y="24384"/>
                  </a:lnTo>
                  <a:lnTo>
                    <a:pt x="0" y="24384"/>
                  </a:lnTo>
                  <a:lnTo>
                    <a:pt x="0" y="0"/>
                  </a:lnTo>
                  <a:lnTo>
                    <a:pt x="24384" y="0"/>
                  </a:lnTo>
                  <a:lnTo>
                    <a:pt x="24384" y="24384"/>
                  </a:lnTo>
                  <a:lnTo>
                    <a:pt x="12192" y="625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6196012" y="1809273"/>
            <a:ext cx="525145" cy="213995"/>
            <a:chOff x="6196012" y="1809273"/>
            <a:chExt cx="525145" cy="213995"/>
          </a:xfrm>
        </p:grpSpPr>
        <p:pic>
          <p:nvPicPr>
            <p:cNvPr id="45" name="object 4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196012" y="1809273"/>
              <a:ext cx="120491" cy="213645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357652" y="1879568"/>
              <a:ext cx="108299" cy="143351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492049" y="1845945"/>
              <a:ext cx="228695" cy="176974"/>
            </a:xfrm>
            <a:prstGeom prst="rect">
              <a:avLst/>
            </a:prstGeom>
          </p:spPr>
        </p:pic>
      </p:grpSp>
      <p:grpSp>
        <p:nvGrpSpPr>
          <p:cNvPr id="48" name="object 48" descr=""/>
          <p:cNvGrpSpPr/>
          <p:nvPr/>
        </p:nvGrpSpPr>
        <p:grpSpPr>
          <a:xfrm>
            <a:off x="6854952" y="1792509"/>
            <a:ext cx="518159" cy="302260"/>
            <a:chOff x="6854952" y="1792509"/>
            <a:chExt cx="518159" cy="302260"/>
          </a:xfrm>
        </p:grpSpPr>
        <p:sp>
          <p:nvSpPr>
            <p:cNvPr id="49" name="object 49" descr=""/>
            <p:cNvSpPr/>
            <p:nvPr/>
          </p:nvSpPr>
          <p:spPr>
            <a:xfrm>
              <a:off x="6854952" y="1792509"/>
              <a:ext cx="76835" cy="302260"/>
            </a:xfrm>
            <a:custGeom>
              <a:avLst/>
              <a:gdLst/>
              <a:ahLst/>
              <a:cxnLst/>
              <a:rect l="l" t="t" r="r" b="b"/>
              <a:pathLst>
                <a:path w="76834" h="302260">
                  <a:moveTo>
                    <a:pt x="76295" y="302132"/>
                  </a:moveTo>
                  <a:lnTo>
                    <a:pt x="58007" y="302132"/>
                  </a:lnTo>
                  <a:lnTo>
                    <a:pt x="43116" y="286471"/>
                  </a:lnTo>
                  <a:lnTo>
                    <a:pt x="23824" y="258067"/>
                  </a:lnTo>
                  <a:lnTo>
                    <a:pt x="7121" y="213930"/>
                  </a:lnTo>
                  <a:lnTo>
                    <a:pt x="0" y="151066"/>
                  </a:lnTo>
                  <a:lnTo>
                    <a:pt x="428" y="132334"/>
                  </a:lnTo>
                  <a:lnTo>
                    <a:pt x="6429" y="87978"/>
                  </a:lnTo>
                  <a:lnTo>
                    <a:pt x="25780" y="39902"/>
                  </a:lnTo>
                  <a:lnTo>
                    <a:pt x="49372" y="8716"/>
                  </a:lnTo>
                  <a:lnTo>
                    <a:pt x="58007" y="0"/>
                  </a:lnTo>
                  <a:lnTo>
                    <a:pt x="76295" y="0"/>
                  </a:lnTo>
                  <a:lnTo>
                    <a:pt x="67959" y="8693"/>
                  </a:lnTo>
                  <a:lnTo>
                    <a:pt x="57614" y="21538"/>
                  </a:lnTo>
                  <a:lnTo>
                    <a:pt x="36576" y="62579"/>
                  </a:lnTo>
                  <a:lnTo>
                    <a:pt x="25908" y="114252"/>
                  </a:lnTo>
                  <a:lnTo>
                    <a:pt x="24384" y="151066"/>
                  </a:lnTo>
                  <a:lnTo>
                    <a:pt x="30566" y="213930"/>
                  </a:lnTo>
                  <a:lnTo>
                    <a:pt x="45196" y="258067"/>
                  </a:lnTo>
                  <a:lnTo>
                    <a:pt x="62397" y="286471"/>
                  </a:lnTo>
                  <a:lnTo>
                    <a:pt x="76295" y="3021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958679" y="1879472"/>
              <a:ext cx="115919" cy="143446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7112507" y="1993391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5">
                  <a:moveTo>
                    <a:pt x="25908" y="25908"/>
                  </a:moveTo>
                  <a:lnTo>
                    <a:pt x="0" y="25908"/>
                  </a:lnTo>
                  <a:lnTo>
                    <a:pt x="0" y="0"/>
                  </a:lnTo>
                  <a:lnTo>
                    <a:pt x="25908" y="0"/>
                  </a:lnTo>
                  <a:lnTo>
                    <a:pt x="25908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75277" y="1880996"/>
              <a:ext cx="138779" cy="199929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7347203" y="1993391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5">
                  <a:moveTo>
                    <a:pt x="25908" y="25908"/>
                  </a:moveTo>
                  <a:lnTo>
                    <a:pt x="0" y="25908"/>
                  </a:lnTo>
                  <a:lnTo>
                    <a:pt x="0" y="0"/>
                  </a:lnTo>
                  <a:lnTo>
                    <a:pt x="25908" y="0"/>
                  </a:lnTo>
                  <a:lnTo>
                    <a:pt x="25908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/>
          <p:nvPr/>
        </p:nvSpPr>
        <p:spPr>
          <a:xfrm>
            <a:off x="7431595" y="1993963"/>
            <a:ext cx="24765" cy="62865"/>
          </a:xfrm>
          <a:custGeom>
            <a:avLst/>
            <a:gdLst/>
            <a:ahLst/>
            <a:cxnLst/>
            <a:rect l="l" t="t" r="r" b="b"/>
            <a:pathLst>
              <a:path w="24765" h="62864">
                <a:moveTo>
                  <a:pt x="12191" y="62579"/>
                </a:moveTo>
                <a:lnTo>
                  <a:pt x="0" y="62579"/>
                </a:lnTo>
                <a:lnTo>
                  <a:pt x="7619" y="24384"/>
                </a:lnTo>
                <a:lnTo>
                  <a:pt x="0" y="24384"/>
                </a:lnTo>
                <a:lnTo>
                  <a:pt x="0" y="0"/>
                </a:lnTo>
                <a:lnTo>
                  <a:pt x="24383" y="0"/>
                </a:lnTo>
                <a:lnTo>
                  <a:pt x="24383" y="24384"/>
                </a:lnTo>
                <a:lnTo>
                  <a:pt x="12191" y="625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 descr=""/>
          <p:cNvGrpSpPr/>
          <p:nvPr/>
        </p:nvGrpSpPr>
        <p:grpSpPr>
          <a:xfrm>
            <a:off x="7611522" y="1819941"/>
            <a:ext cx="297815" cy="203200"/>
            <a:chOff x="7611522" y="1819941"/>
            <a:chExt cx="297815" cy="203200"/>
          </a:xfrm>
        </p:grpSpPr>
        <p:pic>
          <p:nvPicPr>
            <p:cNvPr id="56" name="object 56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751825" y="1879472"/>
              <a:ext cx="100679" cy="143351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611522" y="1884044"/>
              <a:ext cx="106775" cy="138874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7881557" y="1819947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40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 descr=""/>
          <p:cNvGrpSpPr/>
          <p:nvPr/>
        </p:nvGrpSpPr>
        <p:grpSpPr>
          <a:xfrm>
            <a:off x="7954708" y="1880997"/>
            <a:ext cx="279400" cy="200025"/>
            <a:chOff x="7954708" y="1880997"/>
            <a:chExt cx="279400" cy="200025"/>
          </a:xfrm>
        </p:grpSpPr>
        <p:pic>
          <p:nvPicPr>
            <p:cNvPr id="60" name="object 6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954708" y="1880997"/>
              <a:ext cx="108299" cy="137350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095106" y="1880997"/>
              <a:ext cx="138779" cy="199929"/>
            </a:xfrm>
            <a:prstGeom prst="rect">
              <a:avLst/>
            </a:prstGeom>
          </p:spPr>
        </p:pic>
      </p:grpSp>
      <p:grpSp>
        <p:nvGrpSpPr>
          <p:cNvPr id="62" name="object 62" descr=""/>
          <p:cNvGrpSpPr/>
          <p:nvPr/>
        </p:nvGrpSpPr>
        <p:grpSpPr>
          <a:xfrm>
            <a:off x="1420082" y="2184431"/>
            <a:ext cx="553720" cy="213995"/>
            <a:chOff x="1420082" y="2184431"/>
            <a:chExt cx="553720" cy="213995"/>
          </a:xfrm>
        </p:grpSpPr>
        <p:sp>
          <p:nvSpPr>
            <p:cNvPr id="63" name="object 63" descr=""/>
            <p:cNvSpPr/>
            <p:nvPr/>
          </p:nvSpPr>
          <p:spPr>
            <a:xfrm>
              <a:off x="1420075" y="2184437"/>
              <a:ext cx="123825" cy="210820"/>
            </a:xfrm>
            <a:custGeom>
              <a:avLst/>
              <a:gdLst/>
              <a:ahLst/>
              <a:cxnLst/>
              <a:rect l="l" t="t" r="r" b="b"/>
              <a:pathLst>
                <a:path w="123825" h="210819">
                  <a:moveTo>
                    <a:pt x="123532" y="190500"/>
                  </a:moveTo>
                  <a:lnTo>
                    <a:pt x="27520" y="190500"/>
                  </a:lnTo>
                  <a:lnTo>
                    <a:pt x="27520" y="0"/>
                  </a:lnTo>
                  <a:lnTo>
                    <a:pt x="0" y="0"/>
                  </a:lnTo>
                  <a:lnTo>
                    <a:pt x="0" y="190500"/>
                  </a:lnTo>
                  <a:lnTo>
                    <a:pt x="0" y="210820"/>
                  </a:lnTo>
                  <a:lnTo>
                    <a:pt x="123532" y="210820"/>
                  </a:lnTo>
                  <a:lnTo>
                    <a:pt x="123532" y="19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65052" y="2254853"/>
              <a:ext cx="132683" cy="143446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726691" y="2254853"/>
              <a:ext cx="114395" cy="143446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65471" y="2254853"/>
              <a:ext cx="108299" cy="143446"/>
            </a:xfrm>
            <a:prstGeom prst="rect">
              <a:avLst/>
            </a:prstGeom>
          </p:spPr>
        </p:pic>
      </p:grpSp>
      <p:sp>
        <p:nvSpPr>
          <p:cNvPr id="67" name="object 67" descr=""/>
          <p:cNvSpPr/>
          <p:nvPr/>
        </p:nvSpPr>
        <p:spPr>
          <a:xfrm>
            <a:off x="2019300" y="2185416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19">
                <a:moveTo>
                  <a:pt x="228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59" y="0"/>
                </a:lnTo>
                <a:lnTo>
                  <a:pt x="22859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" name="object 68" descr=""/>
          <p:cNvGrpSpPr/>
          <p:nvPr/>
        </p:nvGrpSpPr>
        <p:grpSpPr>
          <a:xfrm>
            <a:off x="2095880" y="2167890"/>
            <a:ext cx="673100" cy="304165"/>
            <a:chOff x="2095880" y="2167890"/>
            <a:chExt cx="673100" cy="304165"/>
          </a:xfrm>
        </p:grpSpPr>
        <p:pic>
          <p:nvPicPr>
            <p:cNvPr id="69" name="object 6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095880" y="2184654"/>
              <a:ext cx="172307" cy="210597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301811" y="2254853"/>
              <a:ext cx="106775" cy="143446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436018" y="2222754"/>
              <a:ext cx="94583" cy="175545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550413" y="2254853"/>
              <a:ext cx="114395" cy="143446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2690717" y="2167890"/>
              <a:ext cx="78105" cy="304165"/>
            </a:xfrm>
            <a:custGeom>
              <a:avLst/>
              <a:gdLst/>
              <a:ahLst/>
              <a:cxnLst/>
              <a:rect l="l" t="t" r="r" b="b"/>
              <a:pathLst>
                <a:path w="78105" h="304164">
                  <a:moveTo>
                    <a:pt x="19811" y="303656"/>
                  </a:moveTo>
                  <a:lnTo>
                    <a:pt x="0" y="303656"/>
                  </a:lnTo>
                  <a:lnTo>
                    <a:pt x="8978" y="294069"/>
                  </a:lnTo>
                  <a:lnTo>
                    <a:pt x="19252" y="280749"/>
                  </a:lnTo>
                  <a:lnTo>
                    <a:pt x="39719" y="239553"/>
                  </a:lnTo>
                  <a:lnTo>
                    <a:pt x="51720" y="188416"/>
                  </a:lnTo>
                  <a:lnTo>
                    <a:pt x="53435" y="151066"/>
                  </a:lnTo>
                  <a:lnTo>
                    <a:pt x="47229" y="88377"/>
                  </a:lnTo>
                  <a:lnTo>
                    <a:pt x="32432" y="44600"/>
                  </a:lnTo>
                  <a:lnTo>
                    <a:pt x="14778" y="16290"/>
                  </a:lnTo>
                  <a:lnTo>
                    <a:pt x="0" y="0"/>
                  </a:lnTo>
                  <a:lnTo>
                    <a:pt x="19811" y="0"/>
                  </a:lnTo>
                  <a:lnTo>
                    <a:pt x="34662" y="15647"/>
                  </a:lnTo>
                  <a:lnTo>
                    <a:pt x="53959" y="44029"/>
                  </a:lnTo>
                  <a:lnTo>
                    <a:pt x="70684" y="88162"/>
                  </a:lnTo>
                  <a:lnTo>
                    <a:pt x="77819" y="151066"/>
                  </a:lnTo>
                  <a:lnTo>
                    <a:pt x="77152" y="169784"/>
                  </a:lnTo>
                  <a:lnTo>
                    <a:pt x="70103" y="214114"/>
                  </a:lnTo>
                  <a:lnTo>
                    <a:pt x="51396" y="262428"/>
                  </a:lnTo>
                  <a:lnTo>
                    <a:pt x="28423" y="294688"/>
                  </a:lnTo>
                  <a:lnTo>
                    <a:pt x="19811" y="303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/>
          <p:nvPr/>
        </p:nvSpPr>
        <p:spPr>
          <a:xfrm>
            <a:off x="2821971" y="2369343"/>
            <a:ext cx="24765" cy="64135"/>
          </a:xfrm>
          <a:custGeom>
            <a:avLst/>
            <a:gdLst/>
            <a:ahLst/>
            <a:cxnLst/>
            <a:rect l="l" t="t" r="r" b="b"/>
            <a:pathLst>
              <a:path w="24764" h="64135">
                <a:moveTo>
                  <a:pt x="12191" y="64103"/>
                </a:moveTo>
                <a:lnTo>
                  <a:pt x="0" y="64103"/>
                </a:lnTo>
                <a:lnTo>
                  <a:pt x="7619" y="25908"/>
                </a:lnTo>
                <a:lnTo>
                  <a:pt x="0" y="25908"/>
                </a:lnTo>
                <a:lnTo>
                  <a:pt x="0" y="0"/>
                </a:lnTo>
                <a:lnTo>
                  <a:pt x="24383" y="0"/>
                </a:lnTo>
                <a:lnTo>
                  <a:pt x="24383" y="25908"/>
                </a:lnTo>
                <a:lnTo>
                  <a:pt x="12191" y="64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5" name="object 75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2992755" y="2254853"/>
            <a:ext cx="108299" cy="143446"/>
          </a:xfrm>
          <a:prstGeom prst="rect">
            <a:avLst/>
          </a:prstGeom>
        </p:spPr>
      </p:pic>
      <p:grpSp>
        <p:nvGrpSpPr>
          <p:cNvPr id="76" name="object 76" descr=""/>
          <p:cNvGrpSpPr/>
          <p:nvPr/>
        </p:nvGrpSpPr>
        <p:grpSpPr>
          <a:xfrm>
            <a:off x="3146774" y="2184654"/>
            <a:ext cx="262890" cy="213995"/>
            <a:chOff x="3146774" y="2184654"/>
            <a:chExt cx="262890" cy="213995"/>
          </a:xfrm>
        </p:grpSpPr>
        <p:pic>
          <p:nvPicPr>
            <p:cNvPr id="77" name="object 77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288696" y="2184654"/>
              <a:ext cx="120491" cy="213645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146774" y="2257901"/>
              <a:ext cx="106775" cy="137350"/>
            </a:xfrm>
            <a:prstGeom prst="rect">
              <a:avLst/>
            </a:prstGeom>
          </p:spPr>
        </p:pic>
      </p:grpSp>
      <p:grpSp>
        <p:nvGrpSpPr>
          <p:cNvPr id="79" name="object 79" descr=""/>
          <p:cNvGrpSpPr/>
          <p:nvPr/>
        </p:nvGrpSpPr>
        <p:grpSpPr>
          <a:xfrm>
            <a:off x="3560159" y="2222849"/>
            <a:ext cx="640715" cy="230504"/>
            <a:chOff x="3560159" y="2222849"/>
            <a:chExt cx="640715" cy="230504"/>
          </a:xfrm>
        </p:grpSpPr>
        <p:pic>
          <p:nvPicPr>
            <p:cNvPr id="80" name="object 80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560159" y="2257901"/>
              <a:ext cx="120491" cy="195262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709701" y="2222849"/>
              <a:ext cx="358425" cy="175450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092511" y="2254853"/>
              <a:ext cx="108299" cy="143446"/>
            </a:xfrm>
            <a:prstGeom prst="rect">
              <a:avLst/>
            </a:prstGeom>
          </p:spPr>
        </p:pic>
      </p:grpSp>
      <p:sp>
        <p:nvSpPr>
          <p:cNvPr id="83" name="object 83" descr=""/>
          <p:cNvSpPr/>
          <p:nvPr/>
        </p:nvSpPr>
        <p:spPr>
          <a:xfrm>
            <a:off x="4247388" y="2185416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19">
                <a:moveTo>
                  <a:pt x="228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59" y="0"/>
                </a:lnTo>
                <a:lnTo>
                  <a:pt x="22859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4" name="object 84" descr=""/>
          <p:cNvGrpSpPr/>
          <p:nvPr/>
        </p:nvGrpSpPr>
        <p:grpSpPr>
          <a:xfrm>
            <a:off x="4405217" y="2184654"/>
            <a:ext cx="564515" cy="213995"/>
            <a:chOff x="4405217" y="2184654"/>
            <a:chExt cx="564515" cy="213995"/>
          </a:xfrm>
        </p:grpSpPr>
        <p:pic>
          <p:nvPicPr>
            <p:cNvPr id="85" name="object 85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405217" y="2254853"/>
              <a:ext cx="265461" cy="143541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699634" y="2184654"/>
              <a:ext cx="120491" cy="213645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855178" y="2254853"/>
              <a:ext cx="114395" cy="143446"/>
            </a:xfrm>
            <a:prstGeom prst="rect">
              <a:avLst/>
            </a:prstGeom>
          </p:spPr>
        </p:pic>
      </p:grpSp>
      <p:grpSp>
        <p:nvGrpSpPr>
          <p:cNvPr id="88" name="object 88" descr=""/>
          <p:cNvGrpSpPr/>
          <p:nvPr/>
        </p:nvGrpSpPr>
        <p:grpSpPr>
          <a:xfrm>
            <a:off x="5084064" y="2254853"/>
            <a:ext cx="259715" cy="143510"/>
            <a:chOff x="5084064" y="2254853"/>
            <a:chExt cx="259715" cy="143510"/>
          </a:xfrm>
        </p:grpSpPr>
        <p:pic>
          <p:nvPicPr>
            <p:cNvPr id="89" name="object 89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084064" y="2260949"/>
              <a:ext cx="131159" cy="134302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236558" y="2254853"/>
              <a:ext cx="106775" cy="143446"/>
            </a:xfrm>
            <a:prstGeom prst="rect">
              <a:avLst/>
            </a:prstGeom>
          </p:spPr>
        </p:pic>
      </p:grpSp>
      <p:sp>
        <p:nvSpPr>
          <p:cNvPr id="91" name="object 91" descr=""/>
          <p:cNvSpPr/>
          <p:nvPr/>
        </p:nvSpPr>
        <p:spPr>
          <a:xfrm>
            <a:off x="5388864" y="2185416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19">
                <a:moveTo>
                  <a:pt x="228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59" y="0"/>
                </a:lnTo>
                <a:lnTo>
                  <a:pt x="22859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2" name="object 92" descr=""/>
          <p:cNvGrpSpPr/>
          <p:nvPr/>
        </p:nvGrpSpPr>
        <p:grpSpPr>
          <a:xfrm>
            <a:off x="5459253" y="2184654"/>
            <a:ext cx="816610" cy="213995"/>
            <a:chOff x="5459253" y="2184654"/>
            <a:chExt cx="816610" cy="213995"/>
          </a:xfrm>
        </p:grpSpPr>
        <p:sp>
          <p:nvSpPr>
            <p:cNvPr id="93" name="object 93" descr=""/>
            <p:cNvSpPr/>
            <p:nvPr/>
          </p:nvSpPr>
          <p:spPr>
            <a:xfrm>
              <a:off x="5459247" y="2196858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419"/>
                  </a:lnTo>
                  <a:lnTo>
                    <a:pt x="27432" y="27419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520309" y="2184654"/>
              <a:ext cx="120491" cy="213645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681948" y="2254853"/>
              <a:ext cx="106775" cy="143446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816155" y="2222849"/>
              <a:ext cx="94583" cy="175545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5942825" y="2196858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000749" y="2254853"/>
              <a:ext cx="132683" cy="143446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168580" y="2257901"/>
              <a:ext cx="106775" cy="137350"/>
            </a:xfrm>
            <a:prstGeom prst="rect">
              <a:avLst/>
            </a:prstGeom>
          </p:spPr>
        </p:pic>
      </p:grpSp>
      <p:pic>
        <p:nvPicPr>
          <p:cNvPr id="100" name="object 100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029652" y="2656141"/>
            <a:ext cx="186023" cy="175450"/>
          </a:xfrm>
          <a:prstGeom prst="rect">
            <a:avLst/>
          </a:prstGeom>
        </p:spPr>
      </p:pic>
      <p:grpSp>
        <p:nvGrpSpPr>
          <p:cNvPr id="101" name="object 101" descr=""/>
          <p:cNvGrpSpPr/>
          <p:nvPr/>
        </p:nvGrpSpPr>
        <p:grpSpPr>
          <a:xfrm>
            <a:off x="1421606" y="2643854"/>
            <a:ext cx="586740" cy="213995"/>
            <a:chOff x="1421606" y="2643854"/>
            <a:chExt cx="586740" cy="213995"/>
          </a:xfrm>
        </p:grpSpPr>
        <p:pic>
          <p:nvPicPr>
            <p:cNvPr id="102" name="object 102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21606" y="2643854"/>
              <a:ext cx="331470" cy="213740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786223" y="2680525"/>
              <a:ext cx="221645" cy="177069"/>
            </a:xfrm>
            <a:prstGeom prst="rect">
              <a:avLst/>
            </a:prstGeom>
          </p:spPr>
        </p:pic>
      </p:grpSp>
      <p:grpSp>
        <p:nvGrpSpPr>
          <p:cNvPr id="104" name="object 104" descr=""/>
          <p:cNvGrpSpPr/>
          <p:nvPr/>
        </p:nvGrpSpPr>
        <p:grpSpPr>
          <a:xfrm>
            <a:off x="2140076" y="2643949"/>
            <a:ext cx="1438910" cy="213995"/>
            <a:chOff x="2140076" y="2643949"/>
            <a:chExt cx="1438910" cy="213995"/>
          </a:xfrm>
        </p:grpSpPr>
        <p:sp>
          <p:nvSpPr>
            <p:cNvPr id="105" name="object 105" descr=""/>
            <p:cNvSpPr/>
            <p:nvPr/>
          </p:nvSpPr>
          <p:spPr>
            <a:xfrm>
              <a:off x="2140064" y="2643949"/>
              <a:ext cx="1094740" cy="213995"/>
            </a:xfrm>
            <a:custGeom>
              <a:avLst/>
              <a:gdLst/>
              <a:ahLst/>
              <a:cxnLst/>
              <a:rect l="l" t="t" r="r" b="b"/>
              <a:pathLst>
                <a:path w="1094739" h="213994">
                  <a:moveTo>
                    <a:pt x="178498" y="61061"/>
                  </a:moveTo>
                  <a:lnTo>
                    <a:pt x="178460" y="37985"/>
                  </a:lnTo>
                  <a:lnTo>
                    <a:pt x="167830" y="18491"/>
                  </a:lnTo>
                  <a:lnTo>
                    <a:pt x="165290" y="16764"/>
                  </a:lnTo>
                  <a:lnTo>
                    <a:pt x="154444" y="9398"/>
                  </a:lnTo>
                  <a:lnTo>
                    <a:pt x="154444" y="43167"/>
                  </a:lnTo>
                  <a:lnTo>
                    <a:pt x="154025" y="61061"/>
                  </a:lnTo>
                  <a:lnTo>
                    <a:pt x="147256" y="78257"/>
                  </a:lnTo>
                  <a:lnTo>
                    <a:pt x="134213" y="92303"/>
                  </a:lnTo>
                  <a:lnTo>
                    <a:pt x="115443" y="101777"/>
                  </a:lnTo>
                  <a:lnTo>
                    <a:pt x="91541" y="105257"/>
                  </a:lnTo>
                  <a:lnTo>
                    <a:pt x="48768" y="105257"/>
                  </a:lnTo>
                  <a:lnTo>
                    <a:pt x="67157" y="16764"/>
                  </a:lnTo>
                  <a:lnTo>
                    <a:pt x="109829" y="16764"/>
                  </a:lnTo>
                  <a:lnTo>
                    <a:pt x="131749" y="20027"/>
                  </a:lnTo>
                  <a:lnTo>
                    <a:pt x="146824" y="29159"/>
                  </a:lnTo>
                  <a:lnTo>
                    <a:pt x="154444" y="43167"/>
                  </a:lnTo>
                  <a:lnTo>
                    <a:pt x="154444" y="9398"/>
                  </a:lnTo>
                  <a:lnTo>
                    <a:pt x="148031" y="5029"/>
                  </a:lnTo>
                  <a:lnTo>
                    <a:pt x="120497" y="0"/>
                  </a:lnTo>
                  <a:lnTo>
                    <a:pt x="44196" y="0"/>
                  </a:lnTo>
                  <a:lnTo>
                    <a:pt x="0" y="210604"/>
                  </a:lnTo>
                  <a:lnTo>
                    <a:pt x="27432" y="210604"/>
                  </a:lnTo>
                  <a:lnTo>
                    <a:pt x="45720" y="122021"/>
                  </a:lnTo>
                  <a:lnTo>
                    <a:pt x="96113" y="122021"/>
                  </a:lnTo>
                  <a:lnTo>
                    <a:pt x="124206" y="117208"/>
                  </a:lnTo>
                  <a:lnTo>
                    <a:pt x="147116" y="105257"/>
                  </a:lnTo>
                  <a:lnTo>
                    <a:pt x="149313" y="104114"/>
                  </a:lnTo>
                  <a:lnTo>
                    <a:pt x="168414" y="84734"/>
                  </a:lnTo>
                  <a:lnTo>
                    <a:pt x="178498" y="61061"/>
                  </a:lnTo>
                  <a:close/>
                </a:path>
                <a:path w="1094739" h="213994">
                  <a:moveTo>
                    <a:pt x="298615" y="121691"/>
                  </a:moveTo>
                  <a:lnTo>
                    <a:pt x="298094" y="107365"/>
                  </a:lnTo>
                  <a:lnTo>
                    <a:pt x="294424" y="93065"/>
                  </a:lnTo>
                  <a:lnTo>
                    <a:pt x="291325" y="88493"/>
                  </a:lnTo>
                  <a:lnTo>
                    <a:pt x="286346" y="81140"/>
                  </a:lnTo>
                  <a:lnTo>
                    <a:pt x="282232" y="78193"/>
                  </a:lnTo>
                  <a:lnTo>
                    <a:pt x="282232" y="126695"/>
                  </a:lnTo>
                  <a:lnTo>
                    <a:pt x="207454" y="126695"/>
                  </a:lnTo>
                  <a:lnTo>
                    <a:pt x="216103" y="111036"/>
                  </a:lnTo>
                  <a:lnTo>
                    <a:pt x="227457" y="98983"/>
                  </a:lnTo>
                  <a:lnTo>
                    <a:pt x="240347" y="91173"/>
                  </a:lnTo>
                  <a:lnTo>
                    <a:pt x="240538" y="91173"/>
                  </a:lnTo>
                  <a:lnTo>
                    <a:pt x="253174" y="88493"/>
                  </a:lnTo>
                  <a:lnTo>
                    <a:pt x="264401" y="90589"/>
                  </a:lnTo>
                  <a:lnTo>
                    <a:pt x="274027" y="97269"/>
                  </a:lnTo>
                  <a:lnTo>
                    <a:pt x="280492" y="109105"/>
                  </a:lnTo>
                  <a:lnTo>
                    <a:pt x="282232" y="126695"/>
                  </a:lnTo>
                  <a:lnTo>
                    <a:pt x="282232" y="78193"/>
                  </a:lnTo>
                  <a:lnTo>
                    <a:pt x="276694" y="74206"/>
                  </a:lnTo>
                  <a:lnTo>
                    <a:pt x="266738" y="70993"/>
                  </a:lnTo>
                  <a:lnTo>
                    <a:pt x="257746" y="70205"/>
                  </a:lnTo>
                  <a:lnTo>
                    <a:pt x="232130" y="75831"/>
                  </a:lnTo>
                  <a:lnTo>
                    <a:pt x="209359" y="91173"/>
                  </a:lnTo>
                  <a:lnTo>
                    <a:pt x="191744" y="113969"/>
                  </a:lnTo>
                  <a:lnTo>
                    <a:pt x="181546" y="141935"/>
                  </a:lnTo>
                  <a:lnTo>
                    <a:pt x="181495" y="143459"/>
                  </a:lnTo>
                  <a:lnTo>
                    <a:pt x="180403" y="169849"/>
                  </a:lnTo>
                  <a:lnTo>
                    <a:pt x="189534" y="192608"/>
                  </a:lnTo>
                  <a:lnTo>
                    <a:pt x="192024" y="194792"/>
                  </a:lnTo>
                  <a:lnTo>
                    <a:pt x="207264" y="208013"/>
                  </a:lnTo>
                  <a:lnTo>
                    <a:pt x="231838" y="213652"/>
                  </a:lnTo>
                  <a:lnTo>
                    <a:pt x="245503" y="212344"/>
                  </a:lnTo>
                  <a:lnTo>
                    <a:pt x="258749" y="208876"/>
                  </a:lnTo>
                  <a:lnTo>
                    <a:pt x="271145" y="203962"/>
                  </a:lnTo>
                  <a:lnTo>
                    <a:pt x="282232" y="198323"/>
                  </a:lnTo>
                  <a:lnTo>
                    <a:pt x="282702" y="195275"/>
                  </a:lnTo>
                  <a:lnTo>
                    <a:pt x="282778" y="194792"/>
                  </a:lnTo>
                  <a:lnTo>
                    <a:pt x="285280" y="178511"/>
                  </a:lnTo>
                  <a:lnTo>
                    <a:pt x="268795" y="187553"/>
                  </a:lnTo>
                  <a:lnTo>
                    <a:pt x="254330" y="192608"/>
                  </a:lnTo>
                  <a:lnTo>
                    <a:pt x="242747" y="194792"/>
                  </a:lnTo>
                  <a:lnTo>
                    <a:pt x="234886" y="195275"/>
                  </a:lnTo>
                  <a:lnTo>
                    <a:pt x="219367" y="191465"/>
                  </a:lnTo>
                  <a:lnTo>
                    <a:pt x="207835" y="180797"/>
                  </a:lnTo>
                  <a:lnTo>
                    <a:pt x="201460" y="164414"/>
                  </a:lnTo>
                  <a:lnTo>
                    <a:pt x="201358" y="143459"/>
                  </a:lnTo>
                  <a:lnTo>
                    <a:pt x="295948" y="143459"/>
                  </a:lnTo>
                  <a:lnTo>
                    <a:pt x="297421" y="134289"/>
                  </a:lnTo>
                  <a:lnTo>
                    <a:pt x="298145" y="126695"/>
                  </a:lnTo>
                  <a:lnTo>
                    <a:pt x="298615" y="121691"/>
                  </a:lnTo>
                  <a:close/>
                </a:path>
                <a:path w="1094739" h="213994">
                  <a:moveTo>
                    <a:pt x="419481" y="71729"/>
                  </a:moveTo>
                  <a:lnTo>
                    <a:pt x="400329" y="74993"/>
                  </a:lnTo>
                  <a:lnTo>
                    <a:pt x="384009" y="81826"/>
                  </a:lnTo>
                  <a:lnTo>
                    <a:pt x="370547" y="91236"/>
                  </a:lnTo>
                  <a:lnTo>
                    <a:pt x="359956" y="102209"/>
                  </a:lnTo>
                  <a:lnTo>
                    <a:pt x="366052" y="73253"/>
                  </a:lnTo>
                  <a:lnTo>
                    <a:pt x="344716" y="73253"/>
                  </a:lnTo>
                  <a:lnTo>
                    <a:pt x="315760" y="210604"/>
                  </a:lnTo>
                  <a:lnTo>
                    <a:pt x="338620" y="210604"/>
                  </a:lnTo>
                  <a:lnTo>
                    <a:pt x="350812" y="144983"/>
                  </a:lnTo>
                  <a:lnTo>
                    <a:pt x="359752" y="123964"/>
                  </a:lnTo>
                  <a:lnTo>
                    <a:pt x="374294" y="107556"/>
                  </a:lnTo>
                  <a:lnTo>
                    <a:pt x="393115" y="96875"/>
                  </a:lnTo>
                  <a:lnTo>
                    <a:pt x="414909" y="93065"/>
                  </a:lnTo>
                  <a:lnTo>
                    <a:pt x="419481" y="71729"/>
                  </a:lnTo>
                  <a:close/>
                </a:path>
                <a:path w="1094739" h="213994">
                  <a:moveTo>
                    <a:pt x="524738" y="80873"/>
                  </a:moveTo>
                  <a:lnTo>
                    <a:pt x="514667" y="75996"/>
                  </a:lnTo>
                  <a:lnTo>
                    <a:pt x="504736" y="72682"/>
                  </a:lnTo>
                  <a:lnTo>
                    <a:pt x="494525" y="70802"/>
                  </a:lnTo>
                  <a:lnTo>
                    <a:pt x="483590" y="70205"/>
                  </a:lnTo>
                  <a:lnTo>
                    <a:pt x="472325" y="70827"/>
                  </a:lnTo>
                  <a:lnTo>
                    <a:pt x="454355" y="75158"/>
                  </a:lnTo>
                  <a:lnTo>
                    <a:pt x="436130" y="86918"/>
                  </a:lnTo>
                  <a:lnTo>
                    <a:pt x="424053" y="109829"/>
                  </a:lnTo>
                  <a:lnTo>
                    <a:pt x="423583" y="120180"/>
                  </a:lnTo>
                  <a:lnTo>
                    <a:pt x="425958" y="128549"/>
                  </a:lnTo>
                  <a:lnTo>
                    <a:pt x="465201" y="151066"/>
                  </a:lnTo>
                  <a:lnTo>
                    <a:pt x="473964" y="153568"/>
                  </a:lnTo>
                  <a:lnTo>
                    <a:pt x="482587" y="157353"/>
                  </a:lnTo>
                  <a:lnTo>
                    <a:pt x="488645" y="163715"/>
                  </a:lnTo>
                  <a:lnTo>
                    <a:pt x="489686" y="173926"/>
                  </a:lnTo>
                  <a:lnTo>
                    <a:pt x="483146" y="185381"/>
                  </a:lnTo>
                  <a:lnTo>
                    <a:pt x="472871" y="191262"/>
                  </a:lnTo>
                  <a:lnTo>
                    <a:pt x="462597" y="193433"/>
                  </a:lnTo>
                  <a:lnTo>
                    <a:pt x="456057" y="193738"/>
                  </a:lnTo>
                  <a:lnTo>
                    <a:pt x="439508" y="192024"/>
                  </a:lnTo>
                  <a:lnTo>
                    <a:pt x="426529" y="188023"/>
                  </a:lnTo>
                  <a:lnTo>
                    <a:pt x="417271" y="183451"/>
                  </a:lnTo>
                  <a:lnTo>
                    <a:pt x="411861" y="180022"/>
                  </a:lnTo>
                  <a:lnTo>
                    <a:pt x="404241" y="199834"/>
                  </a:lnTo>
                  <a:lnTo>
                    <a:pt x="412076" y="203962"/>
                  </a:lnTo>
                  <a:lnTo>
                    <a:pt x="422338" y="208495"/>
                  </a:lnTo>
                  <a:lnTo>
                    <a:pt x="435749" y="212153"/>
                  </a:lnTo>
                  <a:lnTo>
                    <a:pt x="453009" y="213652"/>
                  </a:lnTo>
                  <a:lnTo>
                    <a:pt x="458520" y="213512"/>
                  </a:lnTo>
                  <a:lnTo>
                    <a:pt x="497090" y="197929"/>
                  </a:lnTo>
                  <a:lnTo>
                    <a:pt x="511352" y="159740"/>
                  </a:lnTo>
                  <a:lnTo>
                    <a:pt x="509117" y="151447"/>
                  </a:lnTo>
                  <a:lnTo>
                    <a:pt x="472821" y="128206"/>
                  </a:lnTo>
                  <a:lnTo>
                    <a:pt x="461924" y="125679"/>
                  </a:lnTo>
                  <a:lnTo>
                    <a:pt x="453009" y="122034"/>
                  </a:lnTo>
                  <a:lnTo>
                    <a:pt x="447535" y="116116"/>
                  </a:lnTo>
                  <a:lnTo>
                    <a:pt x="446913" y="106781"/>
                  </a:lnTo>
                  <a:lnTo>
                    <a:pt x="452945" y="96202"/>
                  </a:lnTo>
                  <a:lnTo>
                    <a:pt x="461962" y="90779"/>
                  </a:lnTo>
                  <a:lnTo>
                    <a:pt x="470712" y="88773"/>
                  </a:lnTo>
                  <a:lnTo>
                    <a:pt x="475869" y="88493"/>
                  </a:lnTo>
                  <a:lnTo>
                    <a:pt x="484720" y="88900"/>
                  </a:lnTo>
                  <a:lnTo>
                    <a:pt x="494817" y="90589"/>
                  </a:lnTo>
                  <a:lnTo>
                    <a:pt x="505752" y="94284"/>
                  </a:lnTo>
                  <a:lnTo>
                    <a:pt x="517118" y="100685"/>
                  </a:lnTo>
                  <a:lnTo>
                    <a:pt x="524738" y="80873"/>
                  </a:lnTo>
                  <a:close/>
                </a:path>
                <a:path w="1094739" h="213994">
                  <a:moveTo>
                    <a:pt x="585698" y="76301"/>
                  </a:moveTo>
                  <a:lnTo>
                    <a:pt x="562838" y="76301"/>
                  </a:lnTo>
                  <a:lnTo>
                    <a:pt x="533882" y="210604"/>
                  </a:lnTo>
                  <a:lnTo>
                    <a:pt x="556742" y="210604"/>
                  </a:lnTo>
                  <a:lnTo>
                    <a:pt x="585698" y="76301"/>
                  </a:lnTo>
                  <a:close/>
                </a:path>
                <a:path w="1094739" h="213994">
                  <a:moveTo>
                    <a:pt x="601040" y="12204"/>
                  </a:moveTo>
                  <a:lnTo>
                    <a:pt x="575030" y="12204"/>
                  </a:lnTo>
                  <a:lnTo>
                    <a:pt x="568934" y="38112"/>
                  </a:lnTo>
                  <a:lnTo>
                    <a:pt x="594944" y="38112"/>
                  </a:lnTo>
                  <a:lnTo>
                    <a:pt x="601040" y="12204"/>
                  </a:lnTo>
                  <a:close/>
                </a:path>
                <a:path w="1094739" h="213994">
                  <a:moveTo>
                    <a:pt x="712381" y="80873"/>
                  </a:moveTo>
                  <a:lnTo>
                    <a:pt x="702297" y="75996"/>
                  </a:lnTo>
                  <a:lnTo>
                    <a:pt x="692327" y="72682"/>
                  </a:lnTo>
                  <a:lnTo>
                    <a:pt x="682078" y="70802"/>
                  </a:lnTo>
                  <a:lnTo>
                    <a:pt x="671131" y="70205"/>
                  </a:lnTo>
                  <a:lnTo>
                    <a:pt x="659942" y="70827"/>
                  </a:lnTo>
                  <a:lnTo>
                    <a:pt x="642175" y="75158"/>
                  </a:lnTo>
                  <a:lnTo>
                    <a:pt x="624420" y="86918"/>
                  </a:lnTo>
                  <a:lnTo>
                    <a:pt x="613219" y="109829"/>
                  </a:lnTo>
                  <a:lnTo>
                    <a:pt x="612508" y="120180"/>
                  </a:lnTo>
                  <a:lnTo>
                    <a:pt x="614362" y="128549"/>
                  </a:lnTo>
                  <a:lnTo>
                    <a:pt x="652843" y="151066"/>
                  </a:lnTo>
                  <a:lnTo>
                    <a:pt x="661593" y="153568"/>
                  </a:lnTo>
                  <a:lnTo>
                    <a:pt x="670179" y="157353"/>
                  </a:lnTo>
                  <a:lnTo>
                    <a:pt x="676211" y="163715"/>
                  </a:lnTo>
                  <a:lnTo>
                    <a:pt x="677227" y="173926"/>
                  </a:lnTo>
                  <a:lnTo>
                    <a:pt x="670712" y="185381"/>
                  </a:lnTo>
                  <a:lnTo>
                    <a:pt x="660463" y="191262"/>
                  </a:lnTo>
                  <a:lnTo>
                    <a:pt x="650227" y="193433"/>
                  </a:lnTo>
                  <a:lnTo>
                    <a:pt x="643699" y="193738"/>
                  </a:lnTo>
                  <a:lnTo>
                    <a:pt x="627367" y="192024"/>
                  </a:lnTo>
                  <a:lnTo>
                    <a:pt x="614743" y="188023"/>
                  </a:lnTo>
                  <a:lnTo>
                    <a:pt x="605561" y="183451"/>
                  </a:lnTo>
                  <a:lnTo>
                    <a:pt x="599503" y="180022"/>
                  </a:lnTo>
                  <a:lnTo>
                    <a:pt x="591883" y="199834"/>
                  </a:lnTo>
                  <a:lnTo>
                    <a:pt x="599935" y="203962"/>
                  </a:lnTo>
                  <a:lnTo>
                    <a:pt x="610552" y="208495"/>
                  </a:lnTo>
                  <a:lnTo>
                    <a:pt x="624039" y="212153"/>
                  </a:lnTo>
                  <a:lnTo>
                    <a:pt x="640651" y="213652"/>
                  </a:lnTo>
                  <a:lnTo>
                    <a:pt x="646163" y="213512"/>
                  </a:lnTo>
                  <a:lnTo>
                    <a:pt x="684657" y="197929"/>
                  </a:lnTo>
                  <a:lnTo>
                    <a:pt x="698982" y="159740"/>
                  </a:lnTo>
                  <a:lnTo>
                    <a:pt x="696709" y="151447"/>
                  </a:lnTo>
                  <a:lnTo>
                    <a:pt x="649566" y="125679"/>
                  </a:lnTo>
                  <a:lnTo>
                    <a:pt x="640651" y="122034"/>
                  </a:lnTo>
                  <a:lnTo>
                    <a:pt x="635177" y="116116"/>
                  </a:lnTo>
                  <a:lnTo>
                    <a:pt x="634555" y="106781"/>
                  </a:lnTo>
                  <a:lnTo>
                    <a:pt x="640613" y="96202"/>
                  </a:lnTo>
                  <a:lnTo>
                    <a:pt x="649795" y="90779"/>
                  </a:lnTo>
                  <a:lnTo>
                    <a:pt x="658990" y="88773"/>
                  </a:lnTo>
                  <a:lnTo>
                    <a:pt x="665035" y="88493"/>
                  </a:lnTo>
                  <a:lnTo>
                    <a:pt x="672947" y="88900"/>
                  </a:lnTo>
                  <a:lnTo>
                    <a:pt x="682574" y="90589"/>
                  </a:lnTo>
                  <a:lnTo>
                    <a:pt x="693369" y="94284"/>
                  </a:lnTo>
                  <a:lnTo>
                    <a:pt x="704761" y="100685"/>
                  </a:lnTo>
                  <a:lnTo>
                    <a:pt x="712381" y="80873"/>
                  </a:lnTo>
                  <a:close/>
                </a:path>
                <a:path w="1094739" h="213994">
                  <a:moveTo>
                    <a:pt x="822198" y="76301"/>
                  </a:moveTo>
                  <a:lnTo>
                    <a:pt x="779437" y="76301"/>
                  </a:lnTo>
                  <a:lnTo>
                    <a:pt x="787057" y="36588"/>
                  </a:lnTo>
                  <a:lnTo>
                    <a:pt x="765721" y="36588"/>
                  </a:lnTo>
                  <a:lnTo>
                    <a:pt x="758101" y="76301"/>
                  </a:lnTo>
                  <a:lnTo>
                    <a:pt x="732193" y="76301"/>
                  </a:lnTo>
                  <a:lnTo>
                    <a:pt x="727621" y="93065"/>
                  </a:lnTo>
                  <a:lnTo>
                    <a:pt x="753529" y="93065"/>
                  </a:lnTo>
                  <a:lnTo>
                    <a:pt x="736765" y="173939"/>
                  </a:lnTo>
                  <a:lnTo>
                    <a:pt x="734453" y="187858"/>
                  </a:lnTo>
                  <a:lnTo>
                    <a:pt x="735431" y="200647"/>
                  </a:lnTo>
                  <a:lnTo>
                    <a:pt x="741260" y="210019"/>
                  </a:lnTo>
                  <a:lnTo>
                    <a:pt x="753529" y="213652"/>
                  </a:lnTo>
                  <a:lnTo>
                    <a:pt x="768604" y="212394"/>
                  </a:lnTo>
                  <a:lnTo>
                    <a:pt x="781532" y="209257"/>
                  </a:lnTo>
                  <a:lnTo>
                    <a:pt x="791895" y="205257"/>
                  </a:lnTo>
                  <a:lnTo>
                    <a:pt x="799249" y="201371"/>
                  </a:lnTo>
                  <a:lnTo>
                    <a:pt x="799249" y="184607"/>
                  </a:lnTo>
                  <a:lnTo>
                    <a:pt x="792124" y="188607"/>
                  </a:lnTo>
                  <a:lnTo>
                    <a:pt x="784580" y="191465"/>
                  </a:lnTo>
                  <a:lnTo>
                    <a:pt x="776744" y="193179"/>
                  </a:lnTo>
                  <a:lnTo>
                    <a:pt x="768769" y="193751"/>
                  </a:lnTo>
                  <a:lnTo>
                    <a:pt x="762406" y="192074"/>
                  </a:lnTo>
                  <a:lnTo>
                    <a:pt x="759053" y="187274"/>
                  </a:lnTo>
                  <a:lnTo>
                    <a:pt x="758266" y="179603"/>
                  </a:lnTo>
                  <a:lnTo>
                    <a:pt x="759625" y="169367"/>
                  </a:lnTo>
                  <a:lnTo>
                    <a:pt x="774865" y="93065"/>
                  </a:lnTo>
                  <a:lnTo>
                    <a:pt x="817626" y="93065"/>
                  </a:lnTo>
                  <a:lnTo>
                    <a:pt x="822198" y="76301"/>
                  </a:lnTo>
                  <a:close/>
                </a:path>
                <a:path w="1094739" h="213994">
                  <a:moveTo>
                    <a:pt x="949553" y="121691"/>
                  </a:moveTo>
                  <a:lnTo>
                    <a:pt x="936790" y="81140"/>
                  </a:lnTo>
                  <a:lnTo>
                    <a:pt x="932027" y="77749"/>
                  </a:lnTo>
                  <a:lnTo>
                    <a:pt x="932027" y="126695"/>
                  </a:lnTo>
                  <a:lnTo>
                    <a:pt x="857262" y="126695"/>
                  </a:lnTo>
                  <a:lnTo>
                    <a:pt x="866571" y="111036"/>
                  </a:lnTo>
                  <a:lnTo>
                    <a:pt x="878027" y="98983"/>
                  </a:lnTo>
                  <a:lnTo>
                    <a:pt x="891006" y="91173"/>
                  </a:lnTo>
                  <a:lnTo>
                    <a:pt x="891209" y="91173"/>
                  </a:lnTo>
                  <a:lnTo>
                    <a:pt x="904506" y="88493"/>
                  </a:lnTo>
                  <a:lnTo>
                    <a:pt x="932027" y="126695"/>
                  </a:lnTo>
                  <a:lnTo>
                    <a:pt x="932027" y="77749"/>
                  </a:lnTo>
                  <a:lnTo>
                    <a:pt x="927061" y="74206"/>
                  </a:lnTo>
                  <a:lnTo>
                    <a:pt x="916749" y="70993"/>
                  </a:lnTo>
                  <a:lnTo>
                    <a:pt x="907554" y="70205"/>
                  </a:lnTo>
                  <a:lnTo>
                    <a:pt x="882789" y="75831"/>
                  </a:lnTo>
                  <a:lnTo>
                    <a:pt x="842403" y="113969"/>
                  </a:lnTo>
                  <a:lnTo>
                    <a:pt x="830846" y="169849"/>
                  </a:lnTo>
                  <a:lnTo>
                    <a:pt x="839901" y="192608"/>
                  </a:lnTo>
                  <a:lnTo>
                    <a:pt x="842340" y="194792"/>
                  </a:lnTo>
                  <a:lnTo>
                    <a:pt x="857275" y="208013"/>
                  </a:lnTo>
                  <a:lnTo>
                    <a:pt x="881646" y="213652"/>
                  </a:lnTo>
                  <a:lnTo>
                    <a:pt x="896175" y="212344"/>
                  </a:lnTo>
                  <a:lnTo>
                    <a:pt x="909878" y="208876"/>
                  </a:lnTo>
                  <a:lnTo>
                    <a:pt x="922439" y="203962"/>
                  </a:lnTo>
                  <a:lnTo>
                    <a:pt x="933551" y="198323"/>
                  </a:lnTo>
                  <a:lnTo>
                    <a:pt x="934021" y="195275"/>
                  </a:lnTo>
                  <a:lnTo>
                    <a:pt x="934097" y="194792"/>
                  </a:lnTo>
                  <a:lnTo>
                    <a:pt x="936599" y="178511"/>
                  </a:lnTo>
                  <a:lnTo>
                    <a:pt x="920153" y="187553"/>
                  </a:lnTo>
                  <a:lnTo>
                    <a:pt x="905687" y="192608"/>
                  </a:lnTo>
                  <a:lnTo>
                    <a:pt x="894080" y="194792"/>
                  </a:lnTo>
                  <a:lnTo>
                    <a:pt x="886218" y="195275"/>
                  </a:lnTo>
                  <a:lnTo>
                    <a:pt x="870038" y="191465"/>
                  </a:lnTo>
                  <a:lnTo>
                    <a:pt x="858596" y="180797"/>
                  </a:lnTo>
                  <a:lnTo>
                    <a:pt x="852563" y="164414"/>
                  </a:lnTo>
                  <a:lnTo>
                    <a:pt x="852690" y="143459"/>
                  </a:lnTo>
                  <a:lnTo>
                    <a:pt x="945743" y="143459"/>
                  </a:lnTo>
                  <a:lnTo>
                    <a:pt x="948080" y="134289"/>
                  </a:lnTo>
                  <a:lnTo>
                    <a:pt x="948969" y="126695"/>
                  </a:lnTo>
                  <a:lnTo>
                    <a:pt x="949553" y="121691"/>
                  </a:lnTo>
                  <a:close/>
                </a:path>
                <a:path w="1094739" h="213994">
                  <a:moveTo>
                    <a:pt x="1094435" y="104521"/>
                  </a:moveTo>
                  <a:lnTo>
                    <a:pt x="1092149" y="88684"/>
                  </a:lnTo>
                  <a:lnTo>
                    <a:pt x="1081862" y="76568"/>
                  </a:lnTo>
                  <a:lnTo>
                    <a:pt x="1060145" y="71729"/>
                  </a:lnTo>
                  <a:lnTo>
                    <a:pt x="1041996" y="75107"/>
                  </a:lnTo>
                  <a:lnTo>
                    <a:pt x="1027137" y="82778"/>
                  </a:lnTo>
                  <a:lnTo>
                    <a:pt x="1016558" y="91020"/>
                  </a:lnTo>
                  <a:lnTo>
                    <a:pt x="1011275" y="96113"/>
                  </a:lnTo>
                  <a:lnTo>
                    <a:pt x="1015949" y="73253"/>
                  </a:lnTo>
                  <a:lnTo>
                    <a:pt x="994511" y="73253"/>
                  </a:lnTo>
                  <a:lnTo>
                    <a:pt x="965555" y="210604"/>
                  </a:lnTo>
                  <a:lnTo>
                    <a:pt x="989939" y="210604"/>
                  </a:lnTo>
                  <a:lnTo>
                    <a:pt x="1005179" y="135839"/>
                  </a:lnTo>
                  <a:lnTo>
                    <a:pt x="1010094" y="120510"/>
                  </a:lnTo>
                  <a:lnTo>
                    <a:pt x="1018184" y="106222"/>
                  </a:lnTo>
                  <a:lnTo>
                    <a:pt x="1029690" y="95656"/>
                  </a:lnTo>
                  <a:lnTo>
                    <a:pt x="1044905" y="91541"/>
                  </a:lnTo>
                  <a:lnTo>
                    <a:pt x="1061110" y="95021"/>
                  </a:lnTo>
                  <a:lnTo>
                    <a:pt x="1068336" y="103352"/>
                  </a:lnTo>
                  <a:lnTo>
                    <a:pt x="1069543" y="113398"/>
                  </a:lnTo>
                  <a:lnTo>
                    <a:pt x="1049477" y="210604"/>
                  </a:lnTo>
                  <a:lnTo>
                    <a:pt x="1072337" y="210604"/>
                  </a:lnTo>
                  <a:lnTo>
                    <a:pt x="1092149" y="120497"/>
                  </a:lnTo>
                  <a:lnTo>
                    <a:pt x="1094435" y="1045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261993" y="2714148"/>
              <a:ext cx="252064" cy="143446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3554056" y="2720250"/>
              <a:ext cx="24765" cy="134620"/>
            </a:xfrm>
            <a:custGeom>
              <a:avLst/>
              <a:gdLst/>
              <a:ahLst/>
              <a:cxnLst/>
              <a:rect l="l" t="t" r="r" b="b"/>
              <a:pathLst>
                <a:path w="24764" h="134619">
                  <a:moveTo>
                    <a:pt x="24384" y="108292"/>
                  </a:moveTo>
                  <a:lnTo>
                    <a:pt x="0" y="108292"/>
                  </a:lnTo>
                  <a:lnTo>
                    <a:pt x="0" y="134200"/>
                  </a:lnTo>
                  <a:lnTo>
                    <a:pt x="24384" y="134200"/>
                  </a:lnTo>
                  <a:lnTo>
                    <a:pt x="24384" y="108292"/>
                  </a:lnTo>
                  <a:close/>
                </a:path>
                <a:path w="24764" h="134619">
                  <a:moveTo>
                    <a:pt x="24384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24384" y="24384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8" name="object 108" descr=""/>
          <p:cNvGrpSpPr/>
          <p:nvPr/>
        </p:nvGrpSpPr>
        <p:grpSpPr>
          <a:xfrm>
            <a:off x="3750849" y="2643949"/>
            <a:ext cx="473075" cy="213995"/>
            <a:chOff x="3750849" y="2643949"/>
            <a:chExt cx="473075" cy="213995"/>
          </a:xfrm>
        </p:grpSpPr>
        <p:pic>
          <p:nvPicPr>
            <p:cNvPr id="109" name="object 109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750849" y="2643949"/>
              <a:ext cx="317277" cy="213645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103179" y="2643949"/>
              <a:ext cx="120491" cy="213645"/>
            </a:xfrm>
            <a:prstGeom prst="rect">
              <a:avLst/>
            </a:prstGeom>
          </p:spPr>
        </p:pic>
      </p:grpSp>
      <p:pic>
        <p:nvPicPr>
          <p:cNvPr id="111" name="object 111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4357973" y="2640901"/>
            <a:ext cx="129635" cy="213645"/>
          </a:xfrm>
          <a:prstGeom prst="rect">
            <a:avLst/>
          </a:prstGeom>
        </p:spPr>
      </p:pic>
      <p:grpSp>
        <p:nvGrpSpPr>
          <p:cNvPr id="112" name="object 112" descr=""/>
          <p:cNvGrpSpPr/>
          <p:nvPr/>
        </p:nvGrpSpPr>
        <p:grpSpPr>
          <a:xfrm>
            <a:off x="4536947" y="2644139"/>
            <a:ext cx="172085" cy="213995"/>
            <a:chOff x="4536947" y="2644139"/>
            <a:chExt cx="172085" cy="213995"/>
          </a:xfrm>
        </p:grpSpPr>
        <p:sp>
          <p:nvSpPr>
            <p:cNvPr id="113" name="object 113" descr=""/>
            <p:cNvSpPr/>
            <p:nvPr/>
          </p:nvSpPr>
          <p:spPr>
            <a:xfrm>
              <a:off x="4536947" y="264413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594383" y="2714148"/>
              <a:ext cx="114395" cy="143446"/>
            </a:xfrm>
            <a:prstGeom prst="rect">
              <a:avLst/>
            </a:prstGeom>
          </p:spPr>
        </p:pic>
      </p:grpSp>
      <p:grpSp>
        <p:nvGrpSpPr>
          <p:cNvPr id="115" name="object 115" descr=""/>
          <p:cNvGrpSpPr/>
          <p:nvPr/>
        </p:nvGrpSpPr>
        <p:grpSpPr>
          <a:xfrm>
            <a:off x="4827651" y="2714148"/>
            <a:ext cx="233679" cy="143510"/>
            <a:chOff x="4827651" y="2714148"/>
            <a:chExt cx="233679" cy="143510"/>
          </a:xfrm>
        </p:grpSpPr>
        <p:pic>
          <p:nvPicPr>
            <p:cNvPr id="116" name="object 116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827651" y="2714148"/>
              <a:ext cx="132778" cy="143351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986337" y="2715577"/>
              <a:ext cx="74771" cy="138874"/>
            </a:xfrm>
            <a:prstGeom prst="rect">
              <a:avLst/>
            </a:prstGeom>
          </p:spPr>
        </p:pic>
      </p:grpSp>
      <p:grpSp>
        <p:nvGrpSpPr>
          <p:cNvPr id="118" name="object 118" descr=""/>
          <p:cNvGrpSpPr/>
          <p:nvPr/>
        </p:nvGrpSpPr>
        <p:grpSpPr>
          <a:xfrm>
            <a:off x="5177123" y="2643949"/>
            <a:ext cx="523240" cy="213995"/>
            <a:chOff x="5177123" y="2643949"/>
            <a:chExt cx="523240" cy="213995"/>
          </a:xfrm>
        </p:grpSpPr>
        <p:pic>
          <p:nvPicPr>
            <p:cNvPr id="119" name="object 119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177123" y="2643949"/>
              <a:ext cx="120491" cy="213645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338762" y="2714148"/>
              <a:ext cx="106775" cy="143446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472969" y="2680525"/>
              <a:ext cx="94583" cy="176974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593461" y="2714148"/>
              <a:ext cx="106775" cy="143446"/>
            </a:xfrm>
            <a:prstGeom prst="rect">
              <a:avLst/>
            </a:prstGeom>
          </p:spPr>
        </p:pic>
      </p:grpSp>
      <p:grpSp>
        <p:nvGrpSpPr>
          <p:cNvPr id="123" name="object 123" descr=""/>
          <p:cNvGrpSpPr/>
          <p:nvPr/>
        </p:nvGrpSpPr>
        <p:grpSpPr>
          <a:xfrm>
            <a:off x="5746051" y="2643949"/>
            <a:ext cx="518795" cy="213995"/>
            <a:chOff x="5746051" y="2643949"/>
            <a:chExt cx="518795" cy="213995"/>
          </a:xfrm>
        </p:grpSpPr>
        <p:pic>
          <p:nvPicPr>
            <p:cNvPr id="124" name="object 124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5746051" y="2643949"/>
              <a:ext cx="120491" cy="213645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893974" y="2714148"/>
              <a:ext cx="108299" cy="143446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6031230" y="2714148"/>
              <a:ext cx="233457" cy="143446"/>
            </a:xfrm>
            <a:prstGeom prst="rect">
              <a:avLst/>
            </a:prstGeom>
          </p:spPr>
        </p:pic>
      </p:grpSp>
      <p:grpSp>
        <p:nvGrpSpPr>
          <p:cNvPr id="127" name="object 127" descr=""/>
          <p:cNvGrpSpPr/>
          <p:nvPr/>
        </p:nvGrpSpPr>
        <p:grpSpPr>
          <a:xfrm>
            <a:off x="6383655" y="2680525"/>
            <a:ext cx="885190" cy="236854"/>
            <a:chOff x="6383655" y="2680525"/>
            <a:chExt cx="885190" cy="236854"/>
          </a:xfrm>
        </p:grpSpPr>
        <p:pic>
          <p:nvPicPr>
            <p:cNvPr id="128" name="object 128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383655" y="2680525"/>
              <a:ext cx="358425" cy="177069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6768084" y="2715577"/>
              <a:ext cx="74675" cy="138874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6862571" y="2714148"/>
              <a:ext cx="108299" cy="143446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999827" y="2714148"/>
              <a:ext cx="268510" cy="202882"/>
            </a:xfrm>
            <a:prstGeom prst="rect">
              <a:avLst/>
            </a:prstGeom>
          </p:spPr>
        </p:pic>
      </p:grpSp>
      <p:grpSp>
        <p:nvGrpSpPr>
          <p:cNvPr id="132" name="object 132" descr=""/>
          <p:cNvGrpSpPr/>
          <p:nvPr/>
        </p:nvGrpSpPr>
        <p:grpSpPr>
          <a:xfrm>
            <a:off x="7402544" y="2627185"/>
            <a:ext cx="608965" cy="302260"/>
            <a:chOff x="7402544" y="2627185"/>
            <a:chExt cx="608965" cy="302260"/>
          </a:xfrm>
        </p:grpSpPr>
        <p:sp>
          <p:nvSpPr>
            <p:cNvPr id="133" name="object 133" descr=""/>
            <p:cNvSpPr/>
            <p:nvPr/>
          </p:nvSpPr>
          <p:spPr>
            <a:xfrm>
              <a:off x="7402544" y="2627185"/>
              <a:ext cx="76835" cy="302260"/>
            </a:xfrm>
            <a:custGeom>
              <a:avLst/>
              <a:gdLst/>
              <a:ahLst/>
              <a:cxnLst/>
              <a:rect l="l" t="t" r="r" b="b"/>
              <a:pathLst>
                <a:path w="76834" h="302260">
                  <a:moveTo>
                    <a:pt x="76295" y="302132"/>
                  </a:moveTo>
                  <a:lnTo>
                    <a:pt x="58007" y="302132"/>
                  </a:lnTo>
                  <a:lnTo>
                    <a:pt x="42514" y="287074"/>
                  </a:lnTo>
                  <a:lnTo>
                    <a:pt x="23288" y="258603"/>
                  </a:lnTo>
                  <a:lnTo>
                    <a:pt x="6920" y="214130"/>
                  </a:lnTo>
                  <a:lnTo>
                    <a:pt x="0" y="151066"/>
                  </a:lnTo>
                  <a:lnTo>
                    <a:pt x="428" y="133150"/>
                  </a:lnTo>
                  <a:lnTo>
                    <a:pt x="6429" y="88781"/>
                  </a:lnTo>
                  <a:lnTo>
                    <a:pt x="24922" y="39862"/>
                  </a:lnTo>
                  <a:lnTo>
                    <a:pt x="48514" y="8715"/>
                  </a:lnTo>
                  <a:lnTo>
                    <a:pt x="58007" y="0"/>
                  </a:lnTo>
                  <a:lnTo>
                    <a:pt x="76295" y="0"/>
                  </a:lnTo>
                  <a:lnTo>
                    <a:pt x="67317" y="8691"/>
                  </a:lnTo>
                  <a:lnTo>
                    <a:pt x="57054" y="21526"/>
                  </a:lnTo>
                  <a:lnTo>
                    <a:pt x="36671" y="62483"/>
                  </a:lnTo>
                  <a:lnTo>
                    <a:pt x="25157" y="114204"/>
                  </a:lnTo>
                  <a:lnTo>
                    <a:pt x="22860" y="151066"/>
                  </a:lnTo>
                  <a:lnTo>
                    <a:pt x="29066" y="213916"/>
                  </a:lnTo>
                  <a:lnTo>
                    <a:pt x="43862" y="258032"/>
                  </a:lnTo>
                  <a:lnTo>
                    <a:pt x="61516" y="286431"/>
                  </a:lnTo>
                  <a:lnTo>
                    <a:pt x="76295" y="3021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7507795" y="2643949"/>
              <a:ext cx="105251" cy="216598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7651241" y="2637853"/>
              <a:ext cx="138779" cy="222789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7823549" y="2637853"/>
              <a:ext cx="187642" cy="222789"/>
            </a:xfrm>
            <a:prstGeom prst="rect">
              <a:avLst/>
            </a:prstGeom>
          </p:spPr>
        </p:pic>
      </p:grpSp>
      <p:pic>
        <p:nvPicPr>
          <p:cNvPr id="137" name="object 137" descr="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8058436" y="2643949"/>
            <a:ext cx="155638" cy="210597"/>
          </a:xfrm>
          <a:prstGeom prst="rect">
            <a:avLst/>
          </a:prstGeom>
        </p:spPr>
      </p:pic>
      <p:sp>
        <p:nvSpPr>
          <p:cNvPr id="138" name="object 138" descr=""/>
          <p:cNvSpPr/>
          <p:nvPr/>
        </p:nvSpPr>
        <p:spPr>
          <a:xfrm>
            <a:off x="8271986" y="2828544"/>
            <a:ext cx="26034" cy="64135"/>
          </a:xfrm>
          <a:custGeom>
            <a:avLst/>
            <a:gdLst/>
            <a:ahLst/>
            <a:cxnLst/>
            <a:rect l="l" t="t" r="r" b="b"/>
            <a:pathLst>
              <a:path w="26034" h="64135">
                <a:moveTo>
                  <a:pt x="13716" y="64103"/>
                </a:moveTo>
                <a:lnTo>
                  <a:pt x="0" y="64103"/>
                </a:lnTo>
                <a:lnTo>
                  <a:pt x="7620" y="26003"/>
                </a:lnTo>
                <a:lnTo>
                  <a:pt x="0" y="26003"/>
                </a:lnTo>
                <a:lnTo>
                  <a:pt x="0" y="0"/>
                </a:lnTo>
                <a:lnTo>
                  <a:pt x="26003" y="0"/>
                </a:lnTo>
                <a:lnTo>
                  <a:pt x="26003" y="26003"/>
                </a:lnTo>
                <a:lnTo>
                  <a:pt x="13716" y="64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9" name="object 139" descr=""/>
          <p:cNvGrpSpPr/>
          <p:nvPr/>
        </p:nvGrpSpPr>
        <p:grpSpPr>
          <a:xfrm>
            <a:off x="1404842" y="3013233"/>
            <a:ext cx="360045" cy="255270"/>
            <a:chOff x="1404842" y="3013233"/>
            <a:chExt cx="360045" cy="255270"/>
          </a:xfrm>
        </p:grpSpPr>
        <p:pic>
          <p:nvPicPr>
            <p:cNvPr id="140" name="object 140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404842" y="3013233"/>
              <a:ext cx="138779" cy="224218"/>
            </a:xfrm>
            <a:prstGeom prst="rect">
              <a:avLst/>
            </a:prstGeom>
          </p:spPr>
        </p:pic>
        <p:sp>
          <p:nvSpPr>
            <p:cNvPr id="141" name="object 141" descr=""/>
            <p:cNvSpPr/>
            <p:nvPr/>
          </p:nvSpPr>
          <p:spPr>
            <a:xfrm>
              <a:off x="1577244" y="3013233"/>
              <a:ext cx="187960" cy="255270"/>
            </a:xfrm>
            <a:custGeom>
              <a:avLst/>
              <a:gdLst/>
              <a:ahLst/>
              <a:cxnLst/>
              <a:rect l="l" t="t" r="r" b="b"/>
              <a:pathLst>
                <a:path w="187960" h="255270">
                  <a:moveTo>
                    <a:pt x="93059" y="224218"/>
                  </a:moveTo>
                  <a:lnTo>
                    <a:pt x="57904" y="215835"/>
                  </a:lnTo>
                  <a:lnTo>
                    <a:pt x="28205" y="192583"/>
                  </a:lnTo>
                  <a:lnTo>
                    <a:pt x="7669" y="157312"/>
                  </a:lnTo>
                  <a:lnTo>
                    <a:pt x="0" y="112871"/>
                  </a:lnTo>
                  <a:lnTo>
                    <a:pt x="7478" y="68834"/>
                  </a:lnTo>
                  <a:lnTo>
                    <a:pt x="27824" y="32968"/>
                  </a:lnTo>
                  <a:lnTo>
                    <a:pt x="57904" y="8835"/>
                  </a:lnTo>
                  <a:lnTo>
                    <a:pt x="94583" y="0"/>
                  </a:lnTo>
                  <a:lnTo>
                    <a:pt x="130325" y="8621"/>
                  </a:lnTo>
                  <a:lnTo>
                    <a:pt x="144257" y="19812"/>
                  </a:lnTo>
                  <a:lnTo>
                    <a:pt x="93059" y="19812"/>
                  </a:lnTo>
                  <a:lnTo>
                    <a:pt x="67739" y="26409"/>
                  </a:lnTo>
                  <a:lnTo>
                    <a:pt x="46303" y="45160"/>
                  </a:lnTo>
                  <a:lnTo>
                    <a:pt x="31457" y="74501"/>
                  </a:lnTo>
                  <a:lnTo>
                    <a:pt x="25908" y="112871"/>
                  </a:lnTo>
                  <a:lnTo>
                    <a:pt x="31481" y="151002"/>
                  </a:lnTo>
                  <a:lnTo>
                    <a:pt x="46493" y="179820"/>
                  </a:lnTo>
                  <a:lnTo>
                    <a:pt x="68382" y="198047"/>
                  </a:lnTo>
                  <a:lnTo>
                    <a:pt x="94583" y="204406"/>
                  </a:lnTo>
                  <a:lnTo>
                    <a:pt x="146376" y="204406"/>
                  </a:lnTo>
                  <a:lnTo>
                    <a:pt x="143351" y="207454"/>
                  </a:lnTo>
                  <a:lnTo>
                    <a:pt x="151593" y="218122"/>
                  </a:lnTo>
                  <a:lnTo>
                    <a:pt x="123539" y="218122"/>
                  </a:lnTo>
                  <a:lnTo>
                    <a:pt x="113847" y="221003"/>
                  </a:lnTo>
                  <a:lnTo>
                    <a:pt x="105441" y="222885"/>
                  </a:lnTo>
                  <a:lnTo>
                    <a:pt x="98464" y="223908"/>
                  </a:lnTo>
                  <a:lnTo>
                    <a:pt x="93059" y="224218"/>
                  </a:lnTo>
                  <a:close/>
                </a:path>
                <a:path w="187960" h="255270">
                  <a:moveTo>
                    <a:pt x="159990" y="190690"/>
                  </a:moveTo>
                  <a:lnTo>
                    <a:pt x="131159" y="190690"/>
                  </a:lnTo>
                  <a:lnTo>
                    <a:pt x="147494" y="170387"/>
                  </a:lnTo>
                  <a:lnTo>
                    <a:pt x="156686" y="149494"/>
                  </a:lnTo>
                  <a:lnTo>
                    <a:pt x="160734" y="129745"/>
                  </a:lnTo>
                  <a:lnTo>
                    <a:pt x="161639" y="112871"/>
                  </a:lnTo>
                  <a:lnTo>
                    <a:pt x="156067" y="74501"/>
                  </a:lnTo>
                  <a:lnTo>
                    <a:pt x="141065" y="45160"/>
                  </a:lnTo>
                  <a:lnTo>
                    <a:pt x="119205" y="26409"/>
                  </a:lnTo>
                  <a:lnTo>
                    <a:pt x="93059" y="19812"/>
                  </a:lnTo>
                  <a:lnTo>
                    <a:pt x="144257" y="19812"/>
                  </a:lnTo>
                  <a:lnTo>
                    <a:pt x="159924" y="32396"/>
                  </a:lnTo>
                  <a:lnTo>
                    <a:pt x="180093" y="68191"/>
                  </a:lnTo>
                  <a:lnTo>
                    <a:pt x="187547" y="112871"/>
                  </a:lnTo>
                  <a:lnTo>
                    <a:pt x="185356" y="137508"/>
                  </a:lnTo>
                  <a:lnTo>
                    <a:pt x="178022" y="162448"/>
                  </a:lnTo>
                  <a:lnTo>
                    <a:pt x="164401" y="186246"/>
                  </a:lnTo>
                  <a:lnTo>
                    <a:pt x="159990" y="190690"/>
                  </a:lnTo>
                  <a:close/>
                </a:path>
                <a:path w="187960" h="255270">
                  <a:moveTo>
                    <a:pt x="146376" y="204406"/>
                  </a:moveTo>
                  <a:lnTo>
                    <a:pt x="102203" y="204406"/>
                  </a:lnTo>
                  <a:lnTo>
                    <a:pt x="111347" y="201358"/>
                  </a:lnTo>
                  <a:lnTo>
                    <a:pt x="80772" y="158686"/>
                  </a:lnTo>
                  <a:lnTo>
                    <a:pt x="106775" y="158686"/>
                  </a:lnTo>
                  <a:lnTo>
                    <a:pt x="131159" y="190690"/>
                  </a:lnTo>
                  <a:lnTo>
                    <a:pt x="159990" y="190690"/>
                  </a:lnTo>
                  <a:lnTo>
                    <a:pt x="146376" y="204406"/>
                  </a:lnTo>
                  <a:close/>
                </a:path>
                <a:path w="187960" h="255270">
                  <a:moveTo>
                    <a:pt x="179927" y="254793"/>
                  </a:moveTo>
                  <a:lnTo>
                    <a:pt x="149447" y="254793"/>
                  </a:lnTo>
                  <a:lnTo>
                    <a:pt x="123539" y="218122"/>
                  </a:lnTo>
                  <a:lnTo>
                    <a:pt x="151593" y="218122"/>
                  </a:lnTo>
                  <a:lnTo>
                    <a:pt x="179927" y="2547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2" name="object 142" descr=""/>
          <p:cNvGrpSpPr/>
          <p:nvPr/>
        </p:nvGrpSpPr>
        <p:grpSpPr>
          <a:xfrm>
            <a:off x="1810607" y="3002470"/>
            <a:ext cx="544830" cy="304165"/>
            <a:chOff x="1810607" y="3002470"/>
            <a:chExt cx="544830" cy="304165"/>
          </a:xfrm>
        </p:grpSpPr>
        <p:pic>
          <p:nvPicPr>
            <p:cNvPr id="143" name="object 143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810607" y="3019329"/>
              <a:ext cx="123539" cy="210502"/>
            </a:xfrm>
            <a:prstGeom prst="rect">
              <a:avLst/>
            </a:prstGeom>
          </p:spPr>
        </p:pic>
        <p:sp>
          <p:nvSpPr>
            <p:cNvPr id="144" name="object 144" descr=""/>
            <p:cNvSpPr/>
            <p:nvPr/>
          </p:nvSpPr>
          <p:spPr>
            <a:xfrm>
              <a:off x="1969185" y="3031527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485" y="64008"/>
                  </a:moveTo>
                  <a:lnTo>
                    <a:pt x="1524" y="64008"/>
                  </a:lnTo>
                  <a:lnTo>
                    <a:pt x="1524" y="198310"/>
                  </a:lnTo>
                  <a:lnTo>
                    <a:pt x="24485" y="198310"/>
                  </a:lnTo>
                  <a:lnTo>
                    <a:pt x="24485" y="64008"/>
                  </a:lnTo>
                  <a:close/>
                </a:path>
                <a:path w="27939" h="198755">
                  <a:moveTo>
                    <a:pt x="27533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533" y="27432"/>
                  </a:lnTo>
                  <a:lnTo>
                    <a:pt x="275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024157" y="3057429"/>
              <a:ext cx="94583" cy="175450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2138553" y="3091052"/>
              <a:ext cx="114395" cy="141922"/>
            </a:xfrm>
            <a:prstGeom prst="rect">
              <a:avLst/>
            </a:prstGeom>
          </p:spPr>
        </p:pic>
        <p:sp>
          <p:nvSpPr>
            <p:cNvPr id="147" name="object 147" descr=""/>
            <p:cNvSpPr/>
            <p:nvPr/>
          </p:nvSpPr>
          <p:spPr>
            <a:xfrm>
              <a:off x="2278856" y="3002470"/>
              <a:ext cx="76835" cy="304165"/>
            </a:xfrm>
            <a:custGeom>
              <a:avLst/>
              <a:gdLst/>
              <a:ahLst/>
              <a:cxnLst/>
              <a:rect l="l" t="t" r="r" b="b"/>
              <a:pathLst>
                <a:path w="76835" h="304164">
                  <a:moveTo>
                    <a:pt x="18287" y="303656"/>
                  </a:moveTo>
                  <a:lnTo>
                    <a:pt x="0" y="303656"/>
                  </a:lnTo>
                  <a:lnTo>
                    <a:pt x="8992" y="294084"/>
                  </a:lnTo>
                  <a:lnTo>
                    <a:pt x="19288" y="280796"/>
                  </a:lnTo>
                  <a:lnTo>
                    <a:pt x="39719" y="239648"/>
                  </a:lnTo>
                  <a:lnTo>
                    <a:pt x="51149" y="189261"/>
                  </a:lnTo>
                  <a:lnTo>
                    <a:pt x="53435" y="152590"/>
                  </a:lnTo>
                  <a:lnTo>
                    <a:pt x="47229" y="89716"/>
                  </a:lnTo>
                  <a:lnTo>
                    <a:pt x="32432" y="45434"/>
                  </a:lnTo>
                  <a:lnTo>
                    <a:pt x="14778" y="16582"/>
                  </a:lnTo>
                  <a:lnTo>
                    <a:pt x="0" y="0"/>
                  </a:lnTo>
                  <a:lnTo>
                    <a:pt x="18287" y="0"/>
                  </a:lnTo>
                  <a:lnTo>
                    <a:pt x="33821" y="15939"/>
                  </a:lnTo>
                  <a:lnTo>
                    <a:pt x="53042" y="44862"/>
                  </a:lnTo>
                  <a:lnTo>
                    <a:pt x="69388" y="89502"/>
                  </a:lnTo>
                  <a:lnTo>
                    <a:pt x="76295" y="152590"/>
                  </a:lnTo>
                  <a:lnTo>
                    <a:pt x="75866" y="170482"/>
                  </a:lnTo>
                  <a:lnTo>
                    <a:pt x="69865" y="214232"/>
                  </a:lnTo>
                  <a:lnTo>
                    <a:pt x="51385" y="263151"/>
                  </a:lnTo>
                  <a:lnTo>
                    <a:pt x="27820" y="294917"/>
                  </a:lnTo>
                  <a:lnTo>
                    <a:pt x="18287" y="303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8" name="object 148" descr="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1029652" y="3490817"/>
            <a:ext cx="186023" cy="175450"/>
          </a:xfrm>
          <a:prstGeom prst="rect">
            <a:avLst/>
          </a:prstGeom>
        </p:spPr>
      </p:pic>
      <p:grpSp>
        <p:nvGrpSpPr>
          <p:cNvPr id="149" name="object 149" descr=""/>
          <p:cNvGrpSpPr/>
          <p:nvPr/>
        </p:nvGrpSpPr>
        <p:grpSpPr>
          <a:xfrm>
            <a:off x="1431204" y="3475577"/>
            <a:ext cx="612775" cy="217170"/>
            <a:chOff x="1431204" y="3475577"/>
            <a:chExt cx="612775" cy="217170"/>
          </a:xfrm>
        </p:grpSpPr>
        <p:pic>
          <p:nvPicPr>
            <p:cNvPr id="150" name="object 150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431204" y="3475577"/>
              <a:ext cx="310989" cy="216598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768085" y="3478625"/>
              <a:ext cx="275503" cy="213550"/>
            </a:xfrm>
            <a:prstGeom prst="rect">
              <a:avLst/>
            </a:prstGeom>
          </p:spPr>
        </p:pic>
      </p:grpSp>
      <p:grpSp>
        <p:nvGrpSpPr>
          <p:cNvPr id="152" name="object 152" descr=""/>
          <p:cNvGrpSpPr/>
          <p:nvPr/>
        </p:nvGrpSpPr>
        <p:grpSpPr>
          <a:xfrm>
            <a:off x="2165984" y="3475577"/>
            <a:ext cx="1493520" cy="276225"/>
            <a:chOff x="2165984" y="3475577"/>
            <a:chExt cx="1493520" cy="276225"/>
          </a:xfrm>
        </p:grpSpPr>
        <p:pic>
          <p:nvPicPr>
            <p:cNvPr id="153" name="object 153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2165984" y="3478625"/>
              <a:ext cx="307752" cy="213550"/>
            </a:xfrm>
            <a:prstGeom prst="rect">
              <a:avLst/>
            </a:prstGeom>
          </p:spPr>
        </p:pic>
        <p:pic>
          <p:nvPicPr>
            <p:cNvPr id="154" name="object 154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496978" y="3475577"/>
              <a:ext cx="204001" cy="216598"/>
            </a:xfrm>
            <a:prstGeom prst="rect">
              <a:avLst/>
            </a:prstGeom>
          </p:spPr>
        </p:pic>
        <p:sp>
          <p:nvSpPr>
            <p:cNvPr id="155" name="object 155" descr=""/>
            <p:cNvSpPr/>
            <p:nvPr/>
          </p:nvSpPr>
          <p:spPr>
            <a:xfrm>
              <a:off x="2728112" y="3490721"/>
              <a:ext cx="931544" cy="261620"/>
            </a:xfrm>
            <a:custGeom>
              <a:avLst/>
              <a:gdLst/>
              <a:ahLst/>
              <a:cxnLst/>
              <a:rect l="l" t="t" r="r" b="b"/>
              <a:pathLst>
                <a:path w="931545" h="261620">
                  <a:moveTo>
                    <a:pt x="125857" y="71729"/>
                  </a:moveTo>
                  <a:lnTo>
                    <a:pt x="115316" y="65328"/>
                  </a:lnTo>
                  <a:lnTo>
                    <a:pt x="105613" y="61633"/>
                  </a:lnTo>
                  <a:lnTo>
                    <a:pt x="95338" y="59944"/>
                  </a:lnTo>
                  <a:lnTo>
                    <a:pt x="83096" y="59537"/>
                  </a:lnTo>
                  <a:lnTo>
                    <a:pt x="53301" y="65811"/>
                  </a:lnTo>
                  <a:lnTo>
                    <a:pt x="28790" y="82257"/>
                  </a:lnTo>
                  <a:lnTo>
                    <a:pt x="10820" y="105270"/>
                  </a:lnTo>
                  <a:lnTo>
                    <a:pt x="698" y="131254"/>
                  </a:lnTo>
                  <a:lnTo>
                    <a:pt x="0" y="158343"/>
                  </a:lnTo>
                  <a:lnTo>
                    <a:pt x="8750" y="180682"/>
                  </a:lnTo>
                  <a:lnTo>
                    <a:pt x="26073" y="195859"/>
                  </a:lnTo>
                  <a:lnTo>
                    <a:pt x="51092" y="201460"/>
                  </a:lnTo>
                  <a:lnTo>
                    <a:pt x="63703" y="200583"/>
                  </a:lnTo>
                  <a:lnTo>
                    <a:pt x="104432" y="186220"/>
                  </a:lnTo>
                  <a:lnTo>
                    <a:pt x="92519" y="174167"/>
                  </a:lnTo>
                  <a:lnTo>
                    <a:pt x="79667" y="179362"/>
                  </a:lnTo>
                  <a:lnTo>
                    <a:pt x="67373" y="182270"/>
                  </a:lnTo>
                  <a:lnTo>
                    <a:pt x="55664" y="183172"/>
                  </a:lnTo>
                  <a:lnTo>
                    <a:pt x="38874" y="179146"/>
                  </a:lnTo>
                  <a:lnTo>
                    <a:pt x="27660" y="168109"/>
                  </a:lnTo>
                  <a:lnTo>
                    <a:pt x="22440" y="151625"/>
                  </a:lnTo>
                  <a:lnTo>
                    <a:pt x="23660" y="131254"/>
                  </a:lnTo>
                  <a:lnTo>
                    <a:pt x="30302" y="112623"/>
                  </a:lnTo>
                  <a:lnTo>
                    <a:pt x="41376" y="95402"/>
                  </a:lnTo>
                  <a:lnTo>
                    <a:pt x="57302" y="82740"/>
                  </a:lnTo>
                  <a:lnTo>
                    <a:pt x="78524" y="77825"/>
                  </a:lnTo>
                  <a:lnTo>
                    <a:pt x="89204" y="78473"/>
                  </a:lnTo>
                  <a:lnTo>
                    <a:pt x="98907" y="80695"/>
                  </a:lnTo>
                  <a:lnTo>
                    <a:pt x="108343" y="84937"/>
                  </a:lnTo>
                  <a:lnTo>
                    <a:pt x="118237" y="91630"/>
                  </a:lnTo>
                  <a:lnTo>
                    <a:pt x="125857" y="71729"/>
                  </a:lnTo>
                  <a:close/>
                </a:path>
                <a:path w="931545" h="261620">
                  <a:moveTo>
                    <a:pt x="234162" y="64211"/>
                  </a:moveTo>
                  <a:lnTo>
                    <a:pt x="191389" y="64211"/>
                  </a:lnTo>
                  <a:lnTo>
                    <a:pt x="199009" y="26009"/>
                  </a:lnTo>
                  <a:lnTo>
                    <a:pt x="179197" y="26009"/>
                  </a:lnTo>
                  <a:lnTo>
                    <a:pt x="170053" y="64211"/>
                  </a:lnTo>
                  <a:lnTo>
                    <a:pt x="144145" y="64211"/>
                  </a:lnTo>
                  <a:lnTo>
                    <a:pt x="141097" y="80975"/>
                  </a:lnTo>
                  <a:lnTo>
                    <a:pt x="165481" y="80975"/>
                  </a:lnTo>
                  <a:lnTo>
                    <a:pt x="148717" y="161836"/>
                  </a:lnTo>
                  <a:lnTo>
                    <a:pt x="146405" y="175742"/>
                  </a:lnTo>
                  <a:lnTo>
                    <a:pt x="147383" y="188506"/>
                  </a:lnTo>
                  <a:lnTo>
                    <a:pt x="153212" y="197840"/>
                  </a:lnTo>
                  <a:lnTo>
                    <a:pt x="165481" y="201460"/>
                  </a:lnTo>
                  <a:lnTo>
                    <a:pt x="180581" y="200228"/>
                  </a:lnTo>
                  <a:lnTo>
                    <a:pt x="193675" y="197269"/>
                  </a:lnTo>
                  <a:lnTo>
                    <a:pt x="204482" y="193751"/>
                  </a:lnTo>
                  <a:lnTo>
                    <a:pt x="212725" y="190792"/>
                  </a:lnTo>
                  <a:lnTo>
                    <a:pt x="211201" y="172504"/>
                  </a:lnTo>
                  <a:lnTo>
                    <a:pt x="204101" y="176745"/>
                  </a:lnTo>
                  <a:lnTo>
                    <a:pt x="196723" y="180124"/>
                  </a:lnTo>
                  <a:lnTo>
                    <a:pt x="189344" y="182359"/>
                  </a:lnTo>
                  <a:lnTo>
                    <a:pt x="182245" y="183172"/>
                  </a:lnTo>
                  <a:lnTo>
                    <a:pt x="175006" y="181483"/>
                  </a:lnTo>
                  <a:lnTo>
                    <a:pt x="171196" y="176504"/>
                  </a:lnTo>
                  <a:lnTo>
                    <a:pt x="170243" y="168389"/>
                  </a:lnTo>
                  <a:lnTo>
                    <a:pt x="171577" y="157264"/>
                  </a:lnTo>
                  <a:lnTo>
                    <a:pt x="186817" y="80975"/>
                  </a:lnTo>
                  <a:lnTo>
                    <a:pt x="229590" y="80975"/>
                  </a:lnTo>
                  <a:lnTo>
                    <a:pt x="234162" y="64211"/>
                  </a:lnTo>
                  <a:close/>
                </a:path>
                <a:path w="931545" h="261620">
                  <a:moveTo>
                    <a:pt x="376250" y="103352"/>
                  </a:moveTo>
                  <a:lnTo>
                    <a:pt x="366649" y="80594"/>
                  </a:lnTo>
                  <a:lnTo>
                    <a:pt x="363537" y="77927"/>
                  </a:lnTo>
                  <a:lnTo>
                    <a:pt x="352818" y="68732"/>
                  </a:lnTo>
                  <a:lnTo>
                    <a:pt x="352818" y="105562"/>
                  </a:lnTo>
                  <a:lnTo>
                    <a:pt x="351599" y="128219"/>
                  </a:lnTo>
                  <a:lnTo>
                    <a:pt x="343039" y="152273"/>
                  </a:lnTo>
                  <a:lnTo>
                    <a:pt x="330022" y="169443"/>
                  </a:lnTo>
                  <a:lnTo>
                    <a:pt x="314439" y="179743"/>
                  </a:lnTo>
                  <a:lnTo>
                    <a:pt x="298170" y="183172"/>
                  </a:lnTo>
                  <a:lnTo>
                    <a:pt x="283095" y="179743"/>
                  </a:lnTo>
                  <a:lnTo>
                    <a:pt x="271310" y="169443"/>
                  </a:lnTo>
                  <a:lnTo>
                    <a:pt x="264947" y="152273"/>
                  </a:lnTo>
                  <a:lnTo>
                    <a:pt x="266166" y="128219"/>
                  </a:lnTo>
                  <a:lnTo>
                    <a:pt x="274929" y="104927"/>
                  </a:lnTo>
                  <a:lnTo>
                    <a:pt x="288264" y="89357"/>
                  </a:lnTo>
                  <a:lnTo>
                    <a:pt x="303961" y="80594"/>
                  </a:lnTo>
                  <a:lnTo>
                    <a:pt x="304152" y="80594"/>
                  </a:lnTo>
                  <a:lnTo>
                    <a:pt x="319506" y="77927"/>
                  </a:lnTo>
                  <a:lnTo>
                    <a:pt x="334632" y="80848"/>
                  </a:lnTo>
                  <a:lnTo>
                    <a:pt x="346443" y="89928"/>
                  </a:lnTo>
                  <a:lnTo>
                    <a:pt x="352818" y="105562"/>
                  </a:lnTo>
                  <a:lnTo>
                    <a:pt x="352818" y="68732"/>
                  </a:lnTo>
                  <a:lnTo>
                    <a:pt x="348767" y="65252"/>
                  </a:lnTo>
                  <a:lnTo>
                    <a:pt x="324167" y="59639"/>
                  </a:lnTo>
                  <a:lnTo>
                    <a:pt x="297103" y="65252"/>
                  </a:lnTo>
                  <a:lnTo>
                    <a:pt x="272643" y="80594"/>
                  </a:lnTo>
                  <a:lnTo>
                    <a:pt x="253352" y="103352"/>
                  </a:lnTo>
                  <a:lnTo>
                    <a:pt x="241782" y="131267"/>
                  </a:lnTo>
                  <a:lnTo>
                    <a:pt x="241731" y="159626"/>
                  </a:lnTo>
                  <a:lnTo>
                    <a:pt x="251688" y="181825"/>
                  </a:lnTo>
                  <a:lnTo>
                    <a:pt x="269633" y="196291"/>
                  </a:lnTo>
                  <a:lnTo>
                    <a:pt x="293598" y="201460"/>
                  </a:lnTo>
                  <a:lnTo>
                    <a:pt x="320649" y="196075"/>
                  </a:lnTo>
                  <a:lnTo>
                    <a:pt x="364413" y="158991"/>
                  </a:lnTo>
                  <a:lnTo>
                    <a:pt x="376008" y="128219"/>
                  </a:lnTo>
                  <a:lnTo>
                    <a:pt x="376250" y="103352"/>
                  </a:lnTo>
                  <a:close/>
                </a:path>
                <a:path w="931545" h="261620">
                  <a:moveTo>
                    <a:pt x="490385" y="61163"/>
                  </a:moveTo>
                  <a:lnTo>
                    <a:pt x="471233" y="63754"/>
                  </a:lnTo>
                  <a:lnTo>
                    <a:pt x="454952" y="70497"/>
                  </a:lnTo>
                  <a:lnTo>
                    <a:pt x="441515" y="79806"/>
                  </a:lnTo>
                  <a:lnTo>
                    <a:pt x="430949" y="90119"/>
                  </a:lnTo>
                  <a:lnTo>
                    <a:pt x="437045" y="62687"/>
                  </a:lnTo>
                  <a:lnTo>
                    <a:pt x="415607" y="62687"/>
                  </a:lnTo>
                  <a:lnTo>
                    <a:pt x="386651" y="198412"/>
                  </a:lnTo>
                  <a:lnTo>
                    <a:pt x="409511" y="198412"/>
                  </a:lnTo>
                  <a:lnTo>
                    <a:pt x="423227" y="134315"/>
                  </a:lnTo>
                  <a:lnTo>
                    <a:pt x="431546" y="113118"/>
                  </a:lnTo>
                  <a:lnTo>
                    <a:pt x="445985" y="96215"/>
                  </a:lnTo>
                  <a:lnTo>
                    <a:pt x="464680" y="85013"/>
                  </a:lnTo>
                  <a:lnTo>
                    <a:pt x="485813" y="80975"/>
                  </a:lnTo>
                  <a:lnTo>
                    <a:pt x="490385" y="61163"/>
                  </a:lnTo>
                  <a:close/>
                </a:path>
                <a:path w="931545" h="261620">
                  <a:moveTo>
                    <a:pt x="540766" y="64109"/>
                  </a:moveTo>
                  <a:lnTo>
                    <a:pt x="517804" y="64109"/>
                  </a:lnTo>
                  <a:lnTo>
                    <a:pt x="490372" y="198412"/>
                  </a:lnTo>
                  <a:lnTo>
                    <a:pt x="513232" y="198412"/>
                  </a:lnTo>
                  <a:lnTo>
                    <a:pt x="540766" y="64109"/>
                  </a:lnTo>
                  <a:close/>
                </a:path>
                <a:path w="931545" h="261620">
                  <a:moveTo>
                    <a:pt x="557530" y="0"/>
                  </a:moveTo>
                  <a:lnTo>
                    <a:pt x="529996" y="0"/>
                  </a:lnTo>
                  <a:lnTo>
                    <a:pt x="523900" y="27432"/>
                  </a:lnTo>
                  <a:lnTo>
                    <a:pt x="551434" y="27432"/>
                  </a:lnTo>
                  <a:lnTo>
                    <a:pt x="557530" y="0"/>
                  </a:lnTo>
                  <a:close/>
                </a:path>
                <a:path w="931545" h="261620">
                  <a:moveTo>
                    <a:pt x="690118" y="92659"/>
                  </a:moveTo>
                  <a:lnTo>
                    <a:pt x="687552" y="77343"/>
                  </a:lnTo>
                  <a:lnTo>
                    <a:pt x="677545" y="65747"/>
                  </a:lnTo>
                  <a:lnTo>
                    <a:pt x="656691" y="61150"/>
                  </a:lnTo>
                  <a:lnTo>
                    <a:pt x="637870" y="64300"/>
                  </a:lnTo>
                  <a:lnTo>
                    <a:pt x="623074" y="71437"/>
                  </a:lnTo>
                  <a:lnTo>
                    <a:pt x="612876" y="79159"/>
                  </a:lnTo>
                  <a:lnTo>
                    <a:pt x="607822" y="84010"/>
                  </a:lnTo>
                  <a:lnTo>
                    <a:pt x="612394" y="62674"/>
                  </a:lnTo>
                  <a:lnTo>
                    <a:pt x="591058" y="62674"/>
                  </a:lnTo>
                  <a:lnTo>
                    <a:pt x="562102" y="198412"/>
                  </a:lnTo>
                  <a:lnTo>
                    <a:pt x="584962" y="198412"/>
                  </a:lnTo>
                  <a:lnTo>
                    <a:pt x="601726" y="123634"/>
                  </a:lnTo>
                  <a:lnTo>
                    <a:pt x="606628" y="108381"/>
                  </a:lnTo>
                  <a:lnTo>
                    <a:pt x="614680" y="94107"/>
                  </a:lnTo>
                  <a:lnTo>
                    <a:pt x="626160" y="83566"/>
                  </a:lnTo>
                  <a:lnTo>
                    <a:pt x="641350" y="79438"/>
                  </a:lnTo>
                  <a:lnTo>
                    <a:pt x="657402" y="82918"/>
                  </a:lnTo>
                  <a:lnTo>
                    <a:pt x="664298" y="91249"/>
                  </a:lnTo>
                  <a:lnTo>
                    <a:pt x="665441" y="101307"/>
                  </a:lnTo>
                  <a:lnTo>
                    <a:pt x="664311" y="109918"/>
                  </a:lnTo>
                  <a:lnTo>
                    <a:pt x="646023" y="198412"/>
                  </a:lnTo>
                  <a:lnTo>
                    <a:pt x="668883" y="198412"/>
                  </a:lnTo>
                  <a:lnTo>
                    <a:pt x="688695" y="108394"/>
                  </a:lnTo>
                  <a:lnTo>
                    <a:pt x="690118" y="92659"/>
                  </a:lnTo>
                  <a:close/>
                </a:path>
                <a:path w="931545" h="261620">
                  <a:moveTo>
                    <a:pt x="867181" y="61163"/>
                  </a:moveTo>
                  <a:lnTo>
                    <a:pt x="851560" y="62153"/>
                  </a:lnTo>
                  <a:lnTo>
                    <a:pt x="837387" y="64592"/>
                  </a:lnTo>
                  <a:lnTo>
                    <a:pt x="825512" y="67589"/>
                  </a:lnTo>
                  <a:lnTo>
                    <a:pt x="816800" y="70307"/>
                  </a:lnTo>
                  <a:lnTo>
                    <a:pt x="811657" y="66941"/>
                  </a:lnTo>
                  <a:lnTo>
                    <a:pt x="807542" y="65036"/>
                  </a:lnTo>
                  <a:lnTo>
                    <a:pt x="807542" y="95275"/>
                  </a:lnTo>
                  <a:lnTo>
                    <a:pt x="806132" y="109931"/>
                  </a:lnTo>
                  <a:lnTo>
                    <a:pt x="800887" y="125222"/>
                  </a:lnTo>
                  <a:lnTo>
                    <a:pt x="792797" y="135115"/>
                  </a:lnTo>
                  <a:lnTo>
                    <a:pt x="782980" y="140436"/>
                  </a:lnTo>
                  <a:lnTo>
                    <a:pt x="772604" y="142024"/>
                  </a:lnTo>
                  <a:lnTo>
                    <a:pt x="764133" y="140652"/>
                  </a:lnTo>
                  <a:lnTo>
                    <a:pt x="756373" y="135686"/>
                  </a:lnTo>
                  <a:lnTo>
                    <a:pt x="751776" y="125869"/>
                  </a:lnTo>
                  <a:lnTo>
                    <a:pt x="751814" y="125222"/>
                  </a:lnTo>
                  <a:lnTo>
                    <a:pt x="752792" y="109931"/>
                  </a:lnTo>
                  <a:lnTo>
                    <a:pt x="758456" y="94640"/>
                  </a:lnTo>
                  <a:lnTo>
                    <a:pt x="767270" y="84785"/>
                  </a:lnTo>
                  <a:lnTo>
                    <a:pt x="777316" y="79451"/>
                  </a:lnTo>
                  <a:lnTo>
                    <a:pt x="777494" y="79451"/>
                  </a:lnTo>
                  <a:lnTo>
                    <a:pt x="786320" y="77927"/>
                  </a:lnTo>
                  <a:lnTo>
                    <a:pt x="796061" y="79705"/>
                  </a:lnTo>
                  <a:lnTo>
                    <a:pt x="803656" y="85356"/>
                  </a:lnTo>
                  <a:lnTo>
                    <a:pt x="807542" y="95275"/>
                  </a:lnTo>
                  <a:lnTo>
                    <a:pt x="807542" y="65036"/>
                  </a:lnTo>
                  <a:lnTo>
                    <a:pt x="805370" y="64020"/>
                  </a:lnTo>
                  <a:lnTo>
                    <a:pt x="797941" y="61937"/>
                  </a:lnTo>
                  <a:lnTo>
                    <a:pt x="789368" y="61163"/>
                  </a:lnTo>
                  <a:lnTo>
                    <a:pt x="770229" y="64922"/>
                  </a:lnTo>
                  <a:lnTo>
                    <a:pt x="752932" y="75260"/>
                  </a:lnTo>
                  <a:lnTo>
                    <a:pt x="739355" y="90728"/>
                  </a:lnTo>
                  <a:lnTo>
                    <a:pt x="731354" y="109931"/>
                  </a:lnTo>
                  <a:lnTo>
                    <a:pt x="729907" y="118122"/>
                  </a:lnTo>
                  <a:lnTo>
                    <a:pt x="730021" y="126314"/>
                  </a:lnTo>
                  <a:lnTo>
                    <a:pt x="731570" y="133972"/>
                  </a:lnTo>
                  <a:lnTo>
                    <a:pt x="734377" y="140436"/>
                  </a:lnTo>
                  <a:lnTo>
                    <a:pt x="734301" y="140652"/>
                  </a:lnTo>
                  <a:lnTo>
                    <a:pt x="719162" y="174028"/>
                  </a:lnTo>
                  <a:lnTo>
                    <a:pt x="719162" y="183172"/>
                  </a:lnTo>
                  <a:lnTo>
                    <a:pt x="723734" y="189268"/>
                  </a:lnTo>
                  <a:lnTo>
                    <a:pt x="712190" y="196811"/>
                  </a:lnTo>
                  <a:lnTo>
                    <a:pt x="704494" y="205092"/>
                  </a:lnTo>
                  <a:lnTo>
                    <a:pt x="699947" y="213093"/>
                  </a:lnTo>
                  <a:lnTo>
                    <a:pt x="697826" y="219849"/>
                  </a:lnTo>
                  <a:lnTo>
                    <a:pt x="699808" y="235915"/>
                  </a:lnTo>
                  <a:lnTo>
                    <a:pt x="711365" y="248996"/>
                  </a:lnTo>
                  <a:lnTo>
                    <a:pt x="730669" y="257771"/>
                  </a:lnTo>
                  <a:lnTo>
                    <a:pt x="755840" y="260997"/>
                  </a:lnTo>
                  <a:lnTo>
                    <a:pt x="782535" y="257771"/>
                  </a:lnTo>
                  <a:lnTo>
                    <a:pt x="805942" y="248996"/>
                  </a:lnTo>
                  <a:lnTo>
                    <a:pt x="812279" y="244233"/>
                  </a:lnTo>
                  <a:lnTo>
                    <a:pt x="823353" y="235915"/>
                  </a:lnTo>
                  <a:lnTo>
                    <a:pt x="832040" y="219849"/>
                  </a:lnTo>
                  <a:lnTo>
                    <a:pt x="829818" y="199936"/>
                  </a:lnTo>
                  <a:lnTo>
                    <a:pt x="829271" y="195122"/>
                  </a:lnTo>
                  <a:lnTo>
                    <a:pt x="813371" y="182422"/>
                  </a:lnTo>
                  <a:lnTo>
                    <a:pt x="810704" y="181800"/>
                  </a:lnTo>
                  <a:lnTo>
                    <a:pt x="810704" y="219849"/>
                  </a:lnTo>
                  <a:lnTo>
                    <a:pt x="804989" y="229438"/>
                  </a:lnTo>
                  <a:lnTo>
                    <a:pt x="793559" y="237185"/>
                  </a:lnTo>
                  <a:lnTo>
                    <a:pt x="778129" y="242341"/>
                  </a:lnTo>
                  <a:lnTo>
                    <a:pt x="760412" y="244233"/>
                  </a:lnTo>
                  <a:lnTo>
                    <a:pt x="742569" y="242341"/>
                  </a:lnTo>
                  <a:lnTo>
                    <a:pt x="728891" y="237185"/>
                  </a:lnTo>
                  <a:lnTo>
                    <a:pt x="720674" y="229438"/>
                  </a:lnTo>
                  <a:lnTo>
                    <a:pt x="719162" y="219849"/>
                  </a:lnTo>
                  <a:lnTo>
                    <a:pt x="720026" y="216738"/>
                  </a:lnTo>
                  <a:lnTo>
                    <a:pt x="723734" y="209892"/>
                  </a:lnTo>
                  <a:lnTo>
                    <a:pt x="732028" y="203047"/>
                  </a:lnTo>
                  <a:lnTo>
                    <a:pt x="746594" y="199936"/>
                  </a:lnTo>
                  <a:lnTo>
                    <a:pt x="774128" y="199936"/>
                  </a:lnTo>
                  <a:lnTo>
                    <a:pt x="783056" y="200240"/>
                  </a:lnTo>
                  <a:lnTo>
                    <a:pt x="796417" y="202425"/>
                  </a:lnTo>
                  <a:lnTo>
                    <a:pt x="807770" y="208330"/>
                  </a:lnTo>
                  <a:lnTo>
                    <a:pt x="810704" y="219849"/>
                  </a:lnTo>
                  <a:lnTo>
                    <a:pt x="810704" y="181800"/>
                  </a:lnTo>
                  <a:lnTo>
                    <a:pt x="793457" y="177749"/>
                  </a:lnTo>
                  <a:lnTo>
                    <a:pt x="778700" y="177076"/>
                  </a:lnTo>
                  <a:lnTo>
                    <a:pt x="734402" y="177076"/>
                  </a:lnTo>
                  <a:lnTo>
                    <a:pt x="737450" y="161836"/>
                  </a:lnTo>
                  <a:lnTo>
                    <a:pt x="737450" y="158788"/>
                  </a:lnTo>
                  <a:lnTo>
                    <a:pt x="740498" y="154216"/>
                  </a:lnTo>
                  <a:lnTo>
                    <a:pt x="743546" y="151168"/>
                  </a:lnTo>
                  <a:lnTo>
                    <a:pt x="747712" y="154216"/>
                  </a:lnTo>
                  <a:lnTo>
                    <a:pt x="749554" y="155028"/>
                  </a:lnTo>
                  <a:lnTo>
                    <a:pt x="753503" y="156692"/>
                  </a:lnTo>
                  <a:lnTo>
                    <a:pt x="760349" y="158242"/>
                  </a:lnTo>
                  <a:lnTo>
                    <a:pt x="768032" y="158788"/>
                  </a:lnTo>
                  <a:lnTo>
                    <a:pt x="788035" y="155028"/>
                  </a:lnTo>
                  <a:lnTo>
                    <a:pt x="794639" y="151168"/>
                  </a:lnTo>
                  <a:lnTo>
                    <a:pt x="805751" y="144678"/>
                  </a:lnTo>
                  <a:lnTo>
                    <a:pt x="808101" y="142024"/>
                  </a:lnTo>
                  <a:lnTo>
                    <a:pt x="819467" y="129171"/>
                  </a:lnTo>
                  <a:lnTo>
                    <a:pt x="827468" y="109931"/>
                  </a:lnTo>
                  <a:lnTo>
                    <a:pt x="828497" y="100025"/>
                  </a:lnTo>
                  <a:lnTo>
                    <a:pt x="827659" y="91262"/>
                  </a:lnTo>
                  <a:lnTo>
                    <a:pt x="827532" y="90728"/>
                  </a:lnTo>
                  <a:lnTo>
                    <a:pt x="825969" y="84213"/>
                  </a:lnTo>
                  <a:lnTo>
                    <a:pt x="824420" y="79451"/>
                  </a:lnTo>
                  <a:lnTo>
                    <a:pt x="865657" y="79451"/>
                  </a:lnTo>
                  <a:lnTo>
                    <a:pt x="865784" y="77927"/>
                  </a:lnTo>
                  <a:lnTo>
                    <a:pt x="866419" y="70307"/>
                  </a:lnTo>
                  <a:lnTo>
                    <a:pt x="867181" y="61163"/>
                  </a:lnTo>
                  <a:close/>
                </a:path>
                <a:path w="931545" h="261620">
                  <a:moveTo>
                    <a:pt x="931189" y="174028"/>
                  </a:moveTo>
                  <a:lnTo>
                    <a:pt x="906805" y="174028"/>
                  </a:lnTo>
                  <a:lnTo>
                    <a:pt x="906805" y="198412"/>
                  </a:lnTo>
                  <a:lnTo>
                    <a:pt x="931189" y="198412"/>
                  </a:lnTo>
                  <a:lnTo>
                    <a:pt x="931189" y="174028"/>
                  </a:lnTo>
                  <a:close/>
                </a:path>
                <a:path w="931545" h="261620">
                  <a:moveTo>
                    <a:pt x="931189" y="64198"/>
                  </a:moveTo>
                  <a:lnTo>
                    <a:pt x="906805" y="64198"/>
                  </a:lnTo>
                  <a:lnTo>
                    <a:pt x="906805" y="88582"/>
                  </a:lnTo>
                  <a:lnTo>
                    <a:pt x="931189" y="88582"/>
                  </a:lnTo>
                  <a:lnTo>
                    <a:pt x="931189" y="641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6" name="object 156" descr=""/>
          <p:cNvGrpSpPr/>
          <p:nvPr/>
        </p:nvGrpSpPr>
        <p:grpSpPr>
          <a:xfrm>
            <a:off x="3851528" y="3479577"/>
            <a:ext cx="885190" cy="212725"/>
            <a:chOff x="3851528" y="3479577"/>
            <a:chExt cx="885190" cy="212725"/>
          </a:xfrm>
        </p:grpSpPr>
        <p:pic>
          <p:nvPicPr>
            <p:cNvPr id="157" name="object 157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3851528" y="3479577"/>
              <a:ext cx="392048" cy="212598"/>
            </a:xfrm>
            <a:prstGeom prst="rect">
              <a:avLst/>
            </a:prstGeom>
          </p:spPr>
        </p:pic>
        <p:pic>
          <p:nvPicPr>
            <p:cNvPr id="158" name="object 158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277106" y="3551872"/>
              <a:ext cx="74771" cy="137255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371689" y="3550348"/>
              <a:ext cx="108299" cy="141827"/>
            </a:xfrm>
            <a:prstGeom prst="rect">
              <a:avLst/>
            </a:prstGeom>
          </p:spPr>
        </p:pic>
        <p:pic>
          <p:nvPicPr>
            <p:cNvPr id="160" name="object 160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511992" y="3516725"/>
              <a:ext cx="224218" cy="175450"/>
            </a:xfrm>
            <a:prstGeom prst="rect">
              <a:avLst/>
            </a:prstGeom>
          </p:spPr>
        </p:pic>
      </p:grpSp>
      <p:pic>
        <p:nvPicPr>
          <p:cNvPr id="161" name="object 161" descr="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4856702" y="3478625"/>
            <a:ext cx="120586" cy="213550"/>
          </a:xfrm>
          <a:prstGeom prst="rect">
            <a:avLst/>
          </a:prstGeom>
        </p:spPr>
      </p:pic>
      <p:pic>
        <p:nvPicPr>
          <p:cNvPr id="162" name="object 162" descr="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5025961" y="3554825"/>
            <a:ext cx="108394" cy="137350"/>
          </a:xfrm>
          <a:prstGeom prst="rect">
            <a:avLst/>
          </a:prstGeom>
        </p:spPr>
      </p:pic>
      <p:grpSp>
        <p:nvGrpSpPr>
          <p:cNvPr id="163" name="object 163" descr=""/>
          <p:cNvGrpSpPr/>
          <p:nvPr/>
        </p:nvGrpSpPr>
        <p:grpSpPr>
          <a:xfrm>
            <a:off x="5183219" y="3479291"/>
            <a:ext cx="178435" cy="269875"/>
            <a:chOff x="5183219" y="3479291"/>
            <a:chExt cx="178435" cy="269875"/>
          </a:xfrm>
        </p:grpSpPr>
        <p:pic>
          <p:nvPicPr>
            <p:cNvPr id="164" name="object 164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183219" y="3551777"/>
              <a:ext cx="120491" cy="196786"/>
            </a:xfrm>
            <a:prstGeom prst="rect">
              <a:avLst/>
            </a:prstGeom>
          </p:spPr>
        </p:pic>
        <p:sp>
          <p:nvSpPr>
            <p:cNvPr id="165" name="object 165" descr=""/>
            <p:cNvSpPr/>
            <p:nvPr/>
          </p:nvSpPr>
          <p:spPr>
            <a:xfrm>
              <a:off x="5338571" y="3479291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60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6" name="object 166" descr=""/>
          <p:cNvGrpSpPr/>
          <p:nvPr/>
        </p:nvGrpSpPr>
        <p:grpSpPr>
          <a:xfrm>
            <a:off x="5408961" y="3490721"/>
            <a:ext cx="564515" cy="201930"/>
            <a:chOff x="5408961" y="3490721"/>
            <a:chExt cx="564515" cy="201930"/>
          </a:xfrm>
        </p:grpSpPr>
        <p:sp>
          <p:nvSpPr>
            <p:cNvPr id="167" name="object 167" descr=""/>
            <p:cNvSpPr/>
            <p:nvPr/>
          </p:nvSpPr>
          <p:spPr>
            <a:xfrm>
              <a:off x="5408955" y="3490721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5469922" y="3550348"/>
              <a:ext cx="114395" cy="141827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5608701" y="3550253"/>
              <a:ext cx="108299" cy="141922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5744527" y="3516725"/>
              <a:ext cx="228790" cy="175450"/>
            </a:xfrm>
            <a:prstGeom prst="rect">
              <a:avLst/>
            </a:prstGeom>
          </p:spPr>
        </p:pic>
      </p:grpSp>
      <p:grpSp>
        <p:nvGrpSpPr>
          <p:cNvPr id="171" name="object 171" descr=""/>
          <p:cNvGrpSpPr/>
          <p:nvPr/>
        </p:nvGrpSpPr>
        <p:grpSpPr>
          <a:xfrm>
            <a:off x="6093809" y="3516725"/>
            <a:ext cx="502284" cy="175895"/>
            <a:chOff x="6093809" y="3516725"/>
            <a:chExt cx="502284" cy="175895"/>
          </a:xfrm>
        </p:grpSpPr>
        <p:pic>
          <p:nvPicPr>
            <p:cNvPr id="172" name="object 172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6093809" y="3550348"/>
              <a:ext cx="114395" cy="141827"/>
            </a:xfrm>
            <a:prstGeom prst="rect">
              <a:avLst/>
            </a:prstGeom>
          </p:spPr>
        </p:pic>
        <p:pic>
          <p:nvPicPr>
            <p:cNvPr id="173" name="object 173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6234112" y="3550348"/>
              <a:ext cx="106775" cy="141827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368415" y="3516725"/>
              <a:ext cx="94487" cy="175450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488906" y="3550253"/>
              <a:ext cx="106775" cy="141922"/>
            </a:xfrm>
            <a:prstGeom prst="rect">
              <a:avLst/>
            </a:prstGeom>
          </p:spPr>
        </p:pic>
      </p:grpSp>
      <p:grpSp>
        <p:nvGrpSpPr>
          <p:cNvPr id="176" name="object 176" descr=""/>
          <p:cNvGrpSpPr/>
          <p:nvPr/>
        </p:nvGrpSpPr>
        <p:grpSpPr>
          <a:xfrm>
            <a:off x="6641592" y="3479291"/>
            <a:ext cx="346075" cy="272415"/>
            <a:chOff x="6641592" y="3479291"/>
            <a:chExt cx="346075" cy="272415"/>
          </a:xfrm>
        </p:grpSpPr>
        <p:sp>
          <p:nvSpPr>
            <p:cNvPr id="177" name="object 177" descr=""/>
            <p:cNvSpPr/>
            <p:nvPr/>
          </p:nvSpPr>
          <p:spPr>
            <a:xfrm>
              <a:off x="6641592" y="3479291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697884" y="3550253"/>
              <a:ext cx="289750" cy="201453"/>
            </a:xfrm>
            <a:prstGeom prst="rect">
              <a:avLst/>
            </a:prstGeom>
          </p:spPr>
        </p:pic>
      </p:grpSp>
      <p:grpSp>
        <p:nvGrpSpPr>
          <p:cNvPr id="179" name="object 179" descr=""/>
          <p:cNvGrpSpPr/>
          <p:nvPr/>
        </p:nvGrpSpPr>
        <p:grpSpPr>
          <a:xfrm>
            <a:off x="7117365" y="3550253"/>
            <a:ext cx="255270" cy="198755"/>
            <a:chOff x="7117365" y="3550253"/>
            <a:chExt cx="255270" cy="198755"/>
          </a:xfrm>
        </p:grpSpPr>
        <p:pic>
          <p:nvPicPr>
            <p:cNvPr id="180" name="object 180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7265288" y="3550253"/>
              <a:ext cx="106775" cy="141922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7117365" y="3551872"/>
              <a:ext cx="120491" cy="196786"/>
            </a:xfrm>
            <a:prstGeom prst="rect">
              <a:avLst/>
            </a:prstGeom>
          </p:spPr>
        </p:pic>
      </p:grpSp>
      <p:grpSp>
        <p:nvGrpSpPr>
          <p:cNvPr id="182" name="object 182" descr=""/>
          <p:cNvGrpSpPr/>
          <p:nvPr/>
        </p:nvGrpSpPr>
        <p:grpSpPr>
          <a:xfrm>
            <a:off x="7419308" y="3479291"/>
            <a:ext cx="313690" cy="213360"/>
            <a:chOff x="7419308" y="3479291"/>
            <a:chExt cx="313690" cy="213360"/>
          </a:xfrm>
        </p:grpSpPr>
        <p:pic>
          <p:nvPicPr>
            <p:cNvPr id="183" name="object 183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7419308" y="3551777"/>
              <a:ext cx="106775" cy="137350"/>
            </a:xfrm>
            <a:prstGeom prst="rect">
              <a:avLst/>
            </a:prstGeom>
          </p:spPr>
        </p:pic>
        <p:pic>
          <p:nvPicPr>
            <p:cNvPr id="184" name="object 184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7561230" y="3550348"/>
              <a:ext cx="114395" cy="141827"/>
            </a:xfrm>
            <a:prstGeom prst="rect">
              <a:avLst/>
            </a:prstGeom>
          </p:spPr>
        </p:pic>
        <p:sp>
          <p:nvSpPr>
            <p:cNvPr id="185" name="object 185" descr=""/>
            <p:cNvSpPr/>
            <p:nvPr/>
          </p:nvSpPr>
          <p:spPr>
            <a:xfrm>
              <a:off x="7709915" y="3479291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60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6" name="object 186" descr=""/>
          <p:cNvGrpSpPr/>
          <p:nvPr/>
        </p:nvGrpSpPr>
        <p:grpSpPr>
          <a:xfrm>
            <a:off x="7867840" y="3478625"/>
            <a:ext cx="566420" cy="213995"/>
            <a:chOff x="7867840" y="3478625"/>
            <a:chExt cx="566420" cy="213995"/>
          </a:xfrm>
        </p:grpSpPr>
        <p:pic>
          <p:nvPicPr>
            <p:cNvPr id="187" name="object 187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7867840" y="3550253"/>
              <a:ext cx="265366" cy="141922"/>
            </a:xfrm>
            <a:prstGeom prst="rect">
              <a:avLst/>
            </a:prstGeom>
          </p:spPr>
        </p:pic>
        <p:pic>
          <p:nvPicPr>
            <p:cNvPr id="188" name="object 188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8162163" y="3478625"/>
              <a:ext cx="120491" cy="213550"/>
            </a:xfrm>
            <a:prstGeom prst="rect">
              <a:avLst/>
            </a:prstGeom>
          </p:spPr>
        </p:pic>
        <p:pic>
          <p:nvPicPr>
            <p:cNvPr id="189" name="object 189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8317801" y="3550253"/>
              <a:ext cx="115919" cy="141922"/>
            </a:xfrm>
            <a:prstGeom prst="rect">
              <a:avLst/>
            </a:prstGeom>
          </p:spPr>
        </p:pic>
      </p:grpSp>
      <p:sp>
        <p:nvSpPr>
          <p:cNvPr id="190" name="object 190" descr=""/>
          <p:cNvSpPr/>
          <p:nvPr/>
        </p:nvSpPr>
        <p:spPr>
          <a:xfrm>
            <a:off x="8566391" y="3490721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4" h="198754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6034" h="198754">
                <a:moveTo>
                  <a:pt x="25908" y="0"/>
                </a:moveTo>
                <a:lnTo>
                  <a:pt x="0" y="0"/>
                </a:lnTo>
                <a:lnTo>
                  <a:pt x="0" y="27533"/>
                </a:lnTo>
                <a:lnTo>
                  <a:pt x="25908" y="27533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1" name="object 191" descr=""/>
          <p:cNvGrpSpPr/>
          <p:nvPr/>
        </p:nvGrpSpPr>
        <p:grpSpPr>
          <a:xfrm>
            <a:off x="8639651" y="3516629"/>
            <a:ext cx="382905" cy="175895"/>
            <a:chOff x="8639651" y="3516629"/>
            <a:chExt cx="382905" cy="175895"/>
          </a:xfrm>
        </p:grpSpPr>
        <p:pic>
          <p:nvPicPr>
            <p:cNvPr id="192" name="object 192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8639651" y="3551777"/>
              <a:ext cx="106775" cy="137350"/>
            </a:xfrm>
            <a:prstGeom prst="rect">
              <a:avLst/>
            </a:prstGeom>
          </p:spPr>
        </p:pic>
        <p:pic>
          <p:nvPicPr>
            <p:cNvPr id="193" name="object 193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8777002" y="3516629"/>
              <a:ext cx="245459" cy="175545"/>
            </a:xfrm>
            <a:prstGeom prst="rect">
              <a:avLst/>
            </a:prstGeom>
          </p:spPr>
        </p:pic>
      </p:grpSp>
      <p:grpSp>
        <p:nvGrpSpPr>
          <p:cNvPr id="194" name="object 194" descr=""/>
          <p:cNvGrpSpPr/>
          <p:nvPr/>
        </p:nvGrpSpPr>
        <p:grpSpPr>
          <a:xfrm>
            <a:off x="1417034" y="3925633"/>
            <a:ext cx="608965" cy="143510"/>
            <a:chOff x="1417034" y="3925633"/>
            <a:chExt cx="608965" cy="143510"/>
          </a:xfrm>
        </p:grpSpPr>
        <p:pic>
          <p:nvPicPr>
            <p:cNvPr id="195" name="object 195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417034" y="3925633"/>
              <a:ext cx="202882" cy="143446"/>
            </a:xfrm>
            <a:prstGeom prst="rect">
              <a:avLst/>
            </a:prstGeom>
          </p:spPr>
        </p:pic>
        <p:pic>
          <p:nvPicPr>
            <p:cNvPr id="196" name="object 196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653444" y="3930205"/>
              <a:ext cx="108299" cy="138874"/>
            </a:xfrm>
            <a:prstGeom prst="rect">
              <a:avLst/>
            </a:prstGeom>
          </p:spPr>
        </p:pic>
        <p:pic>
          <p:nvPicPr>
            <p:cNvPr id="197" name="object 197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793843" y="3925633"/>
              <a:ext cx="100679" cy="143446"/>
            </a:xfrm>
            <a:prstGeom prst="rect">
              <a:avLst/>
            </a:prstGeom>
          </p:spPr>
        </p:pic>
        <p:pic>
          <p:nvPicPr>
            <p:cNvPr id="198" name="object 198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917382" y="3925633"/>
              <a:ext cx="108299" cy="143446"/>
            </a:xfrm>
            <a:prstGeom prst="rect">
              <a:avLst/>
            </a:prstGeom>
          </p:spPr>
        </p:pic>
      </p:grpSp>
      <p:grpSp>
        <p:nvGrpSpPr>
          <p:cNvPr id="199" name="object 199" descr=""/>
          <p:cNvGrpSpPr/>
          <p:nvPr/>
        </p:nvGrpSpPr>
        <p:grpSpPr>
          <a:xfrm>
            <a:off x="2071401" y="3855434"/>
            <a:ext cx="329565" cy="213995"/>
            <a:chOff x="2071401" y="3855434"/>
            <a:chExt cx="329565" cy="213995"/>
          </a:xfrm>
        </p:grpSpPr>
        <p:pic>
          <p:nvPicPr>
            <p:cNvPr id="200" name="object 200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2071401" y="3855434"/>
              <a:ext cx="120491" cy="213550"/>
            </a:xfrm>
            <a:prstGeom prst="rect">
              <a:avLst/>
            </a:prstGeom>
          </p:spPr>
        </p:pic>
        <p:sp>
          <p:nvSpPr>
            <p:cNvPr id="201" name="object 201" descr=""/>
            <p:cNvSpPr/>
            <p:nvPr/>
          </p:nvSpPr>
          <p:spPr>
            <a:xfrm>
              <a:off x="2226563" y="3855719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2284952" y="3925633"/>
              <a:ext cx="115919" cy="143446"/>
            </a:xfrm>
            <a:prstGeom prst="rect">
              <a:avLst/>
            </a:prstGeom>
          </p:spPr>
        </p:pic>
      </p:grpSp>
      <p:grpSp>
        <p:nvGrpSpPr>
          <p:cNvPr id="203" name="object 203" descr=""/>
          <p:cNvGrpSpPr/>
          <p:nvPr/>
        </p:nvGrpSpPr>
        <p:grpSpPr>
          <a:xfrm>
            <a:off x="2535174" y="3855434"/>
            <a:ext cx="906144" cy="213995"/>
            <a:chOff x="2535174" y="3855434"/>
            <a:chExt cx="906144" cy="213995"/>
          </a:xfrm>
        </p:grpSpPr>
        <p:pic>
          <p:nvPicPr>
            <p:cNvPr id="204" name="object 204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2535174" y="3927157"/>
              <a:ext cx="190595" cy="138874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2760916" y="3892105"/>
              <a:ext cx="224218" cy="176974"/>
            </a:xfrm>
            <a:prstGeom prst="rect">
              <a:avLst/>
            </a:prstGeom>
          </p:spPr>
        </p:pic>
        <p:pic>
          <p:nvPicPr>
            <p:cNvPr id="206" name="object 206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3018663" y="3855434"/>
              <a:ext cx="106775" cy="210597"/>
            </a:xfrm>
            <a:prstGeom prst="rect">
              <a:avLst/>
            </a:prstGeom>
          </p:spPr>
        </p:pic>
        <p:pic>
          <p:nvPicPr>
            <p:cNvPr id="207" name="object 207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3159061" y="3925633"/>
              <a:ext cx="134207" cy="143446"/>
            </a:xfrm>
            <a:prstGeom prst="rect">
              <a:avLst/>
            </a:prstGeom>
          </p:spPr>
        </p:pic>
        <p:pic>
          <p:nvPicPr>
            <p:cNvPr id="208" name="object 208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3320700" y="3855434"/>
              <a:ext cx="120491" cy="213645"/>
            </a:xfrm>
            <a:prstGeom prst="rect">
              <a:avLst/>
            </a:prstGeom>
          </p:spPr>
        </p:pic>
      </p:grpSp>
      <p:pic>
        <p:nvPicPr>
          <p:cNvPr id="209" name="object 209" descr="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1029652" y="4327016"/>
            <a:ext cx="186023" cy="175450"/>
          </a:xfrm>
          <a:prstGeom prst="rect">
            <a:avLst/>
          </a:prstGeom>
        </p:spPr>
      </p:pic>
      <p:sp>
        <p:nvSpPr>
          <p:cNvPr id="210" name="object 210" descr=""/>
          <p:cNvSpPr/>
          <p:nvPr/>
        </p:nvSpPr>
        <p:spPr>
          <a:xfrm>
            <a:off x="1420076" y="4314735"/>
            <a:ext cx="602615" cy="271780"/>
          </a:xfrm>
          <a:custGeom>
            <a:avLst/>
            <a:gdLst/>
            <a:ahLst/>
            <a:cxnLst/>
            <a:rect l="l" t="t" r="r" b="b"/>
            <a:pathLst>
              <a:path w="602614" h="271779">
                <a:moveTo>
                  <a:pt x="180022" y="0"/>
                </a:moveTo>
                <a:lnTo>
                  <a:pt x="44284" y="0"/>
                </a:lnTo>
                <a:lnTo>
                  <a:pt x="0" y="209080"/>
                </a:lnTo>
                <a:lnTo>
                  <a:pt x="138874" y="209080"/>
                </a:lnTo>
                <a:lnTo>
                  <a:pt x="143446" y="187744"/>
                </a:lnTo>
                <a:lnTo>
                  <a:pt x="32092" y="187744"/>
                </a:lnTo>
                <a:lnTo>
                  <a:pt x="48856" y="109918"/>
                </a:lnTo>
                <a:lnTo>
                  <a:pt x="148018" y="109918"/>
                </a:lnTo>
                <a:lnTo>
                  <a:pt x="152590" y="91541"/>
                </a:lnTo>
                <a:lnTo>
                  <a:pt x="51904" y="91541"/>
                </a:lnTo>
                <a:lnTo>
                  <a:pt x="67144" y="19812"/>
                </a:lnTo>
                <a:lnTo>
                  <a:pt x="175450" y="19812"/>
                </a:lnTo>
                <a:lnTo>
                  <a:pt x="180022" y="0"/>
                </a:lnTo>
                <a:close/>
              </a:path>
              <a:path w="602614" h="271779">
                <a:moveTo>
                  <a:pt x="327952" y="0"/>
                </a:moveTo>
                <a:lnTo>
                  <a:pt x="306616" y="0"/>
                </a:lnTo>
                <a:lnTo>
                  <a:pt x="286804" y="88493"/>
                </a:lnTo>
                <a:lnTo>
                  <a:pt x="282232" y="84836"/>
                </a:lnTo>
                <a:lnTo>
                  <a:pt x="282232" y="106870"/>
                </a:lnTo>
                <a:lnTo>
                  <a:pt x="270040" y="167830"/>
                </a:lnTo>
                <a:lnTo>
                  <a:pt x="268516" y="172504"/>
                </a:lnTo>
                <a:lnTo>
                  <a:pt x="266992" y="177076"/>
                </a:lnTo>
                <a:lnTo>
                  <a:pt x="254800" y="186220"/>
                </a:lnTo>
                <a:lnTo>
                  <a:pt x="247180" y="192316"/>
                </a:lnTo>
                <a:lnTo>
                  <a:pt x="239560" y="193840"/>
                </a:lnTo>
                <a:lnTo>
                  <a:pt x="231838" y="193840"/>
                </a:lnTo>
                <a:lnTo>
                  <a:pt x="217652" y="191122"/>
                </a:lnTo>
                <a:lnTo>
                  <a:pt x="206311" y="182397"/>
                </a:lnTo>
                <a:lnTo>
                  <a:pt x="200126" y="166789"/>
                </a:lnTo>
                <a:lnTo>
                  <a:pt x="201358" y="143446"/>
                </a:lnTo>
                <a:lnTo>
                  <a:pt x="210578" y="117741"/>
                </a:lnTo>
                <a:lnTo>
                  <a:pt x="224802" y="101295"/>
                </a:lnTo>
                <a:lnTo>
                  <a:pt x="241122" y="92532"/>
                </a:lnTo>
                <a:lnTo>
                  <a:pt x="241274" y="92532"/>
                </a:lnTo>
                <a:lnTo>
                  <a:pt x="256324" y="90017"/>
                </a:lnTo>
                <a:lnTo>
                  <a:pt x="265506" y="91363"/>
                </a:lnTo>
                <a:lnTo>
                  <a:pt x="272707" y="95008"/>
                </a:lnTo>
                <a:lnTo>
                  <a:pt x="278180" y="100380"/>
                </a:lnTo>
                <a:lnTo>
                  <a:pt x="282232" y="106870"/>
                </a:lnTo>
                <a:lnTo>
                  <a:pt x="282232" y="84836"/>
                </a:lnTo>
                <a:lnTo>
                  <a:pt x="276326" y="80086"/>
                </a:lnTo>
                <a:lnTo>
                  <a:pt x="265849" y="74968"/>
                </a:lnTo>
                <a:lnTo>
                  <a:pt x="255943" y="72415"/>
                </a:lnTo>
                <a:lnTo>
                  <a:pt x="247180" y="71729"/>
                </a:lnTo>
                <a:lnTo>
                  <a:pt x="224586" y="77330"/>
                </a:lnTo>
                <a:lnTo>
                  <a:pt x="187502" y="114884"/>
                </a:lnTo>
                <a:lnTo>
                  <a:pt x="175641" y="169887"/>
                </a:lnTo>
                <a:lnTo>
                  <a:pt x="182308" y="192684"/>
                </a:lnTo>
                <a:lnTo>
                  <a:pt x="195834" y="208026"/>
                </a:lnTo>
                <a:lnTo>
                  <a:pt x="215074" y="213652"/>
                </a:lnTo>
                <a:lnTo>
                  <a:pt x="223786" y="212902"/>
                </a:lnTo>
                <a:lnTo>
                  <a:pt x="235508" y="210032"/>
                </a:lnTo>
                <a:lnTo>
                  <a:pt x="249224" y="204000"/>
                </a:lnTo>
                <a:lnTo>
                  <a:pt x="263944" y="193840"/>
                </a:lnTo>
                <a:lnTo>
                  <a:pt x="260896" y="209080"/>
                </a:lnTo>
                <a:lnTo>
                  <a:pt x="283756" y="209080"/>
                </a:lnTo>
                <a:lnTo>
                  <a:pt x="308914" y="90017"/>
                </a:lnTo>
                <a:lnTo>
                  <a:pt x="309245" y="88493"/>
                </a:lnTo>
                <a:lnTo>
                  <a:pt x="327952" y="0"/>
                </a:lnTo>
                <a:close/>
              </a:path>
              <a:path w="602614" h="271779">
                <a:moveTo>
                  <a:pt x="482053" y="71729"/>
                </a:moveTo>
                <a:lnTo>
                  <a:pt x="466471" y="72720"/>
                </a:lnTo>
                <a:lnTo>
                  <a:pt x="452297" y="75158"/>
                </a:lnTo>
                <a:lnTo>
                  <a:pt x="440397" y="78155"/>
                </a:lnTo>
                <a:lnTo>
                  <a:pt x="431673" y="80873"/>
                </a:lnTo>
                <a:lnTo>
                  <a:pt x="427189" y="77508"/>
                </a:lnTo>
                <a:lnTo>
                  <a:pt x="422414" y="75260"/>
                </a:lnTo>
                <a:lnTo>
                  <a:pt x="422414" y="105930"/>
                </a:lnTo>
                <a:lnTo>
                  <a:pt x="421005" y="120586"/>
                </a:lnTo>
                <a:lnTo>
                  <a:pt x="415759" y="135877"/>
                </a:lnTo>
                <a:lnTo>
                  <a:pt x="407670" y="145732"/>
                </a:lnTo>
                <a:lnTo>
                  <a:pt x="397852" y="151015"/>
                </a:lnTo>
                <a:lnTo>
                  <a:pt x="387477" y="152590"/>
                </a:lnTo>
                <a:lnTo>
                  <a:pt x="379018" y="151231"/>
                </a:lnTo>
                <a:lnTo>
                  <a:pt x="371284" y="146304"/>
                </a:lnTo>
                <a:lnTo>
                  <a:pt x="366687" y="136512"/>
                </a:lnTo>
                <a:lnTo>
                  <a:pt x="366725" y="135877"/>
                </a:lnTo>
                <a:lnTo>
                  <a:pt x="367665" y="120586"/>
                </a:lnTo>
                <a:lnTo>
                  <a:pt x="373329" y="105283"/>
                </a:lnTo>
                <a:lnTo>
                  <a:pt x="382143" y="95389"/>
                </a:lnTo>
                <a:lnTo>
                  <a:pt x="392214" y="90017"/>
                </a:lnTo>
                <a:lnTo>
                  <a:pt x="392455" y="90017"/>
                </a:lnTo>
                <a:lnTo>
                  <a:pt x="401193" y="88493"/>
                </a:lnTo>
                <a:lnTo>
                  <a:pt x="410933" y="90284"/>
                </a:lnTo>
                <a:lnTo>
                  <a:pt x="418528" y="95961"/>
                </a:lnTo>
                <a:lnTo>
                  <a:pt x="418592" y="96113"/>
                </a:lnTo>
                <a:lnTo>
                  <a:pt x="422414" y="105930"/>
                </a:lnTo>
                <a:lnTo>
                  <a:pt x="422414" y="75260"/>
                </a:lnTo>
                <a:lnTo>
                  <a:pt x="421005" y="74587"/>
                </a:lnTo>
                <a:lnTo>
                  <a:pt x="413664" y="72504"/>
                </a:lnTo>
                <a:lnTo>
                  <a:pt x="405765" y="71729"/>
                </a:lnTo>
                <a:lnTo>
                  <a:pt x="385762" y="75488"/>
                </a:lnTo>
                <a:lnTo>
                  <a:pt x="368046" y="85826"/>
                </a:lnTo>
                <a:lnTo>
                  <a:pt x="354330" y="101333"/>
                </a:lnTo>
                <a:lnTo>
                  <a:pt x="346329" y="120586"/>
                </a:lnTo>
                <a:lnTo>
                  <a:pt x="345046" y="129425"/>
                </a:lnTo>
                <a:lnTo>
                  <a:pt x="345528" y="137541"/>
                </a:lnTo>
                <a:lnTo>
                  <a:pt x="347167" y="144805"/>
                </a:lnTo>
                <a:lnTo>
                  <a:pt x="349364" y="151015"/>
                </a:lnTo>
                <a:lnTo>
                  <a:pt x="349250" y="151231"/>
                </a:lnTo>
                <a:lnTo>
                  <a:pt x="334035" y="184696"/>
                </a:lnTo>
                <a:lnTo>
                  <a:pt x="334035" y="193840"/>
                </a:lnTo>
                <a:lnTo>
                  <a:pt x="338607" y="199936"/>
                </a:lnTo>
                <a:lnTo>
                  <a:pt x="327063" y="207479"/>
                </a:lnTo>
                <a:lnTo>
                  <a:pt x="319366" y="215747"/>
                </a:lnTo>
                <a:lnTo>
                  <a:pt x="314820" y="223723"/>
                </a:lnTo>
                <a:lnTo>
                  <a:pt x="312699" y="230416"/>
                </a:lnTo>
                <a:lnTo>
                  <a:pt x="314680" y="246532"/>
                </a:lnTo>
                <a:lnTo>
                  <a:pt x="326237" y="259638"/>
                </a:lnTo>
                <a:lnTo>
                  <a:pt x="345541" y="268439"/>
                </a:lnTo>
                <a:lnTo>
                  <a:pt x="370713" y="271653"/>
                </a:lnTo>
                <a:lnTo>
                  <a:pt x="397408" y="268655"/>
                </a:lnTo>
                <a:lnTo>
                  <a:pt x="420814" y="260210"/>
                </a:lnTo>
                <a:lnTo>
                  <a:pt x="427926" y="254889"/>
                </a:lnTo>
                <a:lnTo>
                  <a:pt x="438226" y="247180"/>
                </a:lnTo>
                <a:lnTo>
                  <a:pt x="446913" y="230416"/>
                </a:lnTo>
                <a:lnTo>
                  <a:pt x="444639" y="210604"/>
                </a:lnTo>
                <a:lnTo>
                  <a:pt x="444195" y="206616"/>
                </a:lnTo>
                <a:lnTo>
                  <a:pt x="428282" y="194411"/>
                </a:lnTo>
                <a:lnTo>
                  <a:pt x="425577" y="193802"/>
                </a:lnTo>
                <a:lnTo>
                  <a:pt x="425577" y="231940"/>
                </a:lnTo>
                <a:lnTo>
                  <a:pt x="419862" y="240665"/>
                </a:lnTo>
                <a:lnTo>
                  <a:pt x="408432" y="247980"/>
                </a:lnTo>
                <a:lnTo>
                  <a:pt x="393001" y="253022"/>
                </a:lnTo>
                <a:lnTo>
                  <a:pt x="375285" y="254889"/>
                </a:lnTo>
                <a:lnTo>
                  <a:pt x="358127" y="253212"/>
                </a:lnTo>
                <a:lnTo>
                  <a:pt x="344373" y="248361"/>
                </a:lnTo>
                <a:lnTo>
                  <a:pt x="335775" y="240665"/>
                </a:lnTo>
                <a:lnTo>
                  <a:pt x="334035" y="230416"/>
                </a:lnTo>
                <a:lnTo>
                  <a:pt x="335114" y="227317"/>
                </a:lnTo>
                <a:lnTo>
                  <a:pt x="339191" y="220510"/>
                </a:lnTo>
                <a:lnTo>
                  <a:pt x="347586" y="213690"/>
                </a:lnTo>
                <a:lnTo>
                  <a:pt x="361569" y="210604"/>
                </a:lnTo>
                <a:lnTo>
                  <a:pt x="389001" y="210604"/>
                </a:lnTo>
                <a:lnTo>
                  <a:pt x="397929" y="210934"/>
                </a:lnTo>
                <a:lnTo>
                  <a:pt x="411289" y="213271"/>
                </a:lnTo>
                <a:lnTo>
                  <a:pt x="422643" y="219595"/>
                </a:lnTo>
                <a:lnTo>
                  <a:pt x="425577" y="231940"/>
                </a:lnTo>
                <a:lnTo>
                  <a:pt x="425577" y="193802"/>
                </a:lnTo>
                <a:lnTo>
                  <a:pt x="408355" y="189903"/>
                </a:lnTo>
                <a:lnTo>
                  <a:pt x="393573" y="189268"/>
                </a:lnTo>
                <a:lnTo>
                  <a:pt x="366141" y="189268"/>
                </a:lnTo>
                <a:lnTo>
                  <a:pt x="362280" y="189001"/>
                </a:lnTo>
                <a:lnTo>
                  <a:pt x="356997" y="187172"/>
                </a:lnTo>
                <a:lnTo>
                  <a:pt x="352856" y="182194"/>
                </a:lnTo>
                <a:lnTo>
                  <a:pt x="352425" y="172504"/>
                </a:lnTo>
                <a:lnTo>
                  <a:pt x="353949" y="169354"/>
                </a:lnTo>
                <a:lnTo>
                  <a:pt x="355473" y="164782"/>
                </a:lnTo>
                <a:lnTo>
                  <a:pt x="358521" y="161734"/>
                </a:lnTo>
                <a:lnTo>
                  <a:pt x="362788" y="165087"/>
                </a:lnTo>
                <a:lnTo>
                  <a:pt x="368617" y="168021"/>
                </a:lnTo>
                <a:lnTo>
                  <a:pt x="375881" y="170091"/>
                </a:lnTo>
                <a:lnTo>
                  <a:pt x="384429" y="170878"/>
                </a:lnTo>
                <a:lnTo>
                  <a:pt x="403758" y="166878"/>
                </a:lnTo>
                <a:lnTo>
                  <a:pt x="435000" y="140017"/>
                </a:lnTo>
                <a:lnTo>
                  <a:pt x="443369" y="110921"/>
                </a:lnTo>
                <a:lnTo>
                  <a:pt x="442531" y="102666"/>
                </a:lnTo>
                <a:lnTo>
                  <a:pt x="440791" y="95961"/>
                </a:lnTo>
                <a:lnTo>
                  <a:pt x="439293" y="91541"/>
                </a:lnTo>
                <a:lnTo>
                  <a:pt x="446913" y="91541"/>
                </a:lnTo>
                <a:lnTo>
                  <a:pt x="456145" y="90017"/>
                </a:lnTo>
                <a:lnTo>
                  <a:pt x="468337" y="90017"/>
                </a:lnTo>
                <a:lnTo>
                  <a:pt x="480529" y="91541"/>
                </a:lnTo>
                <a:lnTo>
                  <a:pt x="480656" y="90017"/>
                </a:lnTo>
                <a:lnTo>
                  <a:pt x="480771" y="88493"/>
                </a:lnTo>
                <a:lnTo>
                  <a:pt x="481355" y="80873"/>
                </a:lnTo>
                <a:lnTo>
                  <a:pt x="482053" y="71729"/>
                </a:lnTo>
                <a:close/>
              </a:path>
              <a:path w="602614" h="271779">
                <a:moveTo>
                  <a:pt x="602170" y="120383"/>
                </a:moveTo>
                <a:lnTo>
                  <a:pt x="590550" y="80479"/>
                </a:lnTo>
                <a:lnTo>
                  <a:pt x="585787" y="77304"/>
                </a:lnTo>
                <a:lnTo>
                  <a:pt x="585787" y="126682"/>
                </a:lnTo>
                <a:lnTo>
                  <a:pt x="511009" y="126682"/>
                </a:lnTo>
                <a:lnTo>
                  <a:pt x="519658" y="111074"/>
                </a:lnTo>
                <a:lnTo>
                  <a:pt x="531012" y="99009"/>
                </a:lnTo>
                <a:lnTo>
                  <a:pt x="543801" y="91236"/>
                </a:lnTo>
                <a:lnTo>
                  <a:pt x="556729" y="88480"/>
                </a:lnTo>
                <a:lnTo>
                  <a:pt x="568604" y="90601"/>
                </a:lnTo>
                <a:lnTo>
                  <a:pt x="578154" y="97294"/>
                </a:lnTo>
                <a:lnTo>
                  <a:pt x="584263" y="109143"/>
                </a:lnTo>
                <a:lnTo>
                  <a:pt x="585787" y="126682"/>
                </a:lnTo>
                <a:lnTo>
                  <a:pt x="585787" y="77304"/>
                </a:lnTo>
                <a:lnTo>
                  <a:pt x="580834" y="74002"/>
                </a:lnTo>
                <a:lnTo>
                  <a:pt x="570547" y="70954"/>
                </a:lnTo>
                <a:lnTo>
                  <a:pt x="561403" y="70192"/>
                </a:lnTo>
                <a:lnTo>
                  <a:pt x="536371" y="75806"/>
                </a:lnTo>
                <a:lnTo>
                  <a:pt x="513499" y="91008"/>
                </a:lnTo>
                <a:lnTo>
                  <a:pt x="495515" y="113360"/>
                </a:lnTo>
                <a:lnTo>
                  <a:pt x="485101" y="140398"/>
                </a:lnTo>
                <a:lnTo>
                  <a:pt x="485051" y="143446"/>
                </a:lnTo>
                <a:lnTo>
                  <a:pt x="484606" y="169240"/>
                </a:lnTo>
                <a:lnTo>
                  <a:pt x="493674" y="192493"/>
                </a:lnTo>
                <a:lnTo>
                  <a:pt x="511035" y="208000"/>
                </a:lnTo>
                <a:lnTo>
                  <a:pt x="535393" y="213639"/>
                </a:lnTo>
                <a:lnTo>
                  <a:pt x="549935" y="212305"/>
                </a:lnTo>
                <a:lnTo>
                  <a:pt x="563638" y="208686"/>
                </a:lnTo>
                <a:lnTo>
                  <a:pt x="576199" y="203352"/>
                </a:lnTo>
                <a:lnTo>
                  <a:pt x="587311" y="196875"/>
                </a:lnTo>
                <a:lnTo>
                  <a:pt x="587540" y="193827"/>
                </a:lnTo>
                <a:lnTo>
                  <a:pt x="587654" y="192493"/>
                </a:lnTo>
                <a:lnTo>
                  <a:pt x="587705" y="191731"/>
                </a:lnTo>
                <a:lnTo>
                  <a:pt x="588835" y="177063"/>
                </a:lnTo>
                <a:lnTo>
                  <a:pt x="572414" y="186766"/>
                </a:lnTo>
                <a:lnTo>
                  <a:pt x="558114" y="191731"/>
                </a:lnTo>
                <a:lnTo>
                  <a:pt x="546963" y="193573"/>
                </a:lnTo>
                <a:lnTo>
                  <a:pt x="539965" y="193827"/>
                </a:lnTo>
                <a:lnTo>
                  <a:pt x="523582" y="190042"/>
                </a:lnTo>
                <a:lnTo>
                  <a:pt x="511771" y="179539"/>
                </a:lnTo>
                <a:lnTo>
                  <a:pt x="505675" y="163576"/>
                </a:lnTo>
                <a:lnTo>
                  <a:pt x="506437" y="143446"/>
                </a:lnTo>
                <a:lnTo>
                  <a:pt x="599503" y="143446"/>
                </a:lnTo>
                <a:lnTo>
                  <a:pt x="600976" y="133413"/>
                </a:lnTo>
                <a:lnTo>
                  <a:pt x="601599" y="126682"/>
                </a:lnTo>
                <a:lnTo>
                  <a:pt x="602170" y="1203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 descr=""/>
          <p:cNvSpPr/>
          <p:nvPr/>
        </p:nvSpPr>
        <p:spPr>
          <a:xfrm>
            <a:off x="2155520" y="4310164"/>
            <a:ext cx="556895" cy="218440"/>
          </a:xfrm>
          <a:custGeom>
            <a:avLst/>
            <a:gdLst/>
            <a:ahLst/>
            <a:cxnLst/>
            <a:rect l="l" t="t" r="r" b="b"/>
            <a:pathLst>
              <a:path w="556894" h="218439">
                <a:moveTo>
                  <a:pt x="176758" y="10668"/>
                </a:moveTo>
                <a:lnTo>
                  <a:pt x="137058" y="952"/>
                </a:lnTo>
                <a:lnTo>
                  <a:pt x="123329" y="0"/>
                </a:lnTo>
                <a:lnTo>
                  <a:pt x="102844" y="2209"/>
                </a:lnTo>
                <a:lnTo>
                  <a:pt x="64173" y="18681"/>
                </a:lnTo>
                <a:lnTo>
                  <a:pt x="31381" y="49174"/>
                </a:lnTo>
                <a:lnTo>
                  <a:pt x="9105" y="88506"/>
                </a:lnTo>
                <a:lnTo>
                  <a:pt x="0" y="130403"/>
                </a:lnTo>
                <a:lnTo>
                  <a:pt x="736" y="150317"/>
                </a:lnTo>
                <a:lnTo>
                  <a:pt x="25425" y="199567"/>
                </a:lnTo>
                <a:lnTo>
                  <a:pt x="76085" y="218211"/>
                </a:lnTo>
                <a:lnTo>
                  <a:pt x="84086" y="217932"/>
                </a:lnTo>
                <a:lnTo>
                  <a:pt x="92087" y="217068"/>
                </a:lnTo>
                <a:lnTo>
                  <a:pt x="100088" y="215646"/>
                </a:lnTo>
                <a:lnTo>
                  <a:pt x="108089" y="213639"/>
                </a:lnTo>
                <a:lnTo>
                  <a:pt x="116941" y="211721"/>
                </a:lnTo>
                <a:lnTo>
                  <a:pt x="125234" y="208495"/>
                </a:lnTo>
                <a:lnTo>
                  <a:pt x="132943" y="204431"/>
                </a:lnTo>
                <a:lnTo>
                  <a:pt x="140093" y="199923"/>
                </a:lnTo>
                <a:lnTo>
                  <a:pt x="143141" y="180111"/>
                </a:lnTo>
                <a:lnTo>
                  <a:pt x="135382" y="184404"/>
                </a:lnTo>
                <a:lnTo>
                  <a:pt x="127901" y="188112"/>
                </a:lnTo>
                <a:lnTo>
                  <a:pt x="88658" y="198335"/>
                </a:lnTo>
                <a:lnTo>
                  <a:pt x="80657" y="198399"/>
                </a:lnTo>
                <a:lnTo>
                  <a:pt x="66675" y="196494"/>
                </a:lnTo>
                <a:lnTo>
                  <a:pt x="36360" y="172402"/>
                </a:lnTo>
                <a:lnTo>
                  <a:pt x="26504" y="126111"/>
                </a:lnTo>
                <a:lnTo>
                  <a:pt x="28740" y="109918"/>
                </a:lnTo>
                <a:lnTo>
                  <a:pt x="50685" y="60312"/>
                </a:lnTo>
                <a:lnTo>
                  <a:pt x="89420" y="27101"/>
                </a:lnTo>
                <a:lnTo>
                  <a:pt x="118757" y="19812"/>
                </a:lnTo>
                <a:lnTo>
                  <a:pt x="125590" y="20091"/>
                </a:lnTo>
                <a:lnTo>
                  <a:pt x="162763" y="32385"/>
                </a:lnTo>
                <a:lnTo>
                  <a:pt x="167614" y="36677"/>
                </a:lnTo>
                <a:lnTo>
                  <a:pt x="176758" y="10668"/>
                </a:lnTo>
                <a:close/>
              </a:path>
              <a:path w="556894" h="218439">
                <a:moveTo>
                  <a:pt x="296189" y="105676"/>
                </a:moveTo>
                <a:lnTo>
                  <a:pt x="290715" y="93065"/>
                </a:lnTo>
                <a:lnTo>
                  <a:pt x="289064" y="89255"/>
                </a:lnTo>
                <a:lnTo>
                  <a:pt x="275374" y="78587"/>
                </a:lnTo>
                <a:lnTo>
                  <a:pt x="256108" y="74777"/>
                </a:lnTo>
                <a:lnTo>
                  <a:pt x="242189" y="75603"/>
                </a:lnTo>
                <a:lnTo>
                  <a:pt x="229730" y="78016"/>
                </a:lnTo>
                <a:lnTo>
                  <a:pt x="217868" y="81838"/>
                </a:lnTo>
                <a:lnTo>
                  <a:pt x="205714" y="86969"/>
                </a:lnTo>
                <a:lnTo>
                  <a:pt x="204190" y="106870"/>
                </a:lnTo>
                <a:lnTo>
                  <a:pt x="217385" y="100177"/>
                </a:lnTo>
                <a:lnTo>
                  <a:pt x="229730" y="95923"/>
                </a:lnTo>
                <a:lnTo>
                  <a:pt x="241528" y="93700"/>
                </a:lnTo>
                <a:lnTo>
                  <a:pt x="253060" y="93065"/>
                </a:lnTo>
                <a:lnTo>
                  <a:pt x="262343" y="95313"/>
                </a:lnTo>
                <a:lnTo>
                  <a:pt x="269062" y="101866"/>
                </a:lnTo>
                <a:lnTo>
                  <a:pt x="272351" y="112433"/>
                </a:lnTo>
                <a:lnTo>
                  <a:pt x="271348" y="126682"/>
                </a:lnTo>
                <a:lnTo>
                  <a:pt x="268300" y="140398"/>
                </a:lnTo>
                <a:lnTo>
                  <a:pt x="265252" y="140627"/>
                </a:lnTo>
                <a:lnTo>
                  <a:pt x="265252" y="155638"/>
                </a:lnTo>
                <a:lnTo>
                  <a:pt x="262204" y="173926"/>
                </a:lnTo>
                <a:lnTo>
                  <a:pt x="260680" y="180124"/>
                </a:lnTo>
                <a:lnTo>
                  <a:pt x="259156" y="187744"/>
                </a:lnTo>
                <a:lnTo>
                  <a:pt x="237718" y="198412"/>
                </a:lnTo>
                <a:lnTo>
                  <a:pt x="222478" y="198412"/>
                </a:lnTo>
                <a:lnTo>
                  <a:pt x="198094" y="180124"/>
                </a:lnTo>
                <a:lnTo>
                  <a:pt x="208813" y="167246"/>
                </a:lnTo>
                <a:lnTo>
                  <a:pt x="228815" y="159842"/>
                </a:lnTo>
                <a:lnTo>
                  <a:pt x="250253" y="156451"/>
                </a:lnTo>
                <a:lnTo>
                  <a:pt x="265252" y="155638"/>
                </a:lnTo>
                <a:lnTo>
                  <a:pt x="265252" y="140627"/>
                </a:lnTo>
                <a:lnTo>
                  <a:pt x="208203" y="149936"/>
                </a:lnTo>
                <a:lnTo>
                  <a:pt x="176758" y="180124"/>
                </a:lnTo>
                <a:lnTo>
                  <a:pt x="175882" y="191211"/>
                </a:lnTo>
                <a:lnTo>
                  <a:pt x="178854" y="203746"/>
                </a:lnTo>
                <a:lnTo>
                  <a:pt x="187261" y="213982"/>
                </a:lnTo>
                <a:lnTo>
                  <a:pt x="202666" y="218224"/>
                </a:lnTo>
                <a:lnTo>
                  <a:pt x="210146" y="217766"/>
                </a:lnTo>
                <a:lnTo>
                  <a:pt x="223634" y="215747"/>
                </a:lnTo>
                <a:lnTo>
                  <a:pt x="240004" y="211150"/>
                </a:lnTo>
                <a:lnTo>
                  <a:pt x="256108" y="202984"/>
                </a:lnTo>
                <a:lnTo>
                  <a:pt x="255993" y="203746"/>
                </a:lnTo>
                <a:lnTo>
                  <a:pt x="254584" y="213652"/>
                </a:lnTo>
                <a:lnTo>
                  <a:pt x="277444" y="213652"/>
                </a:lnTo>
                <a:lnTo>
                  <a:pt x="279692" y="202984"/>
                </a:lnTo>
                <a:lnTo>
                  <a:pt x="280644" y="198412"/>
                </a:lnTo>
                <a:lnTo>
                  <a:pt x="289648" y="155638"/>
                </a:lnTo>
                <a:lnTo>
                  <a:pt x="295732" y="126682"/>
                </a:lnTo>
                <a:lnTo>
                  <a:pt x="296189" y="105676"/>
                </a:lnTo>
                <a:close/>
              </a:path>
              <a:path w="556894" h="218439">
                <a:moveTo>
                  <a:pt x="429933" y="83908"/>
                </a:moveTo>
                <a:lnTo>
                  <a:pt x="419227" y="79273"/>
                </a:lnTo>
                <a:lnTo>
                  <a:pt x="409359" y="76479"/>
                </a:lnTo>
                <a:lnTo>
                  <a:pt x="399503" y="75133"/>
                </a:lnTo>
                <a:lnTo>
                  <a:pt x="388785" y="74764"/>
                </a:lnTo>
                <a:lnTo>
                  <a:pt x="377558" y="75387"/>
                </a:lnTo>
                <a:lnTo>
                  <a:pt x="359600" y="79730"/>
                </a:lnTo>
                <a:lnTo>
                  <a:pt x="341350" y="91528"/>
                </a:lnTo>
                <a:lnTo>
                  <a:pt x="329260" y="114490"/>
                </a:lnTo>
                <a:lnTo>
                  <a:pt x="328574" y="124828"/>
                </a:lnTo>
                <a:lnTo>
                  <a:pt x="330593" y="133159"/>
                </a:lnTo>
                <a:lnTo>
                  <a:pt x="377723" y="157467"/>
                </a:lnTo>
                <a:lnTo>
                  <a:pt x="386308" y="161175"/>
                </a:lnTo>
                <a:lnTo>
                  <a:pt x="392341" y="167462"/>
                </a:lnTo>
                <a:lnTo>
                  <a:pt x="393357" y="177063"/>
                </a:lnTo>
                <a:lnTo>
                  <a:pt x="386867" y="189407"/>
                </a:lnTo>
                <a:lnTo>
                  <a:pt x="376783" y="195732"/>
                </a:lnTo>
                <a:lnTo>
                  <a:pt x="367004" y="198069"/>
                </a:lnTo>
                <a:lnTo>
                  <a:pt x="361353" y="198399"/>
                </a:lnTo>
                <a:lnTo>
                  <a:pt x="344106" y="196672"/>
                </a:lnTo>
                <a:lnTo>
                  <a:pt x="331177" y="192493"/>
                </a:lnTo>
                <a:lnTo>
                  <a:pt x="322262" y="187477"/>
                </a:lnTo>
                <a:lnTo>
                  <a:pt x="317068" y="183159"/>
                </a:lnTo>
                <a:lnTo>
                  <a:pt x="309448" y="204495"/>
                </a:lnTo>
                <a:lnTo>
                  <a:pt x="316611" y="208572"/>
                </a:lnTo>
                <a:lnTo>
                  <a:pt x="326783" y="213067"/>
                </a:lnTo>
                <a:lnTo>
                  <a:pt x="340093" y="216712"/>
                </a:lnTo>
                <a:lnTo>
                  <a:pt x="356692" y="218211"/>
                </a:lnTo>
                <a:lnTo>
                  <a:pt x="363105" y="218046"/>
                </a:lnTo>
                <a:lnTo>
                  <a:pt x="401624" y="201053"/>
                </a:lnTo>
                <a:lnTo>
                  <a:pt x="415912" y="164096"/>
                </a:lnTo>
                <a:lnTo>
                  <a:pt x="414121" y="155448"/>
                </a:lnTo>
                <a:lnTo>
                  <a:pt x="378117" y="132778"/>
                </a:lnTo>
                <a:lnTo>
                  <a:pt x="366560" y="130302"/>
                </a:lnTo>
                <a:lnTo>
                  <a:pt x="357695" y="126682"/>
                </a:lnTo>
                <a:lnTo>
                  <a:pt x="352539" y="120777"/>
                </a:lnTo>
                <a:lnTo>
                  <a:pt x="352120" y="111442"/>
                </a:lnTo>
                <a:lnTo>
                  <a:pt x="357301" y="100812"/>
                </a:lnTo>
                <a:lnTo>
                  <a:pt x="366077" y="95351"/>
                </a:lnTo>
                <a:lnTo>
                  <a:pt x="375132" y="93345"/>
                </a:lnTo>
                <a:lnTo>
                  <a:pt x="381165" y="93052"/>
                </a:lnTo>
                <a:lnTo>
                  <a:pt x="389318" y="93230"/>
                </a:lnTo>
                <a:lnTo>
                  <a:pt x="399453" y="94399"/>
                </a:lnTo>
                <a:lnTo>
                  <a:pt x="410743" y="97599"/>
                </a:lnTo>
                <a:lnTo>
                  <a:pt x="422313" y="103822"/>
                </a:lnTo>
                <a:lnTo>
                  <a:pt x="429933" y="83908"/>
                </a:lnTo>
                <a:close/>
              </a:path>
              <a:path w="556894" h="218439">
                <a:moveTo>
                  <a:pt x="556717" y="124955"/>
                </a:moveTo>
                <a:lnTo>
                  <a:pt x="544525" y="85051"/>
                </a:lnTo>
                <a:lnTo>
                  <a:pt x="539762" y="81876"/>
                </a:lnTo>
                <a:lnTo>
                  <a:pt x="539762" y="131254"/>
                </a:lnTo>
                <a:lnTo>
                  <a:pt x="464997" y="131254"/>
                </a:lnTo>
                <a:lnTo>
                  <a:pt x="473684" y="115646"/>
                </a:lnTo>
                <a:lnTo>
                  <a:pt x="485076" y="103581"/>
                </a:lnTo>
                <a:lnTo>
                  <a:pt x="497878" y="95808"/>
                </a:lnTo>
                <a:lnTo>
                  <a:pt x="510806" y="93052"/>
                </a:lnTo>
                <a:lnTo>
                  <a:pt x="522617" y="95173"/>
                </a:lnTo>
                <a:lnTo>
                  <a:pt x="532142" y="101866"/>
                </a:lnTo>
                <a:lnTo>
                  <a:pt x="538238" y="113715"/>
                </a:lnTo>
                <a:lnTo>
                  <a:pt x="539762" y="131254"/>
                </a:lnTo>
                <a:lnTo>
                  <a:pt x="539762" y="81876"/>
                </a:lnTo>
                <a:lnTo>
                  <a:pt x="534809" y="78574"/>
                </a:lnTo>
                <a:lnTo>
                  <a:pt x="524522" y="75526"/>
                </a:lnTo>
                <a:lnTo>
                  <a:pt x="515378" y="74764"/>
                </a:lnTo>
                <a:lnTo>
                  <a:pt x="490385" y="80378"/>
                </a:lnTo>
                <a:lnTo>
                  <a:pt x="449503" y="117932"/>
                </a:lnTo>
                <a:lnTo>
                  <a:pt x="438581" y="173812"/>
                </a:lnTo>
                <a:lnTo>
                  <a:pt x="447662" y="197065"/>
                </a:lnTo>
                <a:lnTo>
                  <a:pt x="465061" y="212572"/>
                </a:lnTo>
                <a:lnTo>
                  <a:pt x="489470" y="218211"/>
                </a:lnTo>
                <a:lnTo>
                  <a:pt x="503999" y="216877"/>
                </a:lnTo>
                <a:lnTo>
                  <a:pt x="517664" y="213258"/>
                </a:lnTo>
                <a:lnTo>
                  <a:pt x="530186" y="207924"/>
                </a:lnTo>
                <a:lnTo>
                  <a:pt x="541286" y="201447"/>
                </a:lnTo>
                <a:lnTo>
                  <a:pt x="541515" y="198399"/>
                </a:lnTo>
                <a:lnTo>
                  <a:pt x="541629" y="197065"/>
                </a:lnTo>
                <a:lnTo>
                  <a:pt x="541680" y="196303"/>
                </a:lnTo>
                <a:lnTo>
                  <a:pt x="542810" y="181635"/>
                </a:lnTo>
                <a:lnTo>
                  <a:pt x="527050" y="191338"/>
                </a:lnTo>
                <a:lnTo>
                  <a:pt x="512711" y="196303"/>
                </a:lnTo>
                <a:lnTo>
                  <a:pt x="501230" y="198145"/>
                </a:lnTo>
                <a:lnTo>
                  <a:pt x="494042" y="198399"/>
                </a:lnTo>
                <a:lnTo>
                  <a:pt x="477647" y="194614"/>
                </a:lnTo>
                <a:lnTo>
                  <a:pt x="465797" y="184111"/>
                </a:lnTo>
                <a:lnTo>
                  <a:pt x="459676" y="168148"/>
                </a:lnTo>
                <a:lnTo>
                  <a:pt x="460425" y="148018"/>
                </a:lnTo>
                <a:lnTo>
                  <a:pt x="553478" y="148018"/>
                </a:lnTo>
                <a:lnTo>
                  <a:pt x="555599" y="137985"/>
                </a:lnTo>
                <a:lnTo>
                  <a:pt x="556171" y="131254"/>
                </a:lnTo>
                <a:lnTo>
                  <a:pt x="556717" y="124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2" name="object 212" descr=""/>
          <p:cNvGrpSpPr/>
          <p:nvPr/>
        </p:nvGrpSpPr>
        <p:grpSpPr>
          <a:xfrm>
            <a:off x="2832544" y="4314729"/>
            <a:ext cx="1184275" cy="271780"/>
            <a:chOff x="2832544" y="4314729"/>
            <a:chExt cx="1184275" cy="271780"/>
          </a:xfrm>
        </p:grpSpPr>
        <p:pic>
          <p:nvPicPr>
            <p:cNvPr id="213" name="object 213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2832544" y="4314729"/>
              <a:ext cx="329788" cy="213645"/>
            </a:xfrm>
            <a:prstGeom prst="rect">
              <a:avLst/>
            </a:prstGeom>
          </p:spPr>
        </p:pic>
        <p:pic>
          <p:nvPicPr>
            <p:cNvPr id="214" name="object 214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3189541" y="4386453"/>
              <a:ext cx="127373" cy="137350"/>
            </a:xfrm>
            <a:prstGeom prst="rect">
              <a:avLst/>
            </a:prstGeom>
          </p:spPr>
        </p:pic>
        <p:sp>
          <p:nvSpPr>
            <p:cNvPr id="215" name="object 215" descr=""/>
            <p:cNvSpPr/>
            <p:nvPr/>
          </p:nvSpPr>
          <p:spPr>
            <a:xfrm>
              <a:off x="3343745" y="4314735"/>
              <a:ext cx="673100" cy="271780"/>
            </a:xfrm>
            <a:custGeom>
              <a:avLst/>
              <a:gdLst/>
              <a:ahLst/>
              <a:cxnLst/>
              <a:rect l="l" t="t" r="r" b="b"/>
              <a:pathLst>
                <a:path w="673100" h="271779">
                  <a:moveTo>
                    <a:pt x="152298" y="0"/>
                  </a:moveTo>
                  <a:lnTo>
                    <a:pt x="130962" y="0"/>
                  </a:lnTo>
                  <a:lnTo>
                    <a:pt x="111150" y="88493"/>
                  </a:lnTo>
                  <a:lnTo>
                    <a:pt x="106578" y="84836"/>
                  </a:lnTo>
                  <a:lnTo>
                    <a:pt x="106578" y="106870"/>
                  </a:lnTo>
                  <a:lnTo>
                    <a:pt x="94386" y="167830"/>
                  </a:lnTo>
                  <a:lnTo>
                    <a:pt x="92862" y="172504"/>
                  </a:lnTo>
                  <a:lnTo>
                    <a:pt x="91338" y="177076"/>
                  </a:lnTo>
                  <a:lnTo>
                    <a:pt x="79146" y="186220"/>
                  </a:lnTo>
                  <a:lnTo>
                    <a:pt x="71526" y="192316"/>
                  </a:lnTo>
                  <a:lnTo>
                    <a:pt x="63906" y="193840"/>
                  </a:lnTo>
                  <a:lnTo>
                    <a:pt x="56197" y="193840"/>
                  </a:lnTo>
                  <a:lnTo>
                    <a:pt x="41998" y="191122"/>
                  </a:lnTo>
                  <a:lnTo>
                    <a:pt x="30670" y="182397"/>
                  </a:lnTo>
                  <a:lnTo>
                    <a:pt x="24472" y="166789"/>
                  </a:lnTo>
                  <a:lnTo>
                    <a:pt x="25717" y="143446"/>
                  </a:lnTo>
                  <a:lnTo>
                    <a:pt x="34937" y="117741"/>
                  </a:lnTo>
                  <a:lnTo>
                    <a:pt x="49161" y="101295"/>
                  </a:lnTo>
                  <a:lnTo>
                    <a:pt x="65481" y="92532"/>
                  </a:lnTo>
                  <a:lnTo>
                    <a:pt x="65633" y="92532"/>
                  </a:lnTo>
                  <a:lnTo>
                    <a:pt x="80670" y="90017"/>
                  </a:lnTo>
                  <a:lnTo>
                    <a:pt x="89865" y="91363"/>
                  </a:lnTo>
                  <a:lnTo>
                    <a:pt x="97053" y="95008"/>
                  </a:lnTo>
                  <a:lnTo>
                    <a:pt x="102539" y="100380"/>
                  </a:lnTo>
                  <a:lnTo>
                    <a:pt x="106578" y="106870"/>
                  </a:lnTo>
                  <a:lnTo>
                    <a:pt x="106578" y="84836"/>
                  </a:lnTo>
                  <a:lnTo>
                    <a:pt x="100672" y="80086"/>
                  </a:lnTo>
                  <a:lnTo>
                    <a:pt x="90195" y="74968"/>
                  </a:lnTo>
                  <a:lnTo>
                    <a:pt x="80289" y="72415"/>
                  </a:lnTo>
                  <a:lnTo>
                    <a:pt x="71526" y="71729"/>
                  </a:lnTo>
                  <a:lnTo>
                    <a:pt x="48945" y="77330"/>
                  </a:lnTo>
                  <a:lnTo>
                    <a:pt x="11861" y="114884"/>
                  </a:lnTo>
                  <a:lnTo>
                    <a:pt x="0" y="169887"/>
                  </a:lnTo>
                  <a:lnTo>
                    <a:pt x="6667" y="192684"/>
                  </a:lnTo>
                  <a:lnTo>
                    <a:pt x="20193" y="208026"/>
                  </a:lnTo>
                  <a:lnTo>
                    <a:pt x="39433" y="213652"/>
                  </a:lnTo>
                  <a:lnTo>
                    <a:pt x="48145" y="212902"/>
                  </a:lnTo>
                  <a:lnTo>
                    <a:pt x="59867" y="210032"/>
                  </a:lnTo>
                  <a:lnTo>
                    <a:pt x="73583" y="204000"/>
                  </a:lnTo>
                  <a:lnTo>
                    <a:pt x="88290" y="193840"/>
                  </a:lnTo>
                  <a:lnTo>
                    <a:pt x="85242" y="209080"/>
                  </a:lnTo>
                  <a:lnTo>
                    <a:pt x="108102" y="209080"/>
                  </a:lnTo>
                  <a:lnTo>
                    <a:pt x="133273" y="90017"/>
                  </a:lnTo>
                  <a:lnTo>
                    <a:pt x="133604" y="88493"/>
                  </a:lnTo>
                  <a:lnTo>
                    <a:pt x="152298" y="0"/>
                  </a:lnTo>
                  <a:close/>
                </a:path>
                <a:path w="673100" h="271779">
                  <a:moveTo>
                    <a:pt x="225552" y="0"/>
                  </a:moveTo>
                  <a:lnTo>
                    <a:pt x="202692" y="0"/>
                  </a:lnTo>
                  <a:lnTo>
                    <a:pt x="156972" y="209080"/>
                  </a:lnTo>
                  <a:lnTo>
                    <a:pt x="179832" y="209080"/>
                  </a:lnTo>
                  <a:lnTo>
                    <a:pt x="225552" y="0"/>
                  </a:lnTo>
                  <a:close/>
                </a:path>
                <a:path w="673100" h="271779">
                  <a:moveTo>
                    <a:pt x="280606" y="74777"/>
                  </a:moveTo>
                  <a:lnTo>
                    <a:pt x="257644" y="74777"/>
                  </a:lnTo>
                  <a:lnTo>
                    <a:pt x="230212" y="209080"/>
                  </a:lnTo>
                  <a:lnTo>
                    <a:pt x="253072" y="209080"/>
                  </a:lnTo>
                  <a:lnTo>
                    <a:pt x="280606" y="74777"/>
                  </a:lnTo>
                  <a:close/>
                </a:path>
                <a:path w="673100" h="271779">
                  <a:moveTo>
                    <a:pt x="297370" y="10668"/>
                  </a:moveTo>
                  <a:lnTo>
                    <a:pt x="269836" y="10668"/>
                  </a:lnTo>
                  <a:lnTo>
                    <a:pt x="263740" y="38100"/>
                  </a:lnTo>
                  <a:lnTo>
                    <a:pt x="291274" y="38100"/>
                  </a:lnTo>
                  <a:lnTo>
                    <a:pt x="297370" y="10668"/>
                  </a:lnTo>
                  <a:close/>
                </a:path>
                <a:path w="673100" h="271779">
                  <a:moveTo>
                    <a:pt x="429869" y="103301"/>
                  </a:moveTo>
                  <a:lnTo>
                    <a:pt x="427291" y="87960"/>
                  </a:lnTo>
                  <a:lnTo>
                    <a:pt x="417296" y="76339"/>
                  </a:lnTo>
                  <a:lnTo>
                    <a:pt x="396430" y="71729"/>
                  </a:lnTo>
                  <a:lnTo>
                    <a:pt x="377672" y="75082"/>
                  </a:lnTo>
                  <a:lnTo>
                    <a:pt x="362902" y="82588"/>
                  </a:lnTo>
                  <a:lnTo>
                    <a:pt x="352717" y="90411"/>
                  </a:lnTo>
                  <a:lnTo>
                    <a:pt x="347662" y="94678"/>
                  </a:lnTo>
                  <a:lnTo>
                    <a:pt x="352234" y="73253"/>
                  </a:lnTo>
                  <a:lnTo>
                    <a:pt x="330809" y="73253"/>
                  </a:lnTo>
                  <a:lnTo>
                    <a:pt x="301853" y="209080"/>
                  </a:lnTo>
                  <a:lnTo>
                    <a:pt x="324713" y="209080"/>
                  </a:lnTo>
                  <a:lnTo>
                    <a:pt x="341477" y="135826"/>
                  </a:lnTo>
                  <a:lnTo>
                    <a:pt x="346392" y="120307"/>
                  </a:lnTo>
                  <a:lnTo>
                    <a:pt x="354469" y="105486"/>
                  </a:lnTo>
                  <a:lnTo>
                    <a:pt x="365988" y="94386"/>
                  </a:lnTo>
                  <a:lnTo>
                    <a:pt x="381190" y="90017"/>
                  </a:lnTo>
                  <a:lnTo>
                    <a:pt x="397192" y="93522"/>
                  </a:lnTo>
                  <a:lnTo>
                    <a:pt x="404050" y="102057"/>
                  </a:lnTo>
                  <a:lnTo>
                    <a:pt x="405193" y="112598"/>
                  </a:lnTo>
                  <a:lnTo>
                    <a:pt x="404050" y="122110"/>
                  </a:lnTo>
                  <a:lnTo>
                    <a:pt x="385762" y="209080"/>
                  </a:lnTo>
                  <a:lnTo>
                    <a:pt x="408622" y="209080"/>
                  </a:lnTo>
                  <a:lnTo>
                    <a:pt x="428434" y="119062"/>
                  </a:lnTo>
                  <a:lnTo>
                    <a:pt x="429869" y="103301"/>
                  </a:lnTo>
                  <a:close/>
                </a:path>
                <a:path w="673100" h="271779">
                  <a:moveTo>
                    <a:pt x="606933" y="71729"/>
                  </a:moveTo>
                  <a:lnTo>
                    <a:pt x="591362" y="72720"/>
                  </a:lnTo>
                  <a:lnTo>
                    <a:pt x="577202" y="75158"/>
                  </a:lnTo>
                  <a:lnTo>
                    <a:pt x="565315" y="78155"/>
                  </a:lnTo>
                  <a:lnTo>
                    <a:pt x="556539" y="80873"/>
                  </a:lnTo>
                  <a:lnTo>
                    <a:pt x="551395" y="77508"/>
                  </a:lnTo>
                  <a:lnTo>
                    <a:pt x="547281" y="75603"/>
                  </a:lnTo>
                  <a:lnTo>
                    <a:pt x="547281" y="105930"/>
                  </a:lnTo>
                  <a:lnTo>
                    <a:pt x="545871" y="120586"/>
                  </a:lnTo>
                  <a:lnTo>
                    <a:pt x="540639" y="135877"/>
                  </a:lnTo>
                  <a:lnTo>
                    <a:pt x="532536" y="145732"/>
                  </a:lnTo>
                  <a:lnTo>
                    <a:pt x="522732" y="151015"/>
                  </a:lnTo>
                  <a:lnTo>
                    <a:pt x="512343" y="152590"/>
                  </a:lnTo>
                  <a:lnTo>
                    <a:pt x="503897" y="151231"/>
                  </a:lnTo>
                  <a:lnTo>
                    <a:pt x="496150" y="146304"/>
                  </a:lnTo>
                  <a:lnTo>
                    <a:pt x="491566" y="136512"/>
                  </a:lnTo>
                  <a:lnTo>
                    <a:pt x="491604" y="135877"/>
                  </a:lnTo>
                  <a:lnTo>
                    <a:pt x="492531" y="120586"/>
                  </a:lnTo>
                  <a:lnTo>
                    <a:pt x="498208" y="105283"/>
                  </a:lnTo>
                  <a:lnTo>
                    <a:pt x="507009" y="95389"/>
                  </a:lnTo>
                  <a:lnTo>
                    <a:pt x="517080" y="90017"/>
                  </a:lnTo>
                  <a:lnTo>
                    <a:pt x="517321" y="90017"/>
                  </a:lnTo>
                  <a:lnTo>
                    <a:pt x="526059" y="88493"/>
                  </a:lnTo>
                  <a:lnTo>
                    <a:pt x="535800" y="90284"/>
                  </a:lnTo>
                  <a:lnTo>
                    <a:pt x="543394" y="95961"/>
                  </a:lnTo>
                  <a:lnTo>
                    <a:pt x="543458" y="96113"/>
                  </a:lnTo>
                  <a:lnTo>
                    <a:pt x="547281" y="105930"/>
                  </a:lnTo>
                  <a:lnTo>
                    <a:pt x="547281" y="75603"/>
                  </a:lnTo>
                  <a:lnTo>
                    <a:pt x="545109" y="74587"/>
                  </a:lnTo>
                  <a:lnTo>
                    <a:pt x="537679" y="72504"/>
                  </a:lnTo>
                  <a:lnTo>
                    <a:pt x="529107" y="71729"/>
                  </a:lnTo>
                  <a:lnTo>
                    <a:pt x="509993" y="75488"/>
                  </a:lnTo>
                  <a:lnTo>
                    <a:pt x="492721" y="85826"/>
                  </a:lnTo>
                  <a:lnTo>
                    <a:pt x="479183" y="101333"/>
                  </a:lnTo>
                  <a:lnTo>
                    <a:pt x="471195" y="120586"/>
                  </a:lnTo>
                  <a:lnTo>
                    <a:pt x="469747" y="129425"/>
                  </a:lnTo>
                  <a:lnTo>
                    <a:pt x="469861" y="137541"/>
                  </a:lnTo>
                  <a:lnTo>
                    <a:pt x="471411" y="144805"/>
                  </a:lnTo>
                  <a:lnTo>
                    <a:pt x="474230" y="151015"/>
                  </a:lnTo>
                  <a:lnTo>
                    <a:pt x="474129" y="151231"/>
                  </a:lnTo>
                  <a:lnTo>
                    <a:pt x="459003" y="184696"/>
                  </a:lnTo>
                  <a:lnTo>
                    <a:pt x="459003" y="193840"/>
                  </a:lnTo>
                  <a:lnTo>
                    <a:pt x="463575" y="199936"/>
                  </a:lnTo>
                  <a:lnTo>
                    <a:pt x="451980" y="207479"/>
                  </a:lnTo>
                  <a:lnTo>
                    <a:pt x="444258" y="215747"/>
                  </a:lnTo>
                  <a:lnTo>
                    <a:pt x="439699" y="223723"/>
                  </a:lnTo>
                  <a:lnTo>
                    <a:pt x="437578" y="230416"/>
                  </a:lnTo>
                  <a:lnTo>
                    <a:pt x="439572" y="246532"/>
                  </a:lnTo>
                  <a:lnTo>
                    <a:pt x="451154" y="259638"/>
                  </a:lnTo>
                  <a:lnTo>
                    <a:pt x="470446" y="268439"/>
                  </a:lnTo>
                  <a:lnTo>
                    <a:pt x="495579" y="271653"/>
                  </a:lnTo>
                  <a:lnTo>
                    <a:pt x="522300" y="268655"/>
                  </a:lnTo>
                  <a:lnTo>
                    <a:pt x="545731" y="260210"/>
                  </a:lnTo>
                  <a:lnTo>
                    <a:pt x="552856" y="254889"/>
                  </a:lnTo>
                  <a:lnTo>
                    <a:pt x="563168" y="247180"/>
                  </a:lnTo>
                  <a:lnTo>
                    <a:pt x="571881" y="230416"/>
                  </a:lnTo>
                  <a:lnTo>
                    <a:pt x="569569" y="210604"/>
                  </a:lnTo>
                  <a:lnTo>
                    <a:pt x="569099" y="206616"/>
                  </a:lnTo>
                  <a:lnTo>
                    <a:pt x="553161" y="194411"/>
                  </a:lnTo>
                  <a:lnTo>
                    <a:pt x="550443" y="193802"/>
                  </a:lnTo>
                  <a:lnTo>
                    <a:pt x="550443" y="231940"/>
                  </a:lnTo>
                  <a:lnTo>
                    <a:pt x="544715" y="240665"/>
                  </a:lnTo>
                  <a:lnTo>
                    <a:pt x="533107" y="247980"/>
                  </a:lnTo>
                  <a:lnTo>
                    <a:pt x="517232" y="253022"/>
                  </a:lnTo>
                  <a:lnTo>
                    <a:pt x="498627" y="254889"/>
                  </a:lnTo>
                  <a:lnTo>
                    <a:pt x="481723" y="253212"/>
                  </a:lnTo>
                  <a:lnTo>
                    <a:pt x="468528" y="248361"/>
                  </a:lnTo>
                  <a:lnTo>
                    <a:pt x="460489" y="240665"/>
                  </a:lnTo>
                  <a:lnTo>
                    <a:pt x="459003" y="230416"/>
                  </a:lnTo>
                  <a:lnTo>
                    <a:pt x="459867" y="227317"/>
                  </a:lnTo>
                  <a:lnTo>
                    <a:pt x="463575" y="220510"/>
                  </a:lnTo>
                  <a:lnTo>
                    <a:pt x="471868" y="213690"/>
                  </a:lnTo>
                  <a:lnTo>
                    <a:pt x="486435" y="210604"/>
                  </a:lnTo>
                  <a:lnTo>
                    <a:pt x="513867" y="210604"/>
                  </a:lnTo>
                  <a:lnTo>
                    <a:pt x="522808" y="210934"/>
                  </a:lnTo>
                  <a:lnTo>
                    <a:pt x="536155" y="213271"/>
                  </a:lnTo>
                  <a:lnTo>
                    <a:pt x="547522" y="219595"/>
                  </a:lnTo>
                  <a:lnTo>
                    <a:pt x="550443" y="231940"/>
                  </a:lnTo>
                  <a:lnTo>
                    <a:pt x="550443" y="193802"/>
                  </a:lnTo>
                  <a:lnTo>
                    <a:pt x="533222" y="189903"/>
                  </a:lnTo>
                  <a:lnTo>
                    <a:pt x="518439" y="189268"/>
                  </a:lnTo>
                  <a:lnTo>
                    <a:pt x="491007" y="189268"/>
                  </a:lnTo>
                  <a:lnTo>
                    <a:pt x="487159" y="189001"/>
                  </a:lnTo>
                  <a:lnTo>
                    <a:pt x="481863" y="187172"/>
                  </a:lnTo>
                  <a:lnTo>
                    <a:pt x="477723" y="182194"/>
                  </a:lnTo>
                  <a:lnTo>
                    <a:pt x="477367" y="174078"/>
                  </a:lnTo>
                  <a:lnTo>
                    <a:pt x="477291" y="169354"/>
                  </a:lnTo>
                  <a:lnTo>
                    <a:pt x="480339" y="164782"/>
                  </a:lnTo>
                  <a:lnTo>
                    <a:pt x="483387" y="161734"/>
                  </a:lnTo>
                  <a:lnTo>
                    <a:pt x="487629" y="165087"/>
                  </a:lnTo>
                  <a:lnTo>
                    <a:pt x="493293" y="168021"/>
                  </a:lnTo>
                  <a:lnTo>
                    <a:pt x="500113" y="170091"/>
                  </a:lnTo>
                  <a:lnTo>
                    <a:pt x="507771" y="170878"/>
                  </a:lnTo>
                  <a:lnTo>
                    <a:pt x="527799" y="166878"/>
                  </a:lnTo>
                  <a:lnTo>
                    <a:pt x="536206" y="161734"/>
                  </a:lnTo>
                  <a:lnTo>
                    <a:pt x="545541" y="156019"/>
                  </a:lnTo>
                  <a:lnTo>
                    <a:pt x="548487" y="152590"/>
                  </a:lnTo>
                  <a:lnTo>
                    <a:pt x="559295" y="140017"/>
                  </a:lnTo>
                  <a:lnTo>
                    <a:pt x="567309" y="120586"/>
                  </a:lnTo>
                  <a:lnTo>
                    <a:pt x="568337" y="110921"/>
                  </a:lnTo>
                  <a:lnTo>
                    <a:pt x="567499" y="102666"/>
                  </a:lnTo>
                  <a:lnTo>
                    <a:pt x="565759" y="95961"/>
                  </a:lnTo>
                  <a:lnTo>
                    <a:pt x="564261" y="91541"/>
                  </a:lnTo>
                  <a:lnTo>
                    <a:pt x="571881" y="91541"/>
                  </a:lnTo>
                  <a:lnTo>
                    <a:pt x="581025" y="90017"/>
                  </a:lnTo>
                  <a:lnTo>
                    <a:pt x="593217" y="90017"/>
                  </a:lnTo>
                  <a:lnTo>
                    <a:pt x="605409" y="91541"/>
                  </a:lnTo>
                  <a:lnTo>
                    <a:pt x="605523" y="90017"/>
                  </a:lnTo>
                  <a:lnTo>
                    <a:pt x="605637" y="88493"/>
                  </a:lnTo>
                  <a:lnTo>
                    <a:pt x="606234" y="80873"/>
                  </a:lnTo>
                  <a:lnTo>
                    <a:pt x="606933" y="71729"/>
                  </a:lnTo>
                  <a:close/>
                </a:path>
                <a:path w="673100" h="271779">
                  <a:moveTo>
                    <a:pt x="672566" y="184696"/>
                  </a:moveTo>
                  <a:lnTo>
                    <a:pt x="646658" y="184696"/>
                  </a:lnTo>
                  <a:lnTo>
                    <a:pt x="646658" y="209169"/>
                  </a:lnTo>
                  <a:lnTo>
                    <a:pt x="672566" y="209169"/>
                  </a:lnTo>
                  <a:lnTo>
                    <a:pt x="672566" y="184696"/>
                  </a:lnTo>
                  <a:close/>
                </a:path>
                <a:path w="673100" h="271779">
                  <a:moveTo>
                    <a:pt x="672566" y="74866"/>
                  </a:moveTo>
                  <a:lnTo>
                    <a:pt x="646658" y="74866"/>
                  </a:lnTo>
                  <a:lnTo>
                    <a:pt x="646658" y="100774"/>
                  </a:lnTo>
                  <a:lnTo>
                    <a:pt x="672566" y="100774"/>
                  </a:lnTo>
                  <a:lnTo>
                    <a:pt x="672566" y="748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6" name="object 216" descr=""/>
          <p:cNvGrpSpPr/>
          <p:nvPr/>
        </p:nvGrpSpPr>
        <p:grpSpPr>
          <a:xfrm>
            <a:off x="4208526" y="4314825"/>
            <a:ext cx="635000" cy="213995"/>
            <a:chOff x="4208526" y="4314825"/>
            <a:chExt cx="635000" cy="213995"/>
          </a:xfrm>
        </p:grpSpPr>
        <p:pic>
          <p:nvPicPr>
            <p:cNvPr id="217" name="object 217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4208526" y="4314825"/>
              <a:ext cx="146399" cy="208978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4397597" y="4384928"/>
              <a:ext cx="219646" cy="143351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4650772" y="4386453"/>
              <a:ext cx="192214" cy="137350"/>
            </a:xfrm>
            <a:prstGeom prst="rect">
              <a:avLst/>
            </a:prstGeom>
          </p:spPr>
        </p:pic>
      </p:grpSp>
      <p:pic>
        <p:nvPicPr>
          <p:cNvPr id="220" name="object 220" descr=""/>
          <p:cNvPicPr/>
          <p:nvPr/>
        </p:nvPicPr>
        <p:blipFill>
          <a:blip r:embed="rId138" cstate="print"/>
          <a:stretch>
            <a:fillRect/>
          </a:stretch>
        </p:blipFill>
        <p:spPr>
          <a:xfrm>
            <a:off x="4891849" y="4351401"/>
            <a:ext cx="231838" cy="231933"/>
          </a:xfrm>
          <a:prstGeom prst="rect">
            <a:avLst/>
          </a:prstGeom>
        </p:spPr>
      </p:pic>
      <p:pic>
        <p:nvPicPr>
          <p:cNvPr id="221" name="object 221" descr=""/>
          <p:cNvPicPr/>
          <p:nvPr/>
        </p:nvPicPr>
        <p:blipFill>
          <a:blip r:embed="rId139" cstate="print"/>
          <a:stretch>
            <a:fillRect/>
          </a:stretch>
        </p:blipFill>
        <p:spPr>
          <a:xfrm>
            <a:off x="5239607" y="4351401"/>
            <a:ext cx="245554" cy="177069"/>
          </a:xfrm>
          <a:prstGeom prst="rect">
            <a:avLst/>
          </a:prstGeom>
        </p:spPr>
      </p:pic>
      <p:grpSp>
        <p:nvGrpSpPr>
          <p:cNvPr id="222" name="object 222" descr=""/>
          <p:cNvGrpSpPr/>
          <p:nvPr/>
        </p:nvGrpSpPr>
        <p:grpSpPr>
          <a:xfrm>
            <a:off x="5611748" y="4314729"/>
            <a:ext cx="416559" cy="213995"/>
            <a:chOff x="5611748" y="4314729"/>
            <a:chExt cx="416559" cy="213995"/>
          </a:xfrm>
        </p:grpSpPr>
        <p:pic>
          <p:nvPicPr>
            <p:cNvPr id="223" name="object 223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5611748" y="4384928"/>
              <a:ext cx="106775" cy="143446"/>
            </a:xfrm>
            <a:prstGeom prst="rect">
              <a:avLst/>
            </a:prstGeom>
          </p:spPr>
        </p:pic>
        <p:pic>
          <p:nvPicPr>
            <p:cNvPr id="224" name="object 224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5752147" y="4314729"/>
              <a:ext cx="120491" cy="213645"/>
            </a:xfrm>
            <a:prstGeom prst="rect">
              <a:avLst/>
            </a:prstGeom>
          </p:spPr>
        </p:pic>
        <p:pic>
          <p:nvPicPr>
            <p:cNvPr id="225" name="object 225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5907690" y="4314729"/>
              <a:ext cx="120491" cy="213645"/>
            </a:xfrm>
            <a:prstGeom prst="rect">
              <a:avLst/>
            </a:prstGeom>
          </p:spPr>
        </p:pic>
      </p:grpSp>
      <p:grpSp>
        <p:nvGrpSpPr>
          <p:cNvPr id="226" name="object 226" descr=""/>
          <p:cNvGrpSpPr/>
          <p:nvPr/>
        </p:nvGrpSpPr>
        <p:grpSpPr>
          <a:xfrm>
            <a:off x="6164008" y="4384928"/>
            <a:ext cx="256540" cy="143510"/>
            <a:chOff x="6164008" y="4384928"/>
            <a:chExt cx="256540" cy="143510"/>
          </a:xfrm>
        </p:grpSpPr>
        <p:pic>
          <p:nvPicPr>
            <p:cNvPr id="227" name="object 227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6164008" y="4384928"/>
              <a:ext cx="115919" cy="143446"/>
            </a:xfrm>
            <a:prstGeom prst="rect">
              <a:avLst/>
            </a:prstGeom>
          </p:spPr>
        </p:pic>
        <p:pic>
          <p:nvPicPr>
            <p:cNvPr id="228" name="object 228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6313455" y="4389500"/>
              <a:ext cx="106775" cy="138874"/>
            </a:xfrm>
            <a:prstGeom prst="rect">
              <a:avLst/>
            </a:prstGeom>
          </p:spPr>
        </p:pic>
      </p:grpSp>
      <p:grpSp>
        <p:nvGrpSpPr>
          <p:cNvPr id="229" name="object 229" descr=""/>
          <p:cNvGrpSpPr/>
          <p:nvPr/>
        </p:nvGrpSpPr>
        <p:grpSpPr>
          <a:xfrm>
            <a:off x="6468998" y="4351401"/>
            <a:ext cx="574040" cy="177165"/>
            <a:chOff x="6468998" y="4351401"/>
            <a:chExt cx="574040" cy="177165"/>
          </a:xfrm>
        </p:grpSpPr>
        <p:pic>
          <p:nvPicPr>
            <p:cNvPr id="230" name="object 230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6468998" y="4386452"/>
              <a:ext cx="74771" cy="137350"/>
            </a:xfrm>
            <a:prstGeom prst="rect">
              <a:avLst/>
            </a:prstGeom>
          </p:spPr>
        </p:pic>
        <p:pic>
          <p:nvPicPr>
            <p:cNvPr id="231" name="object 231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6572726" y="4384928"/>
              <a:ext cx="202882" cy="143446"/>
            </a:xfrm>
            <a:prstGeom prst="rect">
              <a:avLst/>
            </a:prstGeom>
          </p:spPr>
        </p:pic>
        <p:pic>
          <p:nvPicPr>
            <p:cNvPr id="232" name="object 232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6809231" y="4386452"/>
              <a:ext cx="108299" cy="137350"/>
            </a:xfrm>
            <a:prstGeom prst="rect">
              <a:avLst/>
            </a:prstGeom>
          </p:spPr>
        </p:pic>
        <p:pic>
          <p:nvPicPr>
            <p:cNvPr id="233" name="object 233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6946487" y="4351401"/>
              <a:ext cx="96107" cy="176974"/>
            </a:xfrm>
            <a:prstGeom prst="rect">
              <a:avLst/>
            </a:prstGeom>
          </p:spPr>
        </p:pic>
      </p:grpSp>
      <p:grpSp>
        <p:nvGrpSpPr>
          <p:cNvPr id="234" name="object 234" descr=""/>
          <p:cNvGrpSpPr/>
          <p:nvPr/>
        </p:nvGrpSpPr>
        <p:grpSpPr>
          <a:xfrm>
            <a:off x="7173753" y="4314729"/>
            <a:ext cx="1107440" cy="213995"/>
            <a:chOff x="7173753" y="4314729"/>
            <a:chExt cx="1107440" cy="213995"/>
          </a:xfrm>
        </p:grpSpPr>
        <p:sp>
          <p:nvSpPr>
            <p:cNvPr id="235" name="object 235" descr=""/>
            <p:cNvSpPr/>
            <p:nvPr/>
          </p:nvSpPr>
          <p:spPr>
            <a:xfrm>
              <a:off x="7173747" y="4325403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7228617" y="4351401"/>
              <a:ext cx="228885" cy="177069"/>
            </a:xfrm>
            <a:prstGeom prst="rect">
              <a:avLst/>
            </a:prstGeom>
          </p:spPr>
        </p:pic>
        <p:pic>
          <p:nvPicPr>
            <p:cNvPr id="237" name="object 237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7491031" y="4386452"/>
              <a:ext cx="192214" cy="137350"/>
            </a:xfrm>
            <a:prstGeom prst="rect">
              <a:avLst/>
            </a:prstGeom>
          </p:spPr>
        </p:pic>
        <p:pic>
          <p:nvPicPr>
            <p:cNvPr id="238" name="object 238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7716773" y="4351401"/>
              <a:ext cx="207454" cy="176974"/>
            </a:xfrm>
            <a:prstGeom prst="rect">
              <a:avLst/>
            </a:prstGeom>
          </p:spPr>
        </p:pic>
        <p:sp>
          <p:nvSpPr>
            <p:cNvPr id="239" name="object 239" descr=""/>
            <p:cNvSpPr/>
            <p:nvPr/>
          </p:nvSpPr>
          <p:spPr>
            <a:xfrm>
              <a:off x="7954797" y="4325505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0" name="object 240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8015763" y="4385024"/>
              <a:ext cx="114395" cy="143446"/>
            </a:xfrm>
            <a:prstGeom prst="rect">
              <a:avLst/>
            </a:prstGeom>
          </p:spPr>
        </p:pic>
        <p:pic>
          <p:nvPicPr>
            <p:cNvPr id="241" name="object 241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8165210" y="4314729"/>
              <a:ext cx="115919" cy="209073"/>
            </a:xfrm>
            <a:prstGeom prst="rect">
              <a:avLst/>
            </a:prstGeom>
          </p:spPr>
        </p:pic>
      </p:grpSp>
      <p:pic>
        <p:nvPicPr>
          <p:cNvPr id="242" name="object 242" descr=""/>
          <p:cNvPicPr/>
          <p:nvPr/>
        </p:nvPicPr>
        <p:blipFill>
          <a:blip r:embed="rId154" cstate="print"/>
          <a:stretch>
            <a:fillRect/>
          </a:stretch>
        </p:blipFill>
        <p:spPr>
          <a:xfrm>
            <a:off x="1029652" y="4786312"/>
            <a:ext cx="186023" cy="173926"/>
          </a:xfrm>
          <a:prstGeom prst="rect">
            <a:avLst/>
          </a:prstGeom>
        </p:spPr>
      </p:pic>
      <p:grpSp>
        <p:nvGrpSpPr>
          <p:cNvPr id="243" name="object 243" descr=""/>
          <p:cNvGrpSpPr/>
          <p:nvPr/>
        </p:nvGrpSpPr>
        <p:grpSpPr>
          <a:xfrm>
            <a:off x="1400270" y="4772500"/>
            <a:ext cx="1594485" cy="273685"/>
            <a:chOff x="1400270" y="4772500"/>
            <a:chExt cx="1594485" cy="273685"/>
          </a:xfrm>
        </p:grpSpPr>
        <p:pic>
          <p:nvPicPr>
            <p:cNvPr id="244" name="object 244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400270" y="4772500"/>
              <a:ext cx="184594" cy="210597"/>
            </a:xfrm>
            <a:prstGeom prst="rect">
              <a:avLst/>
            </a:prstGeom>
          </p:spPr>
        </p:pic>
        <p:sp>
          <p:nvSpPr>
            <p:cNvPr id="245" name="object 245" descr=""/>
            <p:cNvSpPr/>
            <p:nvPr/>
          </p:nvSpPr>
          <p:spPr>
            <a:xfrm>
              <a:off x="1610055" y="4772507"/>
              <a:ext cx="1384300" cy="273685"/>
            </a:xfrm>
            <a:custGeom>
              <a:avLst/>
              <a:gdLst/>
              <a:ahLst/>
              <a:cxnLst/>
              <a:rect l="l" t="t" r="r" b="b"/>
              <a:pathLst>
                <a:path w="1384300" h="273685">
                  <a:moveTo>
                    <a:pt x="125768" y="83921"/>
                  </a:moveTo>
                  <a:lnTo>
                    <a:pt x="115252" y="78155"/>
                  </a:lnTo>
                  <a:lnTo>
                    <a:pt x="105575" y="74396"/>
                  </a:lnTo>
                  <a:lnTo>
                    <a:pt x="95338" y="72339"/>
                  </a:lnTo>
                  <a:lnTo>
                    <a:pt x="83096" y="71729"/>
                  </a:lnTo>
                  <a:lnTo>
                    <a:pt x="53263" y="78003"/>
                  </a:lnTo>
                  <a:lnTo>
                    <a:pt x="28727" y="94437"/>
                  </a:lnTo>
                  <a:lnTo>
                    <a:pt x="10782" y="117449"/>
                  </a:lnTo>
                  <a:lnTo>
                    <a:pt x="711" y="143446"/>
                  </a:lnTo>
                  <a:lnTo>
                    <a:pt x="0" y="170484"/>
                  </a:lnTo>
                  <a:lnTo>
                    <a:pt x="8724" y="192836"/>
                  </a:lnTo>
                  <a:lnTo>
                    <a:pt x="26035" y="208038"/>
                  </a:lnTo>
                  <a:lnTo>
                    <a:pt x="51092" y="213652"/>
                  </a:lnTo>
                  <a:lnTo>
                    <a:pt x="63690" y="212979"/>
                  </a:lnTo>
                  <a:lnTo>
                    <a:pt x="102908" y="198412"/>
                  </a:lnTo>
                  <a:lnTo>
                    <a:pt x="92532" y="186321"/>
                  </a:lnTo>
                  <a:lnTo>
                    <a:pt x="79667" y="191541"/>
                  </a:lnTo>
                  <a:lnTo>
                    <a:pt x="67386" y="194449"/>
                  </a:lnTo>
                  <a:lnTo>
                    <a:pt x="55664" y="195364"/>
                  </a:lnTo>
                  <a:lnTo>
                    <a:pt x="38823" y="191312"/>
                  </a:lnTo>
                  <a:lnTo>
                    <a:pt x="27584" y="180263"/>
                  </a:lnTo>
                  <a:lnTo>
                    <a:pt x="22352" y="163779"/>
                  </a:lnTo>
                  <a:lnTo>
                    <a:pt x="23571" y="143446"/>
                  </a:lnTo>
                  <a:lnTo>
                    <a:pt x="30213" y="124815"/>
                  </a:lnTo>
                  <a:lnTo>
                    <a:pt x="41300" y="107581"/>
                  </a:lnTo>
                  <a:lnTo>
                    <a:pt x="57264" y="94932"/>
                  </a:lnTo>
                  <a:lnTo>
                    <a:pt x="78524" y="90017"/>
                  </a:lnTo>
                  <a:lnTo>
                    <a:pt x="89217" y="90652"/>
                  </a:lnTo>
                  <a:lnTo>
                    <a:pt x="98907" y="92875"/>
                  </a:lnTo>
                  <a:lnTo>
                    <a:pt x="108318" y="97078"/>
                  </a:lnTo>
                  <a:lnTo>
                    <a:pt x="118148" y="103733"/>
                  </a:lnTo>
                  <a:lnTo>
                    <a:pt x="125768" y="83921"/>
                  </a:lnTo>
                  <a:close/>
                </a:path>
                <a:path w="1384300" h="273685">
                  <a:moveTo>
                    <a:pt x="259981" y="83921"/>
                  </a:moveTo>
                  <a:lnTo>
                    <a:pt x="249453" y="78155"/>
                  </a:lnTo>
                  <a:lnTo>
                    <a:pt x="239788" y="74396"/>
                  </a:lnTo>
                  <a:lnTo>
                    <a:pt x="229552" y="72339"/>
                  </a:lnTo>
                  <a:lnTo>
                    <a:pt x="217309" y="71729"/>
                  </a:lnTo>
                  <a:lnTo>
                    <a:pt x="187502" y="78003"/>
                  </a:lnTo>
                  <a:lnTo>
                    <a:pt x="162966" y="94437"/>
                  </a:lnTo>
                  <a:lnTo>
                    <a:pt x="145008" y="117449"/>
                  </a:lnTo>
                  <a:lnTo>
                    <a:pt x="134912" y="143446"/>
                  </a:lnTo>
                  <a:lnTo>
                    <a:pt x="134200" y="170484"/>
                  </a:lnTo>
                  <a:lnTo>
                    <a:pt x="142925" y="192836"/>
                  </a:lnTo>
                  <a:lnTo>
                    <a:pt x="160248" y="208038"/>
                  </a:lnTo>
                  <a:lnTo>
                    <a:pt x="185305" y="213652"/>
                  </a:lnTo>
                  <a:lnTo>
                    <a:pt x="197929" y="212979"/>
                  </a:lnTo>
                  <a:lnTo>
                    <a:pt x="238645" y="198412"/>
                  </a:lnTo>
                  <a:lnTo>
                    <a:pt x="226733" y="186321"/>
                  </a:lnTo>
                  <a:lnTo>
                    <a:pt x="213880" y="191541"/>
                  </a:lnTo>
                  <a:lnTo>
                    <a:pt x="201587" y="194449"/>
                  </a:lnTo>
                  <a:lnTo>
                    <a:pt x="189877" y="195364"/>
                  </a:lnTo>
                  <a:lnTo>
                    <a:pt x="173075" y="191312"/>
                  </a:lnTo>
                  <a:lnTo>
                    <a:pt x="161836" y="180263"/>
                  </a:lnTo>
                  <a:lnTo>
                    <a:pt x="156616" y="163779"/>
                  </a:lnTo>
                  <a:lnTo>
                    <a:pt x="157873" y="143446"/>
                  </a:lnTo>
                  <a:lnTo>
                    <a:pt x="164515" y="124815"/>
                  </a:lnTo>
                  <a:lnTo>
                    <a:pt x="175590" y="107581"/>
                  </a:lnTo>
                  <a:lnTo>
                    <a:pt x="191516" y="94932"/>
                  </a:lnTo>
                  <a:lnTo>
                    <a:pt x="212737" y="90017"/>
                  </a:lnTo>
                  <a:lnTo>
                    <a:pt x="223431" y="90652"/>
                  </a:lnTo>
                  <a:lnTo>
                    <a:pt x="233121" y="92875"/>
                  </a:lnTo>
                  <a:lnTo>
                    <a:pt x="242531" y="97078"/>
                  </a:lnTo>
                  <a:lnTo>
                    <a:pt x="252361" y="103733"/>
                  </a:lnTo>
                  <a:lnTo>
                    <a:pt x="259981" y="83921"/>
                  </a:lnTo>
                  <a:close/>
                </a:path>
                <a:path w="1384300" h="273685">
                  <a:moveTo>
                    <a:pt x="386283" y="121907"/>
                  </a:moveTo>
                  <a:lnTo>
                    <a:pt x="385762" y="107429"/>
                  </a:lnTo>
                  <a:lnTo>
                    <a:pt x="382092" y="93065"/>
                  </a:lnTo>
                  <a:lnTo>
                    <a:pt x="380034" y="90017"/>
                  </a:lnTo>
                  <a:lnTo>
                    <a:pt x="374650" y="82016"/>
                  </a:lnTo>
                  <a:lnTo>
                    <a:pt x="369900" y="78867"/>
                  </a:lnTo>
                  <a:lnTo>
                    <a:pt x="369900" y="128206"/>
                  </a:lnTo>
                  <a:lnTo>
                    <a:pt x="295122" y="128206"/>
                  </a:lnTo>
                  <a:lnTo>
                    <a:pt x="303771" y="112598"/>
                  </a:lnTo>
                  <a:lnTo>
                    <a:pt x="315125" y="100533"/>
                  </a:lnTo>
                  <a:lnTo>
                    <a:pt x="327914" y="92760"/>
                  </a:lnTo>
                  <a:lnTo>
                    <a:pt x="340842" y="90017"/>
                  </a:lnTo>
                  <a:lnTo>
                    <a:pt x="352679" y="92113"/>
                  </a:lnTo>
                  <a:lnTo>
                    <a:pt x="362229" y="98780"/>
                  </a:lnTo>
                  <a:lnTo>
                    <a:pt x="368363" y="110629"/>
                  </a:lnTo>
                  <a:lnTo>
                    <a:pt x="369900" y="128206"/>
                  </a:lnTo>
                  <a:lnTo>
                    <a:pt x="369900" y="78867"/>
                  </a:lnTo>
                  <a:lnTo>
                    <a:pt x="364896" y="75539"/>
                  </a:lnTo>
                  <a:lnTo>
                    <a:pt x="354584" y="72491"/>
                  </a:lnTo>
                  <a:lnTo>
                    <a:pt x="345414" y="71729"/>
                  </a:lnTo>
                  <a:lnTo>
                    <a:pt x="320446" y="77317"/>
                  </a:lnTo>
                  <a:lnTo>
                    <a:pt x="297599" y="92494"/>
                  </a:lnTo>
                  <a:lnTo>
                    <a:pt x="279628" y="114846"/>
                  </a:lnTo>
                  <a:lnTo>
                    <a:pt x="269214" y="141922"/>
                  </a:lnTo>
                  <a:lnTo>
                    <a:pt x="269100" y="144970"/>
                  </a:lnTo>
                  <a:lnTo>
                    <a:pt x="268033" y="170522"/>
                  </a:lnTo>
                  <a:lnTo>
                    <a:pt x="277190" y="193255"/>
                  </a:lnTo>
                  <a:lnTo>
                    <a:pt x="294919" y="208241"/>
                  </a:lnTo>
                  <a:lnTo>
                    <a:pt x="319506" y="213652"/>
                  </a:lnTo>
                  <a:lnTo>
                    <a:pt x="333400" y="212547"/>
                  </a:lnTo>
                  <a:lnTo>
                    <a:pt x="347141" y="209461"/>
                  </a:lnTo>
                  <a:lnTo>
                    <a:pt x="360057" y="204647"/>
                  </a:lnTo>
                  <a:lnTo>
                    <a:pt x="371424" y="198412"/>
                  </a:lnTo>
                  <a:lnTo>
                    <a:pt x="371652" y="195364"/>
                  </a:lnTo>
                  <a:lnTo>
                    <a:pt x="371690" y="194881"/>
                  </a:lnTo>
                  <a:lnTo>
                    <a:pt x="371817" y="193255"/>
                  </a:lnTo>
                  <a:lnTo>
                    <a:pt x="371868" y="192684"/>
                  </a:lnTo>
                  <a:lnTo>
                    <a:pt x="371944" y="191554"/>
                  </a:lnTo>
                  <a:lnTo>
                    <a:pt x="372948" y="178498"/>
                  </a:lnTo>
                  <a:lnTo>
                    <a:pt x="356489" y="187604"/>
                  </a:lnTo>
                  <a:lnTo>
                    <a:pt x="342188" y="192684"/>
                  </a:lnTo>
                  <a:lnTo>
                    <a:pt x="331063" y="194881"/>
                  </a:lnTo>
                  <a:lnTo>
                    <a:pt x="324078" y="195364"/>
                  </a:lnTo>
                  <a:lnTo>
                    <a:pt x="307695" y="191554"/>
                  </a:lnTo>
                  <a:lnTo>
                    <a:pt x="295884" y="181025"/>
                  </a:lnTo>
                  <a:lnTo>
                    <a:pt x="289788" y="165061"/>
                  </a:lnTo>
                  <a:lnTo>
                    <a:pt x="290550" y="144970"/>
                  </a:lnTo>
                  <a:lnTo>
                    <a:pt x="383616" y="144970"/>
                  </a:lnTo>
                  <a:lnTo>
                    <a:pt x="385089" y="134950"/>
                  </a:lnTo>
                  <a:lnTo>
                    <a:pt x="385711" y="128206"/>
                  </a:lnTo>
                  <a:lnTo>
                    <a:pt x="386283" y="121907"/>
                  </a:lnTo>
                  <a:close/>
                </a:path>
                <a:path w="1384300" h="273685">
                  <a:moveTo>
                    <a:pt x="510209" y="80873"/>
                  </a:moveTo>
                  <a:lnTo>
                    <a:pt x="499491" y="76225"/>
                  </a:lnTo>
                  <a:lnTo>
                    <a:pt x="489623" y="73444"/>
                  </a:lnTo>
                  <a:lnTo>
                    <a:pt x="479729" y="72085"/>
                  </a:lnTo>
                  <a:lnTo>
                    <a:pt x="468960" y="71729"/>
                  </a:lnTo>
                  <a:lnTo>
                    <a:pt x="457746" y="72339"/>
                  </a:lnTo>
                  <a:lnTo>
                    <a:pt x="439813" y="76682"/>
                  </a:lnTo>
                  <a:lnTo>
                    <a:pt x="421601" y="88480"/>
                  </a:lnTo>
                  <a:lnTo>
                    <a:pt x="409524" y="111442"/>
                  </a:lnTo>
                  <a:lnTo>
                    <a:pt x="408838" y="121132"/>
                  </a:lnTo>
                  <a:lnTo>
                    <a:pt x="410857" y="129540"/>
                  </a:lnTo>
                  <a:lnTo>
                    <a:pt x="457898" y="154419"/>
                  </a:lnTo>
                  <a:lnTo>
                    <a:pt x="466521" y="158115"/>
                  </a:lnTo>
                  <a:lnTo>
                    <a:pt x="472554" y="164376"/>
                  </a:lnTo>
                  <a:lnTo>
                    <a:pt x="473532" y="173926"/>
                  </a:lnTo>
                  <a:lnTo>
                    <a:pt x="467029" y="186321"/>
                  </a:lnTo>
                  <a:lnTo>
                    <a:pt x="456958" y="192684"/>
                  </a:lnTo>
                  <a:lnTo>
                    <a:pt x="447167" y="195021"/>
                  </a:lnTo>
                  <a:lnTo>
                    <a:pt x="441528" y="195364"/>
                  </a:lnTo>
                  <a:lnTo>
                    <a:pt x="424332" y="193624"/>
                  </a:lnTo>
                  <a:lnTo>
                    <a:pt x="411429" y="189445"/>
                  </a:lnTo>
                  <a:lnTo>
                    <a:pt x="402526" y="184391"/>
                  </a:lnTo>
                  <a:lnTo>
                    <a:pt x="397332" y="180022"/>
                  </a:lnTo>
                  <a:lnTo>
                    <a:pt x="389712" y="201460"/>
                  </a:lnTo>
                  <a:lnTo>
                    <a:pt x="396875" y="205282"/>
                  </a:lnTo>
                  <a:lnTo>
                    <a:pt x="407047" y="209270"/>
                  </a:lnTo>
                  <a:lnTo>
                    <a:pt x="420357" y="212382"/>
                  </a:lnTo>
                  <a:lnTo>
                    <a:pt x="436956" y="213652"/>
                  </a:lnTo>
                  <a:lnTo>
                    <a:pt x="443318" y="213499"/>
                  </a:lnTo>
                  <a:lnTo>
                    <a:pt x="481850" y="198005"/>
                  </a:lnTo>
                  <a:lnTo>
                    <a:pt x="496176" y="161048"/>
                  </a:lnTo>
                  <a:lnTo>
                    <a:pt x="494398" y="152400"/>
                  </a:lnTo>
                  <a:lnTo>
                    <a:pt x="458292" y="129730"/>
                  </a:lnTo>
                  <a:lnTo>
                    <a:pt x="446747" y="126403"/>
                  </a:lnTo>
                  <a:lnTo>
                    <a:pt x="437908" y="122491"/>
                  </a:lnTo>
                  <a:lnTo>
                    <a:pt x="432790" y="116878"/>
                  </a:lnTo>
                  <a:lnTo>
                    <a:pt x="432384" y="108394"/>
                  </a:lnTo>
                  <a:lnTo>
                    <a:pt x="437553" y="96888"/>
                  </a:lnTo>
                  <a:lnTo>
                    <a:pt x="446290" y="90970"/>
                  </a:lnTo>
                  <a:lnTo>
                    <a:pt x="455320" y="88798"/>
                  </a:lnTo>
                  <a:lnTo>
                    <a:pt x="461340" y="88493"/>
                  </a:lnTo>
                  <a:lnTo>
                    <a:pt x="469493" y="88887"/>
                  </a:lnTo>
                  <a:lnTo>
                    <a:pt x="479679" y="90589"/>
                  </a:lnTo>
                  <a:lnTo>
                    <a:pt x="490994" y="94272"/>
                  </a:lnTo>
                  <a:lnTo>
                    <a:pt x="502589" y="100685"/>
                  </a:lnTo>
                  <a:lnTo>
                    <a:pt x="510209" y="80873"/>
                  </a:lnTo>
                  <a:close/>
                </a:path>
                <a:path w="1384300" h="273685">
                  <a:moveTo>
                    <a:pt x="626122" y="80873"/>
                  </a:moveTo>
                  <a:lnTo>
                    <a:pt x="615403" y="76225"/>
                  </a:lnTo>
                  <a:lnTo>
                    <a:pt x="605536" y="73444"/>
                  </a:lnTo>
                  <a:lnTo>
                    <a:pt x="595655" y="72085"/>
                  </a:lnTo>
                  <a:lnTo>
                    <a:pt x="584873" y="71729"/>
                  </a:lnTo>
                  <a:lnTo>
                    <a:pt x="573659" y="72339"/>
                  </a:lnTo>
                  <a:lnTo>
                    <a:pt x="555726" y="76682"/>
                  </a:lnTo>
                  <a:lnTo>
                    <a:pt x="537514" y="88480"/>
                  </a:lnTo>
                  <a:lnTo>
                    <a:pt x="525437" y="111442"/>
                  </a:lnTo>
                  <a:lnTo>
                    <a:pt x="524751" y="121132"/>
                  </a:lnTo>
                  <a:lnTo>
                    <a:pt x="526770" y="129540"/>
                  </a:lnTo>
                  <a:lnTo>
                    <a:pt x="573824" y="154419"/>
                  </a:lnTo>
                  <a:lnTo>
                    <a:pt x="582434" y="158115"/>
                  </a:lnTo>
                  <a:lnTo>
                    <a:pt x="588467" y="164376"/>
                  </a:lnTo>
                  <a:lnTo>
                    <a:pt x="589445" y="173926"/>
                  </a:lnTo>
                  <a:lnTo>
                    <a:pt x="582955" y="186321"/>
                  </a:lnTo>
                  <a:lnTo>
                    <a:pt x="572871" y="192684"/>
                  </a:lnTo>
                  <a:lnTo>
                    <a:pt x="563092" y="195021"/>
                  </a:lnTo>
                  <a:lnTo>
                    <a:pt x="557441" y="195364"/>
                  </a:lnTo>
                  <a:lnTo>
                    <a:pt x="540258" y="193624"/>
                  </a:lnTo>
                  <a:lnTo>
                    <a:pt x="527342" y="189445"/>
                  </a:lnTo>
                  <a:lnTo>
                    <a:pt x="518439" y="184391"/>
                  </a:lnTo>
                  <a:lnTo>
                    <a:pt x="513245" y="180022"/>
                  </a:lnTo>
                  <a:lnTo>
                    <a:pt x="505625" y="201460"/>
                  </a:lnTo>
                  <a:lnTo>
                    <a:pt x="512800" y="205282"/>
                  </a:lnTo>
                  <a:lnTo>
                    <a:pt x="522960" y="209270"/>
                  </a:lnTo>
                  <a:lnTo>
                    <a:pt x="536282" y="212382"/>
                  </a:lnTo>
                  <a:lnTo>
                    <a:pt x="552869" y="213652"/>
                  </a:lnTo>
                  <a:lnTo>
                    <a:pt x="559231" y="213499"/>
                  </a:lnTo>
                  <a:lnTo>
                    <a:pt x="597763" y="198005"/>
                  </a:lnTo>
                  <a:lnTo>
                    <a:pt x="612101" y="161048"/>
                  </a:lnTo>
                  <a:lnTo>
                    <a:pt x="610311" y="152400"/>
                  </a:lnTo>
                  <a:lnTo>
                    <a:pt x="574205" y="129730"/>
                  </a:lnTo>
                  <a:lnTo>
                    <a:pt x="562660" y="126403"/>
                  </a:lnTo>
                  <a:lnTo>
                    <a:pt x="553821" y="122491"/>
                  </a:lnTo>
                  <a:lnTo>
                    <a:pt x="548703" y="116878"/>
                  </a:lnTo>
                  <a:lnTo>
                    <a:pt x="548297" y="108394"/>
                  </a:lnTo>
                  <a:lnTo>
                    <a:pt x="553466" y="96888"/>
                  </a:lnTo>
                  <a:lnTo>
                    <a:pt x="562203" y="90970"/>
                  </a:lnTo>
                  <a:lnTo>
                    <a:pt x="571233" y="88798"/>
                  </a:lnTo>
                  <a:lnTo>
                    <a:pt x="577253" y="88493"/>
                  </a:lnTo>
                  <a:lnTo>
                    <a:pt x="585419" y="88887"/>
                  </a:lnTo>
                  <a:lnTo>
                    <a:pt x="595591" y="90589"/>
                  </a:lnTo>
                  <a:lnTo>
                    <a:pt x="606920" y="94272"/>
                  </a:lnTo>
                  <a:lnTo>
                    <a:pt x="618502" y="100685"/>
                  </a:lnTo>
                  <a:lnTo>
                    <a:pt x="626122" y="80873"/>
                  </a:lnTo>
                  <a:close/>
                </a:path>
                <a:path w="1384300" h="273685">
                  <a:moveTo>
                    <a:pt x="685660" y="76288"/>
                  </a:moveTo>
                  <a:lnTo>
                    <a:pt x="662698" y="76288"/>
                  </a:lnTo>
                  <a:lnTo>
                    <a:pt x="635266" y="210591"/>
                  </a:lnTo>
                  <a:lnTo>
                    <a:pt x="658126" y="210591"/>
                  </a:lnTo>
                  <a:lnTo>
                    <a:pt x="685660" y="76288"/>
                  </a:lnTo>
                  <a:close/>
                </a:path>
                <a:path w="1384300" h="273685">
                  <a:moveTo>
                    <a:pt x="702424" y="12192"/>
                  </a:moveTo>
                  <a:lnTo>
                    <a:pt x="674890" y="12192"/>
                  </a:lnTo>
                  <a:lnTo>
                    <a:pt x="668794" y="39624"/>
                  </a:lnTo>
                  <a:lnTo>
                    <a:pt x="696328" y="39624"/>
                  </a:lnTo>
                  <a:lnTo>
                    <a:pt x="702424" y="12192"/>
                  </a:lnTo>
                  <a:close/>
                </a:path>
                <a:path w="1384300" h="273685">
                  <a:moveTo>
                    <a:pt x="843889" y="116408"/>
                  </a:moveTo>
                  <a:lnTo>
                    <a:pt x="838720" y="94056"/>
                  </a:lnTo>
                  <a:lnTo>
                    <a:pt x="826414" y="78854"/>
                  </a:lnTo>
                  <a:lnTo>
                    <a:pt x="820026" y="76949"/>
                  </a:lnTo>
                  <a:lnTo>
                    <a:pt x="820026" y="119265"/>
                  </a:lnTo>
                  <a:lnTo>
                    <a:pt x="818337" y="143446"/>
                  </a:lnTo>
                  <a:lnTo>
                    <a:pt x="809104" y="168313"/>
                  </a:lnTo>
                  <a:lnTo>
                    <a:pt x="794854" y="184302"/>
                  </a:lnTo>
                  <a:lnTo>
                    <a:pt x="778611" y="192836"/>
                  </a:lnTo>
                  <a:lnTo>
                    <a:pt x="763384" y="195351"/>
                  </a:lnTo>
                  <a:lnTo>
                    <a:pt x="754824" y="194424"/>
                  </a:lnTo>
                  <a:lnTo>
                    <a:pt x="747572" y="191350"/>
                  </a:lnTo>
                  <a:lnTo>
                    <a:pt x="741730" y="185674"/>
                  </a:lnTo>
                  <a:lnTo>
                    <a:pt x="737476" y="176974"/>
                  </a:lnTo>
                  <a:lnTo>
                    <a:pt x="752716" y="109918"/>
                  </a:lnTo>
                  <a:lnTo>
                    <a:pt x="758634" y="103797"/>
                  </a:lnTo>
                  <a:lnTo>
                    <a:pt x="767003" y="97828"/>
                  </a:lnTo>
                  <a:lnTo>
                    <a:pt x="777354" y="93319"/>
                  </a:lnTo>
                  <a:lnTo>
                    <a:pt x="789292" y="91528"/>
                  </a:lnTo>
                  <a:lnTo>
                    <a:pt x="802220" y="94284"/>
                  </a:lnTo>
                  <a:lnTo>
                    <a:pt x="813562" y="103200"/>
                  </a:lnTo>
                  <a:lnTo>
                    <a:pt x="820026" y="119265"/>
                  </a:lnTo>
                  <a:lnTo>
                    <a:pt x="820026" y="76949"/>
                  </a:lnTo>
                  <a:lnTo>
                    <a:pt x="807669" y="73240"/>
                  </a:lnTo>
                  <a:lnTo>
                    <a:pt x="797369" y="73964"/>
                  </a:lnTo>
                  <a:lnTo>
                    <a:pt x="785101" y="76669"/>
                  </a:lnTo>
                  <a:lnTo>
                    <a:pt x="771144" y="82245"/>
                  </a:lnTo>
                  <a:lnTo>
                    <a:pt x="755764" y="91528"/>
                  </a:lnTo>
                  <a:lnTo>
                    <a:pt x="774052" y="0"/>
                  </a:lnTo>
                  <a:lnTo>
                    <a:pt x="752716" y="0"/>
                  </a:lnTo>
                  <a:lnTo>
                    <a:pt x="706996" y="210591"/>
                  </a:lnTo>
                  <a:lnTo>
                    <a:pt x="731380" y="210591"/>
                  </a:lnTo>
                  <a:lnTo>
                    <a:pt x="734428" y="196875"/>
                  </a:lnTo>
                  <a:lnTo>
                    <a:pt x="739279" y="202069"/>
                  </a:lnTo>
                  <a:lnTo>
                    <a:pt x="747001" y="207543"/>
                  </a:lnTo>
                  <a:lnTo>
                    <a:pt x="757567" y="211886"/>
                  </a:lnTo>
                  <a:lnTo>
                    <a:pt x="771004" y="213639"/>
                  </a:lnTo>
                  <a:lnTo>
                    <a:pt x="793788" y="208470"/>
                  </a:lnTo>
                  <a:lnTo>
                    <a:pt x="810552" y="196875"/>
                  </a:lnTo>
                  <a:lnTo>
                    <a:pt x="812761" y="195351"/>
                  </a:lnTo>
                  <a:lnTo>
                    <a:pt x="814705" y="194017"/>
                  </a:lnTo>
                  <a:lnTo>
                    <a:pt x="831316" y="171818"/>
                  </a:lnTo>
                  <a:lnTo>
                    <a:pt x="841197" y="143446"/>
                  </a:lnTo>
                  <a:lnTo>
                    <a:pt x="843889" y="116408"/>
                  </a:lnTo>
                  <a:close/>
                </a:path>
                <a:path w="1384300" h="273685">
                  <a:moveTo>
                    <a:pt x="914438" y="76390"/>
                  </a:moveTo>
                  <a:lnTo>
                    <a:pt x="891489" y="76390"/>
                  </a:lnTo>
                  <a:lnTo>
                    <a:pt x="862533" y="210591"/>
                  </a:lnTo>
                  <a:lnTo>
                    <a:pt x="885393" y="210591"/>
                  </a:lnTo>
                  <a:lnTo>
                    <a:pt x="914438" y="76390"/>
                  </a:lnTo>
                  <a:close/>
                </a:path>
                <a:path w="1384300" h="273685">
                  <a:moveTo>
                    <a:pt x="929678" y="12280"/>
                  </a:moveTo>
                  <a:lnTo>
                    <a:pt x="903681" y="12280"/>
                  </a:lnTo>
                  <a:lnTo>
                    <a:pt x="897585" y="39712"/>
                  </a:lnTo>
                  <a:lnTo>
                    <a:pt x="925106" y="39712"/>
                  </a:lnTo>
                  <a:lnTo>
                    <a:pt x="929678" y="12280"/>
                  </a:lnTo>
                  <a:close/>
                </a:path>
                <a:path w="1384300" h="273685">
                  <a:moveTo>
                    <a:pt x="1002842" y="0"/>
                  </a:moveTo>
                  <a:lnTo>
                    <a:pt x="979982" y="0"/>
                  </a:lnTo>
                  <a:lnTo>
                    <a:pt x="935774" y="210591"/>
                  </a:lnTo>
                  <a:lnTo>
                    <a:pt x="957110" y="210591"/>
                  </a:lnTo>
                  <a:lnTo>
                    <a:pt x="1002842" y="0"/>
                  </a:lnTo>
                  <a:close/>
                </a:path>
                <a:path w="1384300" h="273685">
                  <a:moveTo>
                    <a:pt x="1057884" y="76288"/>
                  </a:moveTo>
                  <a:lnTo>
                    <a:pt x="1034935" y="76288"/>
                  </a:lnTo>
                  <a:lnTo>
                    <a:pt x="1007503" y="210591"/>
                  </a:lnTo>
                  <a:lnTo>
                    <a:pt x="1030363" y="210591"/>
                  </a:lnTo>
                  <a:lnTo>
                    <a:pt x="1057884" y="76288"/>
                  </a:lnTo>
                  <a:close/>
                </a:path>
                <a:path w="1384300" h="273685">
                  <a:moveTo>
                    <a:pt x="1074648" y="12192"/>
                  </a:moveTo>
                  <a:lnTo>
                    <a:pt x="1047127" y="12192"/>
                  </a:lnTo>
                  <a:lnTo>
                    <a:pt x="1041031" y="39624"/>
                  </a:lnTo>
                  <a:lnTo>
                    <a:pt x="1068552" y="39624"/>
                  </a:lnTo>
                  <a:lnTo>
                    <a:pt x="1074648" y="12192"/>
                  </a:lnTo>
                  <a:close/>
                </a:path>
                <a:path w="1384300" h="273685">
                  <a:moveTo>
                    <a:pt x="1178293" y="76288"/>
                  </a:moveTo>
                  <a:lnTo>
                    <a:pt x="1135621" y="76288"/>
                  </a:lnTo>
                  <a:lnTo>
                    <a:pt x="1144765" y="38188"/>
                  </a:lnTo>
                  <a:lnTo>
                    <a:pt x="1123429" y="38188"/>
                  </a:lnTo>
                  <a:lnTo>
                    <a:pt x="1115707" y="76288"/>
                  </a:lnTo>
                  <a:lnTo>
                    <a:pt x="1088275" y="76288"/>
                  </a:lnTo>
                  <a:lnTo>
                    <a:pt x="1085227" y="94576"/>
                  </a:lnTo>
                  <a:lnTo>
                    <a:pt x="1111135" y="94576"/>
                  </a:lnTo>
                  <a:lnTo>
                    <a:pt x="1092847" y="175450"/>
                  </a:lnTo>
                  <a:lnTo>
                    <a:pt x="1091399" y="188531"/>
                  </a:lnTo>
                  <a:lnTo>
                    <a:pt x="1092657" y="200875"/>
                  </a:lnTo>
                  <a:lnTo>
                    <a:pt x="1098207" y="210045"/>
                  </a:lnTo>
                  <a:lnTo>
                    <a:pt x="1109611" y="213639"/>
                  </a:lnTo>
                  <a:lnTo>
                    <a:pt x="1124762" y="212407"/>
                  </a:lnTo>
                  <a:lnTo>
                    <a:pt x="1137894" y="209448"/>
                  </a:lnTo>
                  <a:lnTo>
                    <a:pt x="1148715" y="205930"/>
                  </a:lnTo>
                  <a:lnTo>
                    <a:pt x="1156957" y="202971"/>
                  </a:lnTo>
                  <a:lnTo>
                    <a:pt x="1155433" y="184683"/>
                  </a:lnTo>
                  <a:lnTo>
                    <a:pt x="1148334" y="188925"/>
                  </a:lnTo>
                  <a:lnTo>
                    <a:pt x="1140955" y="192303"/>
                  </a:lnTo>
                  <a:lnTo>
                    <a:pt x="1133563" y="194551"/>
                  </a:lnTo>
                  <a:lnTo>
                    <a:pt x="1126477" y="195351"/>
                  </a:lnTo>
                  <a:lnTo>
                    <a:pt x="1119822" y="193662"/>
                  </a:lnTo>
                  <a:lnTo>
                    <a:pt x="1115910" y="188683"/>
                  </a:lnTo>
                  <a:lnTo>
                    <a:pt x="1114590" y="180530"/>
                  </a:lnTo>
                  <a:lnTo>
                    <a:pt x="1115707" y="169354"/>
                  </a:lnTo>
                  <a:lnTo>
                    <a:pt x="1132573" y="94576"/>
                  </a:lnTo>
                  <a:lnTo>
                    <a:pt x="1175245" y="94576"/>
                  </a:lnTo>
                  <a:lnTo>
                    <a:pt x="1178293" y="76288"/>
                  </a:lnTo>
                  <a:close/>
                </a:path>
                <a:path w="1384300" h="273685">
                  <a:moveTo>
                    <a:pt x="1318590" y="76288"/>
                  </a:moveTo>
                  <a:lnTo>
                    <a:pt x="1295730" y="76288"/>
                  </a:lnTo>
                  <a:lnTo>
                    <a:pt x="1260868" y="134137"/>
                  </a:lnTo>
                  <a:lnTo>
                    <a:pt x="1242009" y="168249"/>
                  </a:lnTo>
                  <a:lnTo>
                    <a:pt x="1234008" y="185762"/>
                  </a:lnTo>
                  <a:lnTo>
                    <a:pt x="1231722" y="193827"/>
                  </a:lnTo>
                  <a:lnTo>
                    <a:pt x="1230198" y="193827"/>
                  </a:lnTo>
                  <a:lnTo>
                    <a:pt x="1230045" y="173469"/>
                  </a:lnTo>
                  <a:lnTo>
                    <a:pt x="1226718" y="147840"/>
                  </a:lnTo>
                  <a:lnTo>
                    <a:pt x="1220965" y="114490"/>
                  </a:lnTo>
                  <a:lnTo>
                    <a:pt x="1211821" y="76288"/>
                  </a:lnTo>
                  <a:lnTo>
                    <a:pt x="1187437" y="76288"/>
                  </a:lnTo>
                  <a:lnTo>
                    <a:pt x="1217917" y="210591"/>
                  </a:lnTo>
                  <a:lnTo>
                    <a:pt x="1201153" y="238023"/>
                  </a:lnTo>
                  <a:lnTo>
                    <a:pt x="1193977" y="248602"/>
                  </a:lnTo>
                  <a:lnTo>
                    <a:pt x="1188389" y="254025"/>
                  </a:lnTo>
                  <a:lnTo>
                    <a:pt x="1184211" y="256032"/>
                  </a:lnTo>
                  <a:lnTo>
                    <a:pt x="1181341" y="256311"/>
                  </a:lnTo>
                  <a:lnTo>
                    <a:pt x="1176769" y="256311"/>
                  </a:lnTo>
                  <a:lnTo>
                    <a:pt x="1166101" y="254787"/>
                  </a:lnTo>
                  <a:lnTo>
                    <a:pt x="1158481" y="250215"/>
                  </a:lnTo>
                  <a:lnTo>
                    <a:pt x="1155433" y="270129"/>
                  </a:lnTo>
                  <a:lnTo>
                    <a:pt x="1161529" y="271653"/>
                  </a:lnTo>
                  <a:lnTo>
                    <a:pt x="1170673" y="273177"/>
                  </a:lnTo>
                  <a:lnTo>
                    <a:pt x="1176769" y="273177"/>
                  </a:lnTo>
                  <a:lnTo>
                    <a:pt x="1185151" y="272199"/>
                  </a:lnTo>
                  <a:lnTo>
                    <a:pt x="1194676" y="267639"/>
                  </a:lnTo>
                  <a:lnTo>
                    <a:pt x="1205915" y="257060"/>
                  </a:lnTo>
                  <a:lnTo>
                    <a:pt x="1219441" y="238023"/>
                  </a:lnTo>
                  <a:lnTo>
                    <a:pt x="1318590" y="76288"/>
                  </a:lnTo>
                  <a:close/>
                </a:path>
                <a:path w="1384300" h="273685">
                  <a:moveTo>
                    <a:pt x="1384211" y="186118"/>
                  </a:moveTo>
                  <a:lnTo>
                    <a:pt x="1358303" y="186118"/>
                  </a:lnTo>
                  <a:lnTo>
                    <a:pt x="1358303" y="210591"/>
                  </a:lnTo>
                  <a:lnTo>
                    <a:pt x="1384211" y="210591"/>
                  </a:lnTo>
                  <a:lnTo>
                    <a:pt x="1384211" y="186118"/>
                  </a:lnTo>
                  <a:close/>
                </a:path>
                <a:path w="1384300" h="273685">
                  <a:moveTo>
                    <a:pt x="1384211" y="76288"/>
                  </a:moveTo>
                  <a:lnTo>
                    <a:pt x="1358303" y="76288"/>
                  </a:lnTo>
                  <a:lnTo>
                    <a:pt x="1358303" y="102196"/>
                  </a:lnTo>
                  <a:lnTo>
                    <a:pt x="1384211" y="102196"/>
                  </a:lnTo>
                  <a:lnTo>
                    <a:pt x="1384211" y="76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6" name="object 246" descr=""/>
          <p:cNvGrpSpPr/>
          <p:nvPr/>
        </p:nvGrpSpPr>
        <p:grpSpPr>
          <a:xfrm>
            <a:off x="3165157" y="4772500"/>
            <a:ext cx="1171575" cy="213995"/>
            <a:chOff x="3165157" y="4772500"/>
            <a:chExt cx="1171575" cy="213995"/>
          </a:xfrm>
        </p:grpSpPr>
        <p:sp>
          <p:nvSpPr>
            <p:cNvPr id="247" name="object 247" descr=""/>
            <p:cNvSpPr/>
            <p:nvPr/>
          </p:nvSpPr>
          <p:spPr>
            <a:xfrm>
              <a:off x="3165157" y="4772507"/>
              <a:ext cx="567690" cy="213995"/>
            </a:xfrm>
            <a:custGeom>
              <a:avLst/>
              <a:gdLst/>
              <a:ahLst/>
              <a:cxnLst/>
              <a:rect l="l" t="t" r="r" b="b"/>
              <a:pathLst>
                <a:path w="567689" h="213995">
                  <a:moveTo>
                    <a:pt x="184492" y="210591"/>
                  </a:moveTo>
                  <a:lnTo>
                    <a:pt x="161963" y="149542"/>
                  </a:lnTo>
                  <a:lnTo>
                    <a:pt x="155778" y="132778"/>
                  </a:lnTo>
                  <a:lnTo>
                    <a:pt x="128104" y="57823"/>
                  </a:lnTo>
                  <a:lnTo>
                    <a:pt x="128104" y="132778"/>
                  </a:lnTo>
                  <a:lnTo>
                    <a:pt x="51816" y="132778"/>
                  </a:lnTo>
                  <a:lnTo>
                    <a:pt x="59829" y="111518"/>
                  </a:lnTo>
                  <a:lnTo>
                    <a:pt x="62293" y="104724"/>
                  </a:lnTo>
                  <a:lnTo>
                    <a:pt x="64452" y="98221"/>
                  </a:lnTo>
                  <a:lnTo>
                    <a:pt x="71628" y="77812"/>
                  </a:lnTo>
                  <a:lnTo>
                    <a:pt x="77482" y="63030"/>
                  </a:lnTo>
                  <a:lnTo>
                    <a:pt x="83058" y="47523"/>
                  </a:lnTo>
                  <a:lnTo>
                    <a:pt x="87477" y="33413"/>
                  </a:lnTo>
                  <a:lnTo>
                    <a:pt x="89916" y="22860"/>
                  </a:lnTo>
                  <a:lnTo>
                    <a:pt x="92964" y="32664"/>
                  </a:lnTo>
                  <a:lnTo>
                    <a:pt x="95948" y="41592"/>
                  </a:lnTo>
                  <a:lnTo>
                    <a:pt x="128104" y="132778"/>
                  </a:lnTo>
                  <a:lnTo>
                    <a:pt x="128104" y="57823"/>
                  </a:lnTo>
                  <a:lnTo>
                    <a:pt x="115201" y="22860"/>
                  </a:lnTo>
                  <a:lnTo>
                    <a:pt x="106768" y="0"/>
                  </a:lnTo>
                  <a:lnTo>
                    <a:pt x="79248" y="0"/>
                  </a:lnTo>
                  <a:lnTo>
                    <a:pt x="0" y="210591"/>
                  </a:lnTo>
                  <a:lnTo>
                    <a:pt x="22860" y="210591"/>
                  </a:lnTo>
                  <a:lnTo>
                    <a:pt x="45720" y="149542"/>
                  </a:lnTo>
                  <a:lnTo>
                    <a:pt x="134200" y="149542"/>
                  </a:lnTo>
                  <a:lnTo>
                    <a:pt x="157060" y="210591"/>
                  </a:lnTo>
                  <a:lnTo>
                    <a:pt x="184492" y="210591"/>
                  </a:lnTo>
                  <a:close/>
                </a:path>
                <a:path w="567689" h="213995">
                  <a:moveTo>
                    <a:pt x="301942" y="172402"/>
                  </a:moveTo>
                  <a:lnTo>
                    <a:pt x="282790" y="138303"/>
                  </a:lnTo>
                  <a:lnTo>
                    <a:pt x="256222" y="129730"/>
                  </a:lnTo>
                  <a:lnTo>
                    <a:pt x="244386" y="126403"/>
                  </a:lnTo>
                  <a:lnTo>
                    <a:pt x="234696" y="122491"/>
                  </a:lnTo>
                  <a:lnTo>
                    <a:pt x="228142" y="116878"/>
                  </a:lnTo>
                  <a:lnTo>
                    <a:pt x="225742" y="108394"/>
                  </a:lnTo>
                  <a:lnTo>
                    <a:pt x="229120" y="96888"/>
                  </a:lnTo>
                  <a:lnTo>
                    <a:pt x="236791" y="90970"/>
                  </a:lnTo>
                  <a:lnTo>
                    <a:pt x="245021" y="88798"/>
                  </a:lnTo>
                  <a:lnTo>
                    <a:pt x="250126" y="88493"/>
                  </a:lnTo>
                  <a:lnTo>
                    <a:pt x="258953" y="88887"/>
                  </a:lnTo>
                  <a:lnTo>
                    <a:pt x="269367" y="90589"/>
                  </a:lnTo>
                  <a:lnTo>
                    <a:pt x="281190" y="94272"/>
                  </a:lnTo>
                  <a:lnTo>
                    <a:pt x="294322" y="100685"/>
                  </a:lnTo>
                  <a:lnTo>
                    <a:pt x="297370" y="80873"/>
                  </a:lnTo>
                  <a:lnTo>
                    <a:pt x="286385" y="76225"/>
                  </a:lnTo>
                  <a:lnTo>
                    <a:pt x="275844" y="73444"/>
                  </a:lnTo>
                  <a:lnTo>
                    <a:pt x="264998" y="72085"/>
                  </a:lnTo>
                  <a:lnTo>
                    <a:pt x="253174" y="71729"/>
                  </a:lnTo>
                  <a:lnTo>
                    <a:pt x="242074" y="72339"/>
                  </a:lnTo>
                  <a:lnTo>
                    <a:pt x="225120" y="76682"/>
                  </a:lnTo>
                  <a:lnTo>
                    <a:pt x="209588" y="88480"/>
                  </a:lnTo>
                  <a:lnTo>
                    <a:pt x="202780" y="111442"/>
                  </a:lnTo>
                  <a:lnTo>
                    <a:pt x="204343" y="121132"/>
                  </a:lnTo>
                  <a:lnTo>
                    <a:pt x="233553" y="148399"/>
                  </a:lnTo>
                  <a:lnTo>
                    <a:pt x="261950" y="154419"/>
                  </a:lnTo>
                  <a:lnTo>
                    <a:pt x="270891" y="158115"/>
                  </a:lnTo>
                  <a:lnTo>
                    <a:pt x="277812" y="164376"/>
                  </a:lnTo>
                  <a:lnTo>
                    <a:pt x="280606" y="173926"/>
                  </a:lnTo>
                  <a:lnTo>
                    <a:pt x="276961" y="186321"/>
                  </a:lnTo>
                  <a:lnTo>
                    <a:pt x="268605" y="192684"/>
                  </a:lnTo>
                  <a:lnTo>
                    <a:pt x="259384" y="195021"/>
                  </a:lnTo>
                  <a:lnTo>
                    <a:pt x="253174" y="195364"/>
                  </a:lnTo>
                  <a:lnTo>
                    <a:pt x="236143" y="193624"/>
                  </a:lnTo>
                  <a:lnTo>
                    <a:pt x="222123" y="189445"/>
                  </a:lnTo>
                  <a:lnTo>
                    <a:pt x="211810" y="184391"/>
                  </a:lnTo>
                  <a:lnTo>
                    <a:pt x="205930" y="180022"/>
                  </a:lnTo>
                  <a:lnTo>
                    <a:pt x="202780" y="201460"/>
                  </a:lnTo>
                  <a:lnTo>
                    <a:pt x="211124" y="205282"/>
                  </a:lnTo>
                  <a:lnTo>
                    <a:pt x="222300" y="209270"/>
                  </a:lnTo>
                  <a:lnTo>
                    <a:pt x="236308" y="212382"/>
                  </a:lnTo>
                  <a:lnTo>
                    <a:pt x="253174" y="213652"/>
                  </a:lnTo>
                  <a:lnTo>
                    <a:pt x="258648" y="213499"/>
                  </a:lnTo>
                  <a:lnTo>
                    <a:pt x="294220" y="198005"/>
                  </a:lnTo>
                  <a:lnTo>
                    <a:pt x="301078" y="181533"/>
                  </a:lnTo>
                  <a:lnTo>
                    <a:pt x="301942" y="172402"/>
                  </a:lnTo>
                  <a:close/>
                </a:path>
                <a:path w="567689" h="213995">
                  <a:moveTo>
                    <a:pt x="417855" y="172402"/>
                  </a:moveTo>
                  <a:lnTo>
                    <a:pt x="398703" y="138252"/>
                  </a:lnTo>
                  <a:lnTo>
                    <a:pt x="372046" y="129641"/>
                  </a:lnTo>
                  <a:lnTo>
                    <a:pt x="360210" y="127165"/>
                  </a:lnTo>
                  <a:lnTo>
                    <a:pt x="350520" y="123545"/>
                  </a:lnTo>
                  <a:lnTo>
                    <a:pt x="343966" y="117640"/>
                  </a:lnTo>
                  <a:lnTo>
                    <a:pt x="341566" y="108305"/>
                  </a:lnTo>
                  <a:lnTo>
                    <a:pt x="344944" y="96850"/>
                  </a:lnTo>
                  <a:lnTo>
                    <a:pt x="352615" y="90970"/>
                  </a:lnTo>
                  <a:lnTo>
                    <a:pt x="360845" y="88798"/>
                  </a:lnTo>
                  <a:lnTo>
                    <a:pt x="365950" y="88493"/>
                  </a:lnTo>
                  <a:lnTo>
                    <a:pt x="374789" y="88887"/>
                  </a:lnTo>
                  <a:lnTo>
                    <a:pt x="385229" y="90589"/>
                  </a:lnTo>
                  <a:lnTo>
                    <a:pt x="397103" y="94272"/>
                  </a:lnTo>
                  <a:lnTo>
                    <a:pt x="410235" y="100685"/>
                  </a:lnTo>
                  <a:lnTo>
                    <a:pt x="413283" y="80873"/>
                  </a:lnTo>
                  <a:lnTo>
                    <a:pt x="402310" y="76225"/>
                  </a:lnTo>
                  <a:lnTo>
                    <a:pt x="391744" y="73444"/>
                  </a:lnTo>
                  <a:lnTo>
                    <a:pt x="380885" y="72085"/>
                  </a:lnTo>
                  <a:lnTo>
                    <a:pt x="368998" y="71729"/>
                  </a:lnTo>
                  <a:lnTo>
                    <a:pt x="358800" y="72339"/>
                  </a:lnTo>
                  <a:lnTo>
                    <a:pt x="342328" y="76682"/>
                  </a:lnTo>
                  <a:lnTo>
                    <a:pt x="326986" y="88442"/>
                  </a:lnTo>
                  <a:lnTo>
                    <a:pt x="320230" y="111353"/>
                  </a:lnTo>
                  <a:lnTo>
                    <a:pt x="321538" y="121678"/>
                  </a:lnTo>
                  <a:lnTo>
                    <a:pt x="349377" y="148399"/>
                  </a:lnTo>
                  <a:lnTo>
                    <a:pt x="377837" y="154419"/>
                  </a:lnTo>
                  <a:lnTo>
                    <a:pt x="386791" y="158115"/>
                  </a:lnTo>
                  <a:lnTo>
                    <a:pt x="393738" y="164376"/>
                  </a:lnTo>
                  <a:lnTo>
                    <a:pt x="396519" y="173926"/>
                  </a:lnTo>
                  <a:lnTo>
                    <a:pt x="392861" y="186258"/>
                  </a:lnTo>
                  <a:lnTo>
                    <a:pt x="384467" y="192595"/>
                  </a:lnTo>
                  <a:lnTo>
                    <a:pt x="375221" y="194932"/>
                  </a:lnTo>
                  <a:lnTo>
                    <a:pt x="368998" y="195262"/>
                  </a:lnTo>
                  <a:lnTo>
                    <a:pt x="352183" y="193522"/>
                  </a:lnTo>
                  <a:lnTo>
                    <a:pt x="338518" y="189357"/>
                  </a:lnTo>
                  <a:lnTo>
                    <a:pt x="328269" y="184327"/>
                  </a:lnTo>
                  <a:lnTo>
                    <a:pt x="321754" y="180022"/>
                  </a:lnTo>
                  <a:lnTo>
                    <a:pt x="318706" y="201358"/>
                  </a:lnTo>
                  <a:lnTo>
                    <a:pt x="326986" y="205193"/>
                  </a:lnTo>
                  <a:lnTo>
                    <a:pt x="338137" y="209169"/>
                  </a:lnTo>
                  <a:lnTo>
                    <a:pt x="352132" y="212293"/>
                  </a:lnTo>
                  <a:lnTo>
                    <a:pt x="368998" y="213550"/>
                  </a:lnTo>
                  <a:lnTo>
                    <a:pt x="374484" y="213410"/>
                  </a:lnTo>
                  <a:lnTo>
                    <a:pt x="410146" y="197904"/>
                  </a:lnTo>
                  <a:lnTo>
                    <a:pt x="417004" y="181470"/>
                  </a:lnTo>
                  <a:lnTo>
                    <a:pt x="417855" y="172402"/>
                  </a:lnTo>
                  <a:close/>
                </a:path>
                <a:path w="567689" h="213995">
                  <a:moveTo>
                    <a:pt x="567397" y="144970"/>
                  </a:moveTo>
                  <a:lnTo>
                    <a:pt x="562089" y="116128"/>
                  </a:lnTo>
                  <a:lnTo>
                    <a:pt x="547763" y="92875"/>
                  </a:lnTo>
                  <a:lnTo>
                    <a:pt x="544537" y="90500"/>
                  </a:lnTo>
                  <a:lnTo>
                    <a:pt x="544537" y="141922"/>
                  </a:lnTo>
                  <a:lnTo>
                    <a:pt x="540829" y="165061"/>
                  </a:lnTo>
                  <a:lnTo>
                    <a:pt x="530961" y="181787"/>
                  </a:lnTo>
                  <a:lnTo>
                    <a:pt x="516813" y="191935"/>
                  </a:lnTo>
                  <a:lnTo>
                    <a:pt x="500240" y="195364"/>
                  </a:lnTo>
                  <a:lnTo>
                    <a:pt x="485216" y="192151"/>
                  </a:lnTo>
                  <a:lnTo>
                    <a:pt x="471474" y="182359"/>
                  </a:lnTo>
                  <a:lnTo>
                    <a:pt x="461454" y="165696"/>
                  </a:lnTo>
                  <a:lnTo>
                    <a:pt x="461352" y="165061"/>
                  </a:lnTo>
                  <a:lnTo>
                    <a:pt x="457568" y="141922"/>
                  </a:lnTo>
                  <a:lnTo>
                    <a:pt x="461454" y="118376"/>
                  </a:lnTo>
                  <a:lnTo>
                    <a:pt x="471474" y="102247"/>
                  </a:lnTo>
                  <a:lnTo>
                    <a:pt x="485368" y="92875"/>
                  </a:lnTo>
                  <a:lnTo>
                    <a:pt x="485724" y="92875"/>
                  </a:lnTo>
                  <a:lnTo>
                    <a:pt x="500240" y="90017"/>
                  </a:lnTo>
                  <a:lnTo>
                    <a:pt x="515645" y="92875"/>
                  </a:lnTo>
                  <a:lnTo>
                    <a:pt x="516013" y="92875"/>
                  </a:lnTo>
                  <a:lnTo>
                    <a:pt x="530390" y="102247"/>
                  </a:lnTo>
                  <a:lnTo>
                    <a:pt x="540613" y="118376"/>
                  </a:lnTo>
                  <a:lnTo>
                    <a:pt x="544537" y="141922"/>
                  </a:lnTo>
                  <a:lnTo>
                    <a:pt x="544537" y="90500"/>
                  </a:lnTo>
                  <a:lnTo>
                    <a:pt x="543890" y="90017"/>
                  </a:lnTo>
                  <a:lnTo>
                    <a:pt x="526846" y="77368"/>
                  </a:lnTo>
                  <a:lnTo>
                    <a:pt x="501764" y="71729"/>
                  </a:lnTo>
                  <a:lnTo>
                    <a:pt x="475221" y="77597"/>
                  </a:lnTo>
                  <a:lnTo>
                    <a:pt x="453948" y="93484"/>
                  </a:lnTo>
                  <a:lnTo>
                    <a:pt x="439839" y="116814"/>
                  </a:lnTo>
                  <a:lnTo>
                    <a:pt x="434708" y="144970"/>
                  </a:lnTo>
                  <a:lnTo>
                    <a:pt x="440029" y="172453"/>
                  </a:lnTo>
                  <a:lnTo>
                    <a:pt x="454329" y="194208"/>
                  </a:lnTo>
                  <a:lnTo>
                    <a:pt x="475221" y="208495"/>
                  </a:lnTo>
                  <a:lnTo>
                    <a:pt x="500240" y="213652"/>
                  </a:lnTo>
                  <a:lnTo>
                    <a:pt x="526211" y="208292"/>
                  </a:lnTo>
                  <a:lnTo>
                    <a:pt x="545058" y="195364"/>
                  </a:lnTo>
                  <a:lnTo>
                    <a:pt x="547573" y="193636"/>
                  </a:lnTo>
                  <a:lnTo>
                    <a:pt x="562063" y="171818"/>
                  </a:lnTo>
                  <a:lnTo>
                    <a:pt x="567397" y="144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3761517" y="4844224"/>
              <a:ext cx="114395" cy="141922"/>
            </a:xfrm>
            <a:prstGeom prst="rect">
              <a:avLst/>
            </a:prstGeom>
          </p:spPr>
        </p:pic>
        <p:sp>
          <p:nvSpPr>
            <p:cNvPr id="249" name="object 249" descr=""/>
            <p:cNvSpPr/>
            <p:nvPr/>
          </p:nvSpPr>
          <p:spPr>
            <a:xfrm>
              <a:off x="3908006" y="4784699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0" name="object 250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3973544" y="4844224"/>
              <a:ext cx="106775" cy="141922"/>
            </a:xfrm>
            <a:prstGeom prst="rect">
              <a:avLst/>
            </a:prstGeom>
          </p:spPr>
        </p:pic>
        <p:pic>
          <p:nvPicPr>
            <p:cNvPr id="251" name="object 251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4107846" y="4810601"/>
              <a:ext cx="94487" cy="175545"/>
            </a:xfrm>
            <a:prstGeom prst="rect">
              <a:avLst/>
            </a:prstGeom>
          </p:spPr>
        </p:pic>
        <p:pic>
          <p:nvPicPr>
            <p:cNvPr id="252" name="object 252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4222146" y="4844224"/>
              <a:ext cx="114490" cy="141922"/>
            </a:xfrm>
            <a:prstGeom prst="rect">
              <a:avLst/>
            </a:prstGeom>
          </p:spPr>
        </p:pic>
      </p:grpSp>
      <p:grpSp>
        <p:nvGrpSpPr>
          <p:cNvPr id="253" name="object 253" descr=""/>
          <p:cNvGrpSpPr/>
          <p:nvPr/>
        </p:nvGrpSpPr>
        <p:grpSpPr>
          <a:xfrm>
            <a:off x="4471415" y="4773167"/>
            <a:ext cx="170815" cy="213360"/>
            <a:chOff x="4471415" y="4773167"/>
            <a:chExt cx="170815" cy="213360"/>
          </a:xfrm>
        </p:grpSpPr>
        <p:sp>
          <p:nvSpPr>
            <p:cNvPr id="254" name="object 254" descr=""/>
            <p:cNvSpPr/>
            <p:nvPr/>
          </p:nvSpPr>
          <p:spPr>
            <a:xfrm>
              <a:off x="4471415" y="47731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5" name="object 255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4533328" y="4844224"/>
              <a:ext cx="108299" cy="141922"/>
            </a:xfrm>
            <a:prstGeom prst="rect">
              <a:avLst/>
            </a:prstGeom>
          </p:spPr>
        </p:pic>
      </p:grpSp>
      <p:grpSp>
        <p:nvGrpSpPr>
          <p:cNvPr id="256" name="object 256" descr=""/>
          <p:cNvGrpSpPr/>
          <p:nvPr/>
        </p:nvGrpSpPr>
        <p:grpSpPr>
          <a:xfrm>
            <a:off x="4687442" y="4772500"/>
            <a:ext cx="456565" cy="213995"/>
            <a:chOff x="4687442" y="4772500"/>
            <a:chExt cx="456565" cy="213995"/>
          </a:xfrm>
        </p:grpSpPr>
        <p:pic>
          <p:nvPicPr>
            <p:cNvPr id="257" name="object 257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4687442" y="4772500"/>
              <a:ext cx="120491" cy="213645"/>
            </a:xfrm>
            <a:prstGeom prst="rect">
              <a:avLst/>
            </a:prstGeom>
          </p:spPr>
        </p:pic>
        <p:pic>
          <p:nvPicPr>
            <p:cNvPr id="258" name="object 258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4838318" y="4844224"/>
              <a:ext cx="114490" cy="141922"/>
            </a:xfrm>
            <a:prstGeom prst="rect">
              <a:avLst/>
            </a:prstGeom>
          </p:spPr>
        </p:pic>
        <p:sp>
          <p:nvSpPr>
            <p:cNvPr id="259" name="object 259" descr=""/>
            <p:cNvSpPr/>
            <p:nvPr/>
          </p:nvSpPr>
          <p:spPr>
            <a:xfrm>
              <a:off x="4986528" y="47731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0" name="object 260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5042820" y="4844224"/>
              <a:ext cx="100679" cy="141827"/>
            </a:xfrm>
            <a:prstGeom prst="rect">
              <a:avLst/>
            </a:prstGeom>
          </p:spPr>
        </p:pic>
      </p:grpSp>
      <p:grpSp>
        <p:nvGrpSpPr>
          <p:cNvPr id="261" name="object 261" descr=""/>
          <p:cNvGrpSpPr/>
          <p:nvPr/>
        </p:nvGrpSpPr>
        <p:grpSpPr>
          <a:xfrm>
            <a:off x="5254847" y="4772500"/>
            <a:ext cx="515620" cy="213995"/>
            <a:chOff x="5254847" y="4772500"/>
            <a:chExt cx="515620" cy="213995"/>
          </a:xfrm>
        </p:grpSpPr>
        <p:pic>
          <p:nvPicPr>
            <p:cNvPr id="262" name="object 262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5254847" y="4848796"/>
              <a:ext cx="196786" cy="134302"/>
            </a:xfrm>
            <a:prstGeom prst="rect">
              <a:avLst/>
            </a:prstGeom>
          </p:spPr>
        </p:pic>
        <p:sp>
          <p:nvSpPr>
            <p:cNvPr id="263" name="object 263" descr=""/>
            <p:cNvSpPr/>
            <p:nvPr/>
          </p:nvSpPr>
          <p:spPr>
            <a:xfrm>
              <a:off x="5479059" y="4784699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4" name="object 264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5534025" y="4810696"/>
              <a:ext cx="94583" cy="175450"/>
            </a:xfrm>
            <a:prstGeom prst="rect">
              <a:avLst/>
            </a:prstGeom>
          </p:spPr>
        </p:pic>
        <p:pic>
          <p:nvPicPr>
            <p:cNvPr id="265" name="object 265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5662136" y="4772500"/>
              <a:ext cx="108299" cy="210597"/>
            </a:xfrm>
            <a:prstGeom prst="rect">
              <a:avLst/>
            </a:prstGeom>
          </p:spPr>
        </p:pic>
      </p:grpSp>
      <p:grpSp>
        <p:nvGrpSpPr>
          <p:cNvPr id="266" name="object 266" descr=""/>
          <p:cNvGrpSpPr/>
          <p:nvPr/>
        </p:nvGrpSpPr>
        <p:grpSpPr>
          <a:xfrm>
            <a:off x="5901594" y="4769453"/>
            <a:ext cx="627380" cy="217170"/>
            <a:chOff x="5901594" y="4769453"/>
            <a:chExt cx="627380" cy="217170"/>
          </a:xfrm>
        </p:grpSpPr>
        <p:pic>
          <p:nvPicPr>
            <p:cNvPr id="267" name="object 267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5901594" y="4769453"/>
              <a:ext cx="131159" cy="213645"/>
            </a:xfrm>
            <a:prstGeom prst="rect">
              <a:avLst/>
            </a:prstGeom>
          </p:spPr>
        </p:pic>
        <p:pic>
          <p:nvPicPr>
            <p:cNvPr id="268" name="object 268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6066377" y="4844224"/>
              <a:ext cx="115919" cy="141922"/>
            </a:xfrm>
            <a:prstGeom prst="rect">
              <a:avLst/>
            </a:prstGeom>
          </p:spPr>
        </p:pic>
        <p:sp>
          <p:nvSpPr>
            <p:cNvPr id="269" name="object 269" descr=""/>
            <p:cNvSpPr/>
            <p:nvPr/>
          </p:nvSpPr>
          <p:spPr>
            <a:xfrm>
              <a:off x="6216395" y="47731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0" name="object 270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6273831" y="4772500"/>
              <a:ext cx="120491" cy="213645"/>
            </a:xfrm>
            <a:prstGeom prst="rect">
              <a:avLst/>
            </a:prstGeom>
          </p:spPr>
        </p:pic>
        <p:pic>
          <p:nvPicPr>
            <p:cNvPr id="271" name="object 271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6427850" y="4844224"/>
              <a:ext cx="100679" cy="141922"/>
            </a:xfrm>
            <a:prstGeom prst="rect">
              <a:avLst/>
            </a:prstGeom>
          </p:spPr>
        </p:pic>
      </p:grpSp>
      <p:grpSp>
        <p:nvGrpSpPr>
          <p:cNvPr id="272" name="object 272" descr=""/>
          <p:cNvGrpSpPr/>
          <p:nvPr/>
        </p:nvGrpSpPr>
        <p:grpSpPr>
          <a:xfrm>
            <a:off x="6659689" y="4784692"/>
            <a:ext cx="297815" cy="201930"/>
            <a:chOff x="6659689" y="4784692"/>
            <a:chExt cx="297815" cy="201930"/>
          </a:xfrm>
        </p:grpSpPr>
        <p:pic>
          <p:nvPicPr>
            <p:cNvPr id="273" name="object 273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6659689" y="4848796"/>
              <a:ext cx="106775" cy="137350"/>
            </a:xfrm>
            <a:prstGeom prst="rect">
              <a:avLst/>
            </a:prstGeom>
          </p:spPr>
        </p:pic>
        <p:pic>
          <p:nvPicPr>
            <p:cNvPr id="274" name="object 274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6800087" y="4844224"/>
              <a:ext cx="100679" cy="141922"/>
            </a:xfrm>
            <a:prstGeom prst="rect">
              <a:avLst/>
            </a:prstGeom>
          </p:spPr>
        </p:pic>
        <p:sp>
          <p:nvSpPr>
            <p:cNvPr id="275" name="object 275" descr=""/>
            <p:cNvSpPr/>
            <p:nvPr/>
          </p:nvSpPr>
          <p:spPr>
            <a:xfrm>
              <a:off x="6929717" y="4784699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6" name="object 276" descr=""/>
          <p:cNvGrpSpPr/>
          <p:nvPr/>
        </p:nvGrpSpPr>
        <p:grpSpPr>
          <a:xfrm>
            <a:off x="7002875" y="4845748"/>
            <a:ext cx="279400" cy="200025"/>
            <a:chOff x="7002875" y="4845748"/>
            <a:chExt cx="279400" cy="200025"/>
          </a:xfrm>
        </p:grpSpPr>
        <p:pic>
          <p:nvPicPr>
            <p:cNvPr id="277" name="object 277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7002875" y="4845748"/>
              <a:ext cx="108299" cy="137350"/>
            </a:xfrm>
            <a:prstGeom prst="rect">
              <a:avLst/>
            </a:prstGeom>
          </p:spPr>
        </p:pic>
        <p:pic>
          <p:nvPicPr>
            <p:cNvPr id="278" name="object 278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7143274" y="4845748"/>
              <a:ext cx="138779" cy="199929"/>
            </a:xfrm>
            <a:prstGeom prst="rect">
              <a:avLst/>
            </a:prstGeom>
          </p:spPr>
        </p:pic>
      </p:grpSp>
      <p:grpSp>
        <p:nvGrpSpPr>
          <p:cNvPr id="279" name="object 279" descr=""/>
          <p:cNvGrpSpPr/>
          <p:nvPr/>
        </p:nvGrpSpPr>
        <p:grpSpPr>
          <a:xfrm>
            <a:off x="7394924" y="4772278"/>
            <a:ext cx="639445" cy="213995"/>
            <a:chOff x="7394924" y="4772278"/>
            <a:chExt cx="639445" cy="213995"/>
          </a:xfrm>
        </p:grpSpPr>
        <p:pic>
          <p:nvPicPr>
            <p:cNvPr id="280" name="object 280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7394924" y="4810696"/>
              <a:ext cx="341661" cy="175450"/>
            </a:xfrm>
            <a:prstGeom prst="rect">
              <a:avLst/>
            </a:prstGeom>
          </p:spPr>
        </p:pic>
        <p:sp>
          <p:nvSpPr>
            <p:cNvPr id="281" name="object 281" descr=""/>
            <p:cNvSpPr/>
            <p:nvPr/>
          </p:nvSpPr>
          <p:spPr>
            <a:xfrm>
              <a:off x="7774775" y="4772278"/>
              <a:ext cx="122555" cy="210820"/>
            </a:xfrm>
            <a:custGeom>
              <a:avLst/>
              <a:gdLst/>
              <a:ahLst/>
              <a:cxnLst/>
              <a:rect l="l" t="t" r="r" b="b"/>
              <a:pathLst>
                <a:path w="122554" h="210820">
                  <a:moveTo>
                    <a:pt x="122008" y="190500"/>
                  </a:moveTo>
                  <a:lnTo>
                    <a:pt x="25908" y="190500"/>
                  </a:lnTo>
                  <a:lnTo>
                    <a:pt x="25908" y="0"/>
                  </a:lnTo>
                  <a:lnTo>
                    <a:pt x="0" y="0"/>
                  </a:lnTo>
                  <a:lnTo>
                    <a:pt x="0" y="190500"/>
                  </a:lnTo>
                  <a:lnTo>
                    <a:pt x="0" y="210820"/>
                  </a:lnTo>
                  <a:lnTo>
                    <a:pt x="122008" y="210820"/>
                  </a:lnTo>
                  <a:lnTo>
                    <a:pt x="122008" y="190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2" name="object 282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7925752" y="4844224"/>
              <a:ext cx="108299" cy="141922"/>
            </a:xfrm>
            <a:prstGeom prst="rect">
              <a:avLst/>
            </a:prstGeom>
          </p:spPr>
        </p:pic>
      </p:grpSp>
      <p:grpSp>
        <p:nvGrpSpPr>
          <p:cNvPr id="283" name="object 283" descr=""/>
          <p:cNvGrpSpPr/>
          <p:nvPr/>
        </p:nvGrpSpPr>
        <p:grpSpPr>
          <a:xfrm>
            <a:off x="8079867" y="4772500"/>
            <a:ext cx="321945" cy="213995"/>
            <a:chOff x="8079867" y="4772500"/>
            <a:chExt cx="321945" cy="213995"/>
          </a:xfrm>
        </p:grpSpPr>
        <p:pic>
          <p:nvPicPr>
            <p:cNvPr id="284" name="object 284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8079867" y="4772500"/>
              <a:ext cx="120491" cy="213645"/>
            </a:xfrm>
            <a:prstGeom prst="rect">
              <a:avLst/>
            </a:prstGeom>
          </p:spPr>
        </p:pic>
        <p:pic>
          <p:nvPicPr>
            <p:cNvPr id="285" name="object 285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8229314" y="4844224"/>
              <a:ext cx="115919" cy="141922"/>
            </a:xfrm>
            <a:prstGeom prst="rect">
              <a:avLst/>
            </a:prstGeom>
          </p:spPr>
        </p:pic>
        <p:sp>
          <p:nvSpPr>
            <p:cNvPr id="286" name="object 286" descr=""/>
            <p:cNvSpPr/>
            <p:nvPr/>
          </p:nvSpPr>
          <p:spPr>
            <a:xfrm>
              <a:off x="8378952" y="477316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7" name="object 287" descr=""/>
          <p:cNvGrpSpPr/>
          <p:nvPr/>
        </p:nvGrpSpPr>
        <p:grpSpPr>
          <a:xfrm>
            <a:off x="8453532" y="4773517"/>
            <a:ext cx="378460" cy="212725"/>
            <a:chOff x="8453532" y="4773517"/>
            <a:chExt cx="378460" cy="212725"/>
          </a:xfrm>
        </p:grpSpPr>
        <p:pic>
          <p:nvPicPr>
            <p:cNvPr id="288" name="object 288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8453532" y="4773517"/>
              <a:ext cx="279177" cy="212629"/>
            </a:xfrm>
            <a:prstGeom prst="rect">
              <a:avLst/>
            </a:prstGeom>
          </p:spPr>
        </p:pic>
        <p:pic>
          <p:nvPicPr>
            <p:cNvPr id="289" name="object 289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8758713" y="4845748"/>
              <a:ext cx="73151" cy="137350"/>
            </a:xfrm>
            <a:prstGeom prst="rect">
              <a:avLst/>
            </a:prstGeom>
          </p:spPr>
        </p:pic>
      </p:grpSp>
      <p:grpSp>
        <p:nvGrpSpPr>
          <p:cNvPr id="290" name="object 290" descr=""/>
          <p:cNvGrpSpPr/>
          <p:nvPr/>
        </p:nvGrpSpPr>
        <p:grpSpPr>
          <a:xfrm>
            <a:off x="8944832" y="4769358"/>
            <a:ext cx="325120" cy="217170"/>
            <a:chOff x="8944832" y="4769358"/>
            <a:chExt cx="325120" cy="217170"/>
          </a:xfrm>
        </p:grpSpPr>
        <p:pic>
          <p:nvPicPr>
            <p:cNvPr id="291" name="object 291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8944832" y="4769358"/>
              <a:ext cx="225647" cy="216789"/>
            </a:xfrm>
            <a:prstGeom prst="rect">
              <a:avLst/>
            </a:prstGeom>
          </p:spPr>
        </p:pic>
        <p:pic>
          <p:nvPicPr>
            <p:cNvPr id="292" name="object 29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196387" y="4845653"/>
              <a:ext cx="73247" cy="137350"/>
            </a:xfrm>
            <a:prstGeom prst="rect">
              <a:avLst/>
            </a:prstGeom>
          </p:spPr>
        </p:pic>
      </p:grpSp>
      <p:grpSp>
        <p:nvGrpSpPr>
          <p:cNvPr id="293" name="object 293" descr=""/>
          <p:cNvGrpSpPr/>
          <p:nvPr/>
        </p:nvGrpSpPr>
        <p:grpSpPr>
          <a:xfrm>
            <a:off x="1400270" y="5219604"/>
            <a:ext cx="746125" cy="143510"/>
            <a:chOff x="1400270" y="5219604"/>
            <a:chExt cx="746125" cy="143510"/>
          </a:xfrm>
        </p:grpSpPr>
        <p:pic>
          <p:nvPicPr>
            <p:cNvPr id="294" name="object 294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400270" y="5219604"/>
              <a:ext cx="233362" cy="143446"/>
            </a:xfrm>
            <a:prstGeom prst="rect">
              <a:avLst/>
            </a:prstGeom>
          </p:spPr>
        </p:pic>
        <p:pic>
          <p:nvPicPr>
            <p:cNvPr id="295" name="object 295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1667160" y="5219604"/>
              <a:ext cx="202882" cy="143446"/>
            </a:xfrm>
            <a:prstGeom prst="rect">
              <a:avLst/>
            </a:prstGeom>
          </p:spPr>
        </p:pic>
        <p:pic>
          <p:nvPicPr>
            <p:cNvPr id="296" name="object 296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889950" y="5219604"/>
              <a:ext cx="115919" cy="143446"/>
            </a:xfrm>
            <a:prstGeom prst="rect">
              <a:avLst/>
            </a:prstGeom>
          </p:spPr>
        </p:pic>
        <p:pic>
          <p:nvPicPr>
            <p:cNvPr id="297" name="object 297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2039397" y="5221128"/>
              <a:ext cx="106775" cy="138874"/>
            </a:xfrm>
            <a:prstGeom prst="rect">
              <a:avLst/>
            </a:prstGeom>
          </p:spPr>
        </p:pic>
      </p:grpSp>
      <p:grpSp>
        <p:nvGrpSpPr>
          <p:cNvPr id="298" name="object 298" descr=""/>
          <p:cNvGrpSpPr/>
          <p:nvPr/>
        </p:nvGrpSpPr>
        <p:grpSpPr>
          <a:xfrm>
            <a:off x="2295620" y="5149405"/>
            <a:ext cx="862330" cy="213995"/>
            <a:chOff x="2295620" y="5149405"/>
            <a:chExt cx="862330" cy="213995"/>
          </a:xfrm>
        </p:grpSpPr>
        <p:pic>
          <p:nvPicPr>
            <p:cNvPr id="299" name="object 299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2295620" y="5219604"/>
              <a:ext cx="204406" cy="143446"/>
            </a:xfrm>
            <a:prstGeom prst="rect">
              <a:avLst/>
            </a:prstGeom>
          </p:spPr>
        </p:pic>
        <p:pic>
          <p:nvPicPr>
            <p:cNvPr id="300" name="object 300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2524506" y="5219604"/>
              <a:ext cx="108299" cy="143446"/>
            </a:xfrm>
            <a:prstGeom prst="rect">
              <a:avLst/>
            </a:prstGeom>
          </p:spPr>
        </p:pic>
        <p:pic>
          <p:nvPicPr>
            <p:cNvPr id="301" name="object 301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2664809" y="5149405"/>
              <a:ext cx="120491" cy="213645"/>
            </a:xfrm>
            <a:prstGeom prst="rect">
              <a:avLst/>
            </a:prstGeom>
          </p:spPr>
        </p:pic>
        <p:pic>
          <p:nvPicPr>
            <p:cNvPr id="302" name="object 302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2820352" y="5219604"/>
              <a:ext cx="115919" cy="143446"/>
            </a:xfrm>
            <a:prstGeom prst="rect">
              <a:avLst/>
            </a:prstGeom>
          </p:spPr>
        </p:pic>
        <p:pic>
          <p:nvPicPr>
            <p:cNvPr id="303" name="object 303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2969799" y="5219604"/>
              <a:ext cx="187737" cy="143446"/>
            </a:xfrm>
            <a:prstGeom prst="rect">
              <a:avLst/>
            </a:prstGeom>
          </p:spPr>
        </p:pic>
      </p:grpSp>
      <p:pic>
        <p:nvPicPr>
          <p:cNvPr id="304" name="object 30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9652" y="5620892"/>
            <a:ext cx="186023" cy="175450"/>
          </a:xfrm>
          <a:prstGeom prst="rect">
            <a:avLst/>
          </a:prstGeom>
        </p:spPr>
      </p:pic>
      <p:grpSp>
        <p:nvGrpSpPr>
          <p:cNvPr id="305" name="object 305" descr=""/>
          <p:cNvGrpSpPr/>
          <p:nvPr/>
        </p:nvGrpSpPr>
        <p:grpSpPr>
          <a:xfrm>
            <a:off x="1420082" y="5608701"/>
            <a:ext cx="2466975" cy="213995"/>
            <a:chOff x="1420082" y="5608701"/>
            <a:chExt cx="2466975" cy="213995"/>
          </a:xfrm>
        </p:grpSpPr>
        <p:pic>
          <p:nvPicPr>
            <p:cNvPr id="306" name="object 306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1420082" y="5608701"/>
              <a:ext cx="208240" cy="209073"/>
            </a:xfrm>
            <a:prstGeom prst="rect">
              <a:avLst/>
            </a:prstGeom>
          </p:spPr>
        </p:pic>
        <p:pic>
          <p:nvPicPr>
            <p:cNvPr id="307" name="object 307" descr="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1662588" y="5645277"/>
              <a:ext cx="469130" cy="177070"/>
            </a:xfrm>
            <a:prstGeom prst="rect">
              <a:avLst/>
            </a:prstGeom>
          </p:spPr>
        </p:pic>
        <p:pic>
          <p:nvPicPr>
            <p:cNvPr id="308" name="object 308" descr="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2157507" y="5678900"/>
              <a:ext cx="120300" cy="143446"/>
            </a:xfrm>
            <a:prstGeom prst="rect">
              <a:avLst/>
            </a:prstGeom>
          </p:spPr>
        </p:pic>
        <p:pic>
          <p:nvPicPr>
            <p:cNvPr id="309" name="object 309" descr="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2310860" y="5619368"/>
              <a:ext cx="455390" cy="202978"/>
            </a:xfrm>
            <a:prstGeom prst="rect">
              <a:avLst/>
            </a:prstGeom>
          </p:spPr>
        </p:pic>
        <p:pic>
          <p:nvPicPr>
            <p:cNvPr id="310" name="object 310" descr="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2792039" y="5678995"/>
              <a:ext cx="120300" cy="143351"/>
            </a:xfrm>
            <a:prstGeom prst="rect">
              <a:avLst/>
            </a:prstGeom>
          </p:spPr>
        </p:pic>
        <p:pic>
          <p:nvPicPr>
            <p:cNvPr id="311" name="object 311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2939319" y="5608701"/>
              <a:ext cx="393811" cy="213645"/>
            </a:xfrm>
            <a:prstGeom prst="rect">
              <a:avLst/>
            </a:prstGeom>
          </p:spPr>
        </p:pic>
        <p:pic>
          <p:nvPicPr>
            <p:cNvPr id="312" name="object 312" descr="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3366420" y="5619368"/>
              <a:ext cx="306871" cy="202978"/>
            </a:xfrm>
            <a:prstGeom prst="rect">
              <a:avLst/>
            </a:prstGeom>
          </p:spPr>
        </p:pic>
        <p:pic>
          <p:nvPicPr>
            <p:cNvPr id="313" name="object 313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3692937" y="5680424"/>
              <a:ext cx="127373" cy="137350"/>
            </a:xfrm>
            <a:prstGeom prst="rect">
              <a:avLst/>
            </a:prstGeom>
          </p:spPr>
        </p:pic>
        <p:sp>
          <p:nvSpPr>
            <p:cNvPr id="314" name="object 314" descr=""/>
            <p:cNvSpPr/>
            <p:nvPr/>
          </p:nvSpPr>
          <p:spPr>
            <a:xfrm>
              <a:off x="3862197" y="5683478"/>
              <a:ext cx="24765" cy="134620"/>
            </a:xfrm>
            <a:custGeom>
              <a:avLst/>
              <a:gdLst/>
              <a:ahLst/>
              <a:cxnLst/>
              <a:rect l="l" t="t" r="r" b="b"/>
              <a:pathLst>
                <a:path w="24764" h="134620">
                  <a:moveTo>
                    <a:pt x="24384" y="109816"/>
                  </a:moveTo>
                  <a:lnTo>
                    <a:pt x="0" y="109816"/>
                  </a:lnTo>
                  <a:lnTo>
                    <a:pt x="0" y="134302"/>
                  </a:lnTo>
                  <a:lnTo>
                    <a:pt x="24384" y="134302"/>
                  </a:lnTo>
                  <a:lnTo>
                    <a:pt x="24384" y="109816"/>
                  </a:lnTo>
                  <a:close/>
                </a:path>
                <a:path w="24764" h="134620">
                  <a:moveTo>
                    <a:pt x="24384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4384" y="25908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5" name="object 315" descr=""/>
          <p:cNvGrpSpPr/>
          <p:nvPr/>
        </p:nvGrpSpPr>
        <p:grpSpPr>
          <a:xfrm>
            <a:off x="4078700" y="5608224"/>
            <a:ext cx="635000" cy="214629"/>
            <a:chOff x="4078700" y="5608224"/>
            <a:chExt cx="635000" cy="214629"/>
          </a:xfrm>
        </p:grpSpPr>
        <p:pic>
          <p:nvPicPr>
            <p:cNvPr id="316" name="object 316" descr="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4078700" y="5608224"/>
              <a:ext cx="392144" cy="214026"/>
            </a:xfrm>
            <a:prstGeom prst="rect">
              <a:avLst/>
            </a:prstGeom>
          </p:spPr>
        </p:pic>
        <p:pic>
          <p:nvPicPr>
            <p:cNvPr id="317" name="object 317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4490656" y="5678900"/>
              <a:ext cx="114395" cy="143446"/>
            </a:xfrm>
            <a:prstGeom prst="rect">
              <a:avLst/>
            </a:prstGeom>
          </p:spPr>
        </p:pic>
        <p:pic>
          <p:nvPicPr>
            <p:cNvPr id="318" name="object 318" descr="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4638579" y="5680423"/>
              <a:ext cx="74771" cy="137350"/>
            </a:xfrm>
            <a:prstGeom prst="rect">
              <a:avLst/>
            </a:prstGeom>
          </p:spPr>
        </p:pic>
      </p:grpSp>
      <p:grpSp>
        <p:nvGrpSpPr>
          <p:cNvPr id="319" name="object 319" descr=""/>
          <p:cNvGrpSpPr/>
          <p:nvPr/>
        </p:nvGrpSpPr>
        <p:grpSpPr>
          <a:xfrm>
            <a:off x="4742307" y="5678899"/>
            <a:ext cx="255270" cy="143510"/>
            <a:chOff x="4742307" y="5678899"/>
            <a:chExt cx="255270" cy="143510"/>
          </a:xfrm>
        </p:grpSpPr>
        <p:pic>
          <p:nvPicPr>
            <p:cNvPr id="320" name="object 320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4890325" y="5678899"/>
              <a:ext cx="106775" cy="143446"/>
            </a:xfrm>
            <a:prstGeom prst="rect">
              <a:avLst/>
            </a:prstGeom>
          </p:spPr>
        </p:pic>
        <p:pic>
          <p:nvPicPr>
            <p:cNvPr id="321" name="object 321" descr="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4742307" y="5680423"/>
              <a:ext cx="106775" cy="137350"/>
            </a:xfrm>
            <a:prstGeom prst="rect">
              <a:avLst/>
            </a:prstGeom>
          </p:spPr>
        </p:pic>
      </p:grpSp>
      <p:sp>
        <p:nvSpPr>
          <p:cNvPr id="322" name="object 322" descr=""/>
          <p:cNvSpPr/>
          <p:nvPr/>
        </p:nvSpPr>
        <p:spPr>
          <a:xfrm>
            <a:off x="5042915" y="5608320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60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60" y="0"/>
                </a:lnTo>
                <a:lnTo>
                  <a:pt x="22860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3" name="object 323" descr=""/>
          <p:cNvGrpSpPr/>
          <p:nvPr/>
        </p:nvGrpSpPr>
        <p:grpSpPr>
          <a:xfrm>
            <a:off x="5113020" y="5619463"/>
            <a:ext cx="306705" cy="203200"/>
            <a:chOff x="5113020" y="5619463"/>
            <a:chExt cx="306705" cy="203200"/>
          </a:xfrm>
        </p:grpSpPr>
        <p:sp>
          <p:nvSpPr>
            <p:cNvPr id="324" name="object 324" descr=""/>
            <p:cNvSpPr/>
            <p:nvPr/>
          </p:nvSpPr>
          <p:spPr>
            <a:xfrm>
              <a:off x="5113020" y="5619470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5" name="object 325" descr="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5170932" y="5683471"/>
              <a:ext cx="114395" cy="134302"/>
            </a:xfrm>
            <a:prstGeom prst="rect">
              <a:avLst/>
            </a:prstGeom>
          </p:spPr>
        </p:pic>
        <p:pic>
          <p:nvPicPr>
            <p:cNvPr id="326" name="object 326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5305234" y="5678900"/>
              <a:ext cx="114395" cy="143446"/>
            </a:xfrm>
            <a:prstGeom prst="rect">
              <a:avLst/>
            </a:prstGeom>
          </p:spPr>
        </p:pic>
      </p:grpSp>
      <p:grpSp>
        <p:nvGrpSpPr>
          <p:cNvPr id="327" name="object 327" descr=""/>
          <p:cNvGrpSpPr/>
          <p:nvPr/>
        </p:nvGrpSpPr>
        <p:grpSpPr>
          <a:xfrm>
            <a:off x="5538596" y="5619368"/>
            <a:ext cx="369570" cy="203200"/>
            <a:chOff x="5538596" y="5619368"/>
            <a:chExt cx="369570" cy="203200"/>
          </a:xfrm>
        </p:grpSpPr>
        <p:pic>
          <p:nvPicPr>
            <p:cNvPr id="328" name="object 328" descr="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5538596" y="5645276"/>
              <a:ext cx="207454" cy="177070"/>
            </a:xfrm>
            <a:prstGeom prst="rect">
              <a:avLst/>
            </a:prstGeom>
          </p:spPr>
        </p:pic>
        <p:pic>
          <p:nvPicPr>
            <p:cNvPr id="329" name="object 329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5779674" y="5680328"/>
              <a:ext cx="74675" cy="138874"/>
            </a:xfrm>
            <a:prstGeom prst="rect">
              <a:avLst/>
            </a:prstGeom>
          </p:spPr>
        </p:pic>
        <p:sp>
          <p:nvSpPr>
            <p:cNvPr id="330" name="object 330" descr=""/>
            <p:cNvSpPr/>
            <p:nvPr/>
          </p:nvSpPr>
          <p:spPr>
            <a:xfrm>
              <a:off x="5880252" y="5619368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3048" y="64109"/>
                  </a:lnTo>
                  <a:lnTo>
                    <a:pt x="3048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1" name="object 331" descr=""/>
          <p:cNvGrpSpPr/>
          <p:nvPr/>
        </p:nvGrpSpPr>
        <p:grpSpPr>
          <a:xfrm>
            <a:off x="5955029" y="5678900"/>
            <a:ext cx="392430" cy="201930"/>
            <a:chOff x="5955029" y="5678900"/>
            <a:chExt cx="392430" cy="201930"/>
          </a:xfrm>
        </p:grpSpPr>
        <p:pic>
          <p:nvPicPr>
            <p:cNvPr id="332" name="object 332" descr="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5955029" y="5680424"/>
              <a:ext cx="106775" cy="137350"/>
            </a:xfrm>
            <a:prstGeom prst="rect">
              <a:avLst/>
            </a:prstGeom>
          </p:spPr>
        </p:pic>
        <p:pic>
          <p:nvPicPr>
            <p:cNvPr id="333" name="object 333" descr="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6095333" y="5678900"/>
              <a:ext cx="251650" cy="201358"/>
            </a:xfrm>
            <a:prstGeom prst="rect">
              <a:avLst/>
            </a:prstGeom>
          </p:spPr>
        </p:pic>
      </p:grpSp>
      <p:grpSp>
        <p:nvGrpSpPr>
          <p:cNvPr id="334" name="object 334" descr=""/>
          <p:cNvGrpSpPr/>
          <p:nvPr/>
        </p:nvGrpSpPr>
        <p:grpSpPr>
          <a:xfrm>
            <a:off x="6462902" y="5605652"/>
            <a:ext cx="327025" cy="217170"/>
            <a:chOff x="6462902" y="5605652"/>
            <a:chExt cx="327025" cy="217170"/>
          </a:xfrm>
        </p:grpSpPr>
        <p:pic>
          <p:nvPicPr>
            <p:cNvPr id="335" name="object 335" descr="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6462902" y="5605652"/>
              <a:ext cx="225837" cy="216694"/>
            </a:xfrm>
            <a:prstGeom prst="rect">
              <a:avLst/>
            </a:prstGeom>
          </p:spPr>
        </p:pic>
        <p:pic>
          <p:nvPicPr>
            <p:cNvPr id="336" name="object 336" descr="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6714648" y="5680328"/>
              <a:ext cx="74675" cy="138874"/>
            </a:xfrm>
            <a:prstGeom prst="rect">
              <a:avLst/>
            </a:prstGeom>
          </p:spPr>
        </p:pic>
      </p:grpSp>
      <p:pic>
        <p:nvPicPr>
          <p:cNvPr id="337" name="object 337" descr=""/>
          <p:cNvPicPr/>
          <p:nvPr/>
        </p:nvPicPr>
        <p:blipFill>
          <a:blip r:embed="rId211" cstate="print"/>
          <a:stretch>
            <a:fillRect/>
          </a:stretch>
        </p:blipFill>
        <p:spPr>
          <a:xfrm>
            <a:off x="7158514" y="5683472"/>
            <a:ext cx="106775" cy="138874"/>
          </a:xfrm>
          <a:prstGeom prst="rect">
            <a:avLst/>
          </a:prstGeom>
        </p:spPr>
      </p:pic>
      <p:pic>
        <p:nvPicPr>
          <p:cNvPr id="338" name="object 338" descr=""/>
          <p:cNvPicPr/>
          <p:nvPr/>
        </p:nvPicPr>
        <p:blipFill>
          <a:blip r:embed="rId212" cstate="print"/>
          <a:stretch>
            <a:fillRect/>
          </a:stretch>
        </p:blipFill>
        <p:spPr>
          <a:xfrm>
            <a:off x="6918959" y="5680519"/>
            <a:ext cx="190690" cy="137255"/>
          </a:xfrm>
          <a:prstGeom prst="rect">
            <a:avLst/>
          </a:prstGeom>
        </p:spPr>
      </p:pic>
      <p:grpSp>
        <p:nvGrpSpPr>
          <p:cNvPr id="339" name="object 339" descr=""/>
          <p:cNvGrpSpPr/>
          <p:nvPr/>
        </p:nvGrpSpPr>
        <p:grpSpPr>
          <a:xfrm>
            <a:off x="7315200" y="5608320"/>
            <a:ext cx="525145" cy="214629"/>
            <a:chOff x="7315200" y="5608320"/>
            <a:chExt cx="525145" cy="214629"/>
          </a:xfrm>
        </p:grpSpPr>
        <p:sp>
          <p:nvSpPr>
            <p:cNvPr id="340" name="object 340" descr=""/>
            <p:cNvSpPr/>
            <p:nvPr/>
          </p:nvSpPr>
          <p:spPr>
            <a:xfrm>
              <a:off x="7315200" y="5608320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1" name="object 341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7367492" y="5645277"/>
              <a:ext cx="96107" cy="177069"/>
            </a:xfrm>
            <a:prstGeom prst="rect">
              <a:avLst/>
            </a:prstGeom>
          </p:spPr>
        </p:pic>
        <p:sp>
          <p:nvSpPr>
            <p:cNvPr id="342" name="object 342" descr=""/>
            <p:cNvSpPr/>
            <p:nvPr/>
          </p:nvSpPr>
          <p:spPr>
            <a:xfrm>
              <a:off x="7494079" y="5608332"/>
              <a:ext cx="199390" cy="210820"/>
            </a:xfrm>
            <a:custGeom>
              <a:avLst/>
              <a:gdLst/>
              <a:ahLst/>
              <a:cxnLst/>
              <a:rect l="l" t="t" r="r" b="b"/>
              <a:pathLst>
                <a:path w="199390" h="210820">
                  <a:moveTo>
                    <a:pt x="24384" y="75145"/>
                  </a:moveTo>
                  <a:lnTo>
                    <a:pt x="1524" y="75145"/>
                  </a:lnTo>
                  <a:lnTo>
                    <a:pt x="1524" y="209448"/>
                  </a:lnTo>
                  <a:lnTo>
                    <a:pt x="24384" y="209448"/>
                  </a:lnTo>
                  <a:lnTo>
                    <a:pt x="24384" y="75145"/>
                  </a:lnTo>
                  <a:close/>
                </a:path>
                <a:path w="199390" h="210820">
                  <a:moveTo>
                    <a:pt x="27432" y="11036"/>
                  </a:moveTo>
                  <a:lnTo>
                    <a:pt x="0" y="11036"/>
                  </a:lnTo>
                  <a:lnTo>
                    <a:pt x="0" y="38569"/>
                  </a:lnTo>
                  <a:lnTo>
                    <a:pt x="27432" y="38569"/>
                  </a:lnTo>
                  <a:lnTo>
                    <a:pt x="27432" y="11036"/>
                  </a:lnTo>
                  <a:close/>
                </a:path>
                <a:path w="199390" h="210820">
                  <a:moveTo>
                    <a:pt x="133540" y="132575"/>
                  </a:moveTo>
                  <a:lnTo>
                    <a:pt x="52768" y="132575"/>
                  </a:lnTo>
                  <a:lnTo>
                    <a:pt x="52768" y="150876"/>
                  </a:lnTo>
                  <a:lnTo>
                    <a:pt x="133540" y="150876"/>
                  </a:lnTo>
                  <a:lnTo>
                    <a:pt x="133540" y="132575"/>
                  </a:lnTo>
                  <a:close/>
                </a:path>
                <a:path w="199390" h="210820">
                  <a:moveTo>
                    <a:pt x="199072" y="0"/>
                  </a:moveTo>
                  <a:lnTo>
                    <a:pt x="176212" y="0"/>
                  </a:lnTo>
                  <a:lnTo>
                    <a:pt x="176212" y="210312"/>
                  </a:lnTo>
                  <a:lnTo>
                    <a:pt x="199072" y="210312"/>
                  </a:lnTo>
                  <a:lnTo>
                    <a:pt x="199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3" name="object 343" descr="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7733538" y="5678900"/>
              <a:ext cx="106775" cy="143446"/>
            </a:xfrm>
            <a:prstGeom prst="rect">
              <a:avLst/>
            </a:prstGeom>
          </p:spPr>
        </p:pic>
      </p:grpSp>
      <p:grpSp>
        <p:nvGrpSpPr>
          <p:cNvPr id="344" name="object 344" descr=""/>
          <p:cNvGrpSpPr/>
          <p:nvPr/>
        </p:nvGrpSpPr>
        <p:grpSpPr>
          <a:xfrm>
            <a:off x="7886128" y="5678899"/>
            <a:ext cx="862330" cy="201930"/>
            <a:chOff x="7886128" y="5678899"/>
            <a:chExt cx="862330" cy="201930"/>
          </a:xfrm>
        </p:grpSpPr>
        <p:pic>
          <p:nvPicPr>
            <p:cNvPr id="345" name="object 345" descr="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8026431" y="5680424"/>
              <a:ext cx="138779" cy="199929"/>
            </a:xfrm>
            <a:prstGeom prst="rect">
              <a:avLst/>
            </a:prstGeom>
          </p:spPr>
        </p:pic>
        <p:pic>
          <p:nvPicPr>
            <p:cNvPr id="346" name="object 346" descr="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7886128" y="5680423"/>
              <a:ext cx="106775" cy="137350"/>
            </a:xfrm>
            <a:prstGeom prst="rect">
              <a:avLst/>
            </a:prstGeom>
          </p:spPr>
        </p:pic>
        <p:pic>
          <p:nvPicPr>
            <p:cNvPr id="347" name="object 347" descr="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8194262" y="5683471"/>
              <a:ext cx="106775" cy="138874"/>
            </a:xfrm>
            <a:prstGeom prst="rect">
              <a:avLst/>
            </a:prstGeom>
          </p:spPr>
        </p:pic>
        <p:pic>
          <p:nvPicPr>
            <p:cNvPr id="348" name="object 348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8342185" y="5678899"/>
              <a:ext cx="106775" cy="143446"/>
            </a:xfrm>
            <a:prstGeom prst="rect">
              <a:avLst/>
            </a:prstGeom>
          </p:spPr>
        </p:pic>
        <p:pic>
          <p:nvPicPr>
            <p:cNvPr id="349" name="object 349" descr="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8479440" y="5678900"/>
              <a:ext cx="268509" cy="201358"/>
            </a:xfrm>
            <a:prstGeom prst="rect">
              <a:avLst/>
            </a:prstGeom>
          </p:spPr>
        </p:pic>
      </p:grpSp>
      <p:pic>
        <p:nvPicPr>
          <p:cNvPr id="350" name="object 350" descr=""/>
          <p:cNvPicPr/>
          <p:nvPr/>
        </p:nvPicPr>
        <p:blipFill>
          <a:blip r:embed="rId219" cstate="print"/>
          <a:stretch>
            <a:fillRect/>
          </a:stretch>
        </p:blipFill>
        <p:spPr>
          <a:xfrm>
            <a:off x="1400270" y="6054185"/>
            <a:ext cx="100679" cy="143446"/>
          </a:xfrm>
          <a:prstGeom prst="rect">
            <a:avLst/>
          </a:prstGeom>
        </p:spPr>
      </p:pic>
      <p:pic>
        <p:nvPicPr>
          <p:cNvPr id="351" name="object 351" descr=""/>
          <p:cNvPicPr/>
          <p:nvPr/>
        </p:nvPicPr>
        <p:blipFill>
          <a:blip r:embed="rId220" cstate="print"/>
          <a:stretch>
            <a:fillRect/>
          </a:stretch>
        </p:blipFill>
        <p:spPr>
          <a:xfrm>
            <a:off x="1688591" y="6057328"/>
            <a:ext cx="120491" cy="195262"/>
          </a:xfrm>
          <a:prstGeom prst="rect">
            <a:avLst/>
          </a:prstGeom>
        </p:spPr>
      </p:pic>
      <p:pic>
        <p:nvPicPr>
          <p:cNvPr id="352" name="object 352" descr=""/>
          <p:cNvPicPr/>
          <p:nvPr/>
        </p:nvPicPr>
        <p:blipFill>
          <a:blip r:embed="rId221" cstate="print"/>
          <a:stretch>
            <a:fillRect/>
          </a:stretch>
        </p:blipFill>
        <p:spPr>
          <a:xfrm>
            <a:off x="1532953" y="6060376"/>
            <a:ext cx="106775" cy="137255"/>
          </a:xfrm>
          <a:prstGeom prst="rect">
            <a:avLst/>
          </a:prstGeom>
        </p:spPr>
      </p:pic>
      <p:grpSp>
        <p:nvGrpSpPr>
          <p:cNvPr id="353" name="object 353" descr=""/>
          <p:cNvGrpSpPr/>
          <p:nvPr/>
        </p:nvGrpSpPr>
        <p:grpSpPr>
          <a:xfrm>
            <a:off x="1845659" y="6022181"/>
            <a:ext cx="485140" cy="230504"/>
            <a:chOff x="1845659" y="6022181"/>
            <a:chExt cx="485140" cy="230504"/>
          </a:xfrm>
        </p:grpSpPr>
        <p:pic>
          <p:nvPicPr>
            <p:cNvPr id="354" name="object 354" descr="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1993677" y="6054280"/>
              <a:ext cx="132683" cy="143351"/>
            </a:xfrm>
            <a:prstGeom prst="rect">
              <a:avLst/>
            </a:prstGeom>
          </p:spPr>
        </p:pic>
        <p:pic>
          <p:nvPicPr>
            <p:cNvPr id="355" name="object 355" descr="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1845659" y="6057328"/>
              <a:ext cx="120491" cy="195262"/>
            </a:xfrm>
            <a:prstGeom prst="rect">
              <a:avLst/>
            </a:prstGeom>
          </p:spPr>
        </p:pic>
        <p:pic>
          <p:nvPicPr>
            <p:cNvPr id="356" name="object 356" descr="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2152268" y="6022181"/>
              <a:ext cx="178498" cy="1754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62318" y="417766"/>
            <a:ext cx="586105" cy="285750"/>
            <a:chOff x="262318" y="417766"/>
            <a:chExt cx="586105" cy="285750"/>
          </a:xfrm>
        </p:grpSpPr>
        <p:sp>
          <p:nvSpPr>
            <p:cNvPr id="3" name="object 3" descr=""/>
            <p:cNvSpPr/>
            <p:nvPr/>
          </p:nvSpPr>
          <p:spPr>
            <a:xfrm>
              <a:off x="262318" y="417766"/>
              <a:ext cx="203200" cy="285750"/>
            </a:xfrm>
            <a:custGeom>
              <a:avLst/>
              <a:gdLst/>
              <a:ahLst/>
              <a:cxnLst/>
              <a:rect l="l" t="t" r="r" b="b"/>
              <a:pathLst>
                <a:path w="203200" h="285750">
                  <a:moveTo>
                    <a:pt x="125063" y="285273"/>
                  </a:moveTo>
                  <a:lnTo>
                    <a:pt x="76283" y="273843"/>
                  </a:lnTo>
                  <a:lnTo>
                    <a:pt x="36575" y="244125"/>
                  </a:lnTo>
                  <a:lnTo>
                    <a:pt x="9143" y="196595"/>
                  </a:lnTo>
                  <a:lnTo>
                    <a:pt x="0" y="143351"/>
                  </a:lnTo>
                  <a:lnTo>
                    <a:pt x="2285" y="115166"/>
                  </a:lnTo>
                  <a:lnTo>
                    <a:pt x="20573" y="63332"/>
                  </a:lnTo>
                  <a:lnTo>
                    <a:pt x="55157" y="23788"/>
                  </a:lnTo>
                  <a:lnTo>
                    <a:pt x="99677" y="2786"/>
                  </a:lnTo>
                  <a:lnTo>
                    <a:pt x="125063" y="0"/>
                  </a:lnTo>
                  <a:lnTo>
                    <a:pt x="134208" y="261"/>
                  </a:lnTo>
                  <a:lnTo>
                    <a:pt x="180022" y="7810"/>
                  </a:lnTo>
                  <a:lnTo>
                    <a:pt x="198310" y="13715"/>
                  </a:lnTo>
                  <a:lnTo>
                    <a:pt x="192214" y="47243"/>
                  </a:lnTo>
                  <a:lnTo>
                    <a:pt x="185070" y="41838"/>
                  </a:lnTo>
                  <a:lnTo>
                    <a:pt x="177355" y="37147"/>
                  </a:lnTo>
                  <a:lnTo>
                    <a:pt x="133970" y="24693"/>
                  </a:lnTo>
                  <a:lnTo>
                    <a:pt x="125063" y="24383"/>
                  </a:lnTo>
                  <a:lnTo>
                    <a:pt x="106275" y="27074"/>
                  </a:lnTo>
                  <a:lnTo>
                    <a:pt x="61055" y="59435"/>
                  </a:lnTo>
                  <a:lnTo>
                    <a:pt x="40397" y="98571"/>
                  </a:lnTo>
                  <a:lnTo>
                    <a:pt x="33527" y="143351"/>
                  </a:lnTo>
                  <a:lnTo>
                    <a:pt x="35243" y="165051"/>
                  </a:lnTo>
                  <a:lnTo>
                    <a:pt x="48998" y="206667"/>
                  </a:lnTo>
                  <a:lnTo>
                    <a:pt x="73842" y="239394"/>
                  </a:lnTo>
                  <a:lnTo>
                    <a:pt x="125063" y="259365"/>
                  </a:lnTo>
                  <a:lnTo>
                    <a:pt x="135327" y="259294"/>
                  </a:lnTo>
                  <a:lnTo>
                    <a:pt x="174545" y="250840"/>
                  </a:lnTo>
                  <a:lnTo>
                    <a:pt x="199834" y="234981"/>
                  </a:lnTo>
                  <a:lnTo>
                    <a:pt x="202882" y="262413"/>
                  </a:lnTo>
                  <a:lnTo>
                    <a:pt x="164782" y="280701"/>
                  </a:lnTo>
                  <a:lnTo>
                    <a:pt x="135327" y="284987"/>
                  </a:lnTo>
                  <a:lnTo>
                    <a:pt x="125063" y="285273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300" y="515397"/>
              <a:ext cx="170783" cy="18764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9326" y="518445"/>
              <a:ext cx="138779" cy="180022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893825" y="420623"/>
            <a:ext cx="220345" cy="282575"/>
            <a:chOff x="893825" y="420623"/>
            <a:chExt cx="220345" cy="282575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3825" y="515397"/>
              <a:ext cx="148018" cy="18764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83564" y="420623"/>
              <a:ext cx="30480" cy="277495"/>
            </a:xfrm>
            <a:custGeom>
              <a:avLst/>
              <a:gdLst/>
              <a:ahLst/>
              <a:cxnLst/>
              <a:rect l="l" t="t" r="r" b="b"/>
              <a:pathLst>
                <a:path w="30480" h="277495">
                  <a:moveTo>
                    <a:pt x="30479" y="277367"/>
                  </a:moveTo>
                  <a:lnTo>
                    <a:pt x="0" y="277367"/>
                  </a:lnTo>
                  <a:lnTo>
                    <a:pt x="0" y="0"/>
                  </a:lnTo>
                  <a:lnTo>
                    <a:pt x="30479" y="0"/>
                  </a:lnTo>
                  <a:lnTo>
                    <a:pt x="30479" y="277367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174527" y="437578"/>
            <a:ext cx="773430" cy="266065"/>
            <a:chOff x="1174527" y="437578"/>
            <a:chExt cx="773430" cy="266065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4527" y="521493"/>
              <a:ext cx="138779" cy="18154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4550" y="515397"/>
              <a:ext cx="129635" cy="18764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522285" y="437590"/>
              <a:ext cx="33655" cy="260985"/>
            </a:xfrm>
            <a:custGeom>
              <a:avLst/>
              <a:gdLst/>
              <a:ahLst/>
              <a:cxnLst/>
              <a:rect l="l" t="t" r="r" b="b"/>
              <a:pathLst>
                <a:path w="33655" h="260984">
                  <a:moveTo>
                    <a:pt x="32092" y="83908"/>
                  </a:moveTo>
                  <a:lnTo>
                    <a:pt x="1524" y="83908"/>
                  </a:lnTo>
                  <a:lnTo>
                    <a:pt x="1524" y="260883"/>
                  </a:lnTo>
                  <a:lnTo>
                    <a:pt x="32092" y="260883"/>
                  </a:lnTo>
                  <a:lnTo>
                    <a:pt x="32092" y="83908"/>
                  </a:lnTo>
                  <a:close/>
                </a:path>
                <a:path w="33655" h="260984">
                  <a:moveTo>
                    <a:pt x="33616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33616" y="35052"/>
                  </a:lnTo>
                  <a:lnTo>
                    <a:pt x="33616" y="0"/>
                  </a:lnTo>
                  <a:close/>
                </a:path>
              </a:pathLst>
            </a:custGeom>
            <a:solidFill>
              <a:srgbClr val="333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7152" y="515397"/>
              <a:ext cx="170783" cy="18764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10607" y="518445"/>
              <a:ext cx="137255" cy="180022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9652" y="2155698"/>
            <a:ext cx="186023" cy="17545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421606" y="2143410"/>
            <a:ext cx="890905" cy="271780"/>
            <a:chOff x="1421606" y="2143410"/>
            <a:chExt cx="890905" cy="271780"/>
          </a:xfrm>
        </p:grpSpPr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21606" y="2143410"/>
              <a:ext cx="423497" cy="213645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810607" y="2154174"/>
              <a:ext cx="127000" cy="260985"/>
            </a:xfrm>
            <a:custGeom>
              <a:avLst/>
              <a:gdLst/>
              <a:ahLst/>
              <a:cxnLst/>
              <a:rect l="l" t="t" r="r" b="b"/>
              <a:pathLst>
                <a:path w="127000" h="260985">
                  <a:moveTo>
                    <a:pt x="68994" y="241077"/>
                  </a:moveTo>
                  <a:lnTo>
                    <a:pt x="30480" y="241077"/>
                  </a:lnTo>
                  <a:lnTo>
                    <a:pt x="36052" y="240528"/>
                  </a:lnTo>
                  <a:lnTo>
                    <a:pt x="44196" y="237827"/>
                  </a:lnTo>
                  <a:lnTo>
                    <a:pt x="52339" y="231393"/>
                  </a:lnTo>
                  <a:lnTo>
                    <a:pt x="57912" y="219646"/>
                  </a:lnTo>
                  <a:lnTo>
                    <a:pt x="90011" y="64008"/>
                  </a:lnTo>
                  <a:lnTo>
                    <a:pt x="112871" y="64008"/>
                  </a:lnTo>
                  <a:lnTo>
                    <a:pt x="80867" y="216598"/>
                  </a:lnTo>
                  <a:lnTo>
                    <a:pt x="73470" y="235775"/>
                  </a:lnTo>
                  <a:lnTo>
                    <a:pt x="68994" y="241077"/>
                  </a:lnTo>
                  <a:close/>
                </a:path>
                <a:path w="127000" h="260985">
                  <a:moveTo>
                    <a:pt x="33528" y="260889"/>
                  </a:moveTo>
                  <a:lnTo>
                    <a:pt x="26789" y="260508"/>
                  </a:lnTo>
                  <a:lnTo>
                    <a:pt x="18478" y="258984"/>
                  </a:lnTo>
                  <a:lnTo>
                    <a:pt x="9310" y="255746"/>
                  </a:lnTo>
                  <a:lnTo>
                    <a:pt x="0" y="250221"/>
                  </a:lnTo>
                  <a:lnTo>
                    <a:pt x="10668" y="231933"/>
                  </a:lnTo>
                  <a:lnTo>
                    <a:pt x="15240" y="238029"/>
                  </a:lnTo>
                  <a:lnTo>
                    <a:pt x="21336" y="241077"/>
                  </a:lnTo>
                  <a:lnTo>
                    <a:pt x="68994" y="241077"/>
                  </a:lnTo>
                  <a:lnTo>
                    <a:pt x="61769" y="249638"/>
                  </a:lnTo>
                  <a:lnTo>
                    <a:pt x="47782" y="258054"/>
                  </a:lnTo>
                  <a:lnTo>
                    <a:pt x="33528" y="260889"/>
                  </a:lnTo>
                  <a:close/>
                </a:path>
                <a:path w="127000" h="260985">
                  <a:moveTo>
                    <a:pt x="120491" y="27431"/>
                  </a:moveTo>
                  <a:lnTo>
                    <a:pt x="94583" y="27431"/>
                  </a:lnTo>
                  <a:lnTo>
                    <a:pt x="99155" y="0"/>
                  </a:lnTo>
                  <a:lnTo>
                    <a:pt x="126587" y="0"/>
                  </a:lnTo>
                  <a:lnTo>
                    <a:pt x="120491" y="274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44315" y="2180082"/>
              <a:ext cx="368163" cy="176974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2414682" y="2135790"/>
            <a:ext cx="1023619" cy="224790"/>
            <a:chOff x="2414682" y="2135790"/>
            <a:chExt cx="1023619" cy="224790"/>
          </a:xfrm>
        </p:grpSpPr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14682" y="2135790"/>
              <a:ext cx="312610" cy="224313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748000" y="2213711"/>
              <a:ext cx="690245" cy="143510"/>
            </a:xfrm>
            <a:custGeom>
              <a:avLst/>
              <a:gdLst/>
              <a:ahLst/>
              <a:cxnLst/>
              <a:rect l="l" t="t" r="r" b="b"/>
              <a:pathLst>
                <a:path w="690245" h="143510">
                  <a:moveTo>
                    <a:pt x="125780" y="12192"/>
                  </a:moveTo>
                  <a:lnTo>
                    <a:pt x="115252" y="6426"/>
                  </a:lnTo>
                  <a:lnTo>
                    <a:pt x="105587" y="2667"/>
                  </a:lnTo>
                  <a:lnTo>
                    <a:pt x="95351" y="622"/>
                  </a:lnTo>
                  <a:lnTo>
                    <a:pt x="83108" y="0"/>
                  </a:lnTo>
                  <a:lnTo>
                    <a:pt x="53263" y="6261"/>
                  </a:lnTo>
                  <a:lnTo>
                    <a:pt x="28727" y="22669"/>
                  </a:lnTo>
                  <a:lnTo>
                    <a:pt x="10795" y="45643"/>
                  </a:lnTo>
                  <a:lnTo>
                    <a:pt x="711" y="71628"/>
                  </a:lnTo>
                  <a:lnTo>
                    <a:pt x="0" y="98945"/>
                  </a:lnTo>
                  <a:lnTo>
                    <a:pt x="8724" y="121818"/>
                  </a:lnTo>
                  <a:lnTo>
                    <a:pt x="26047" y="137515"/>
                  </a:lnTo>
                  <a:lnTo>
                    <a:pt x="51104" y="143344"/>
                  </a:lnTo>
                  <a:lnTo>
                    <a:pt x="63703" y="142443"/>
                  </a:lnTo>
                  <a:lnTo>
                    <a:pt x="102920" y="126580"/>
                  </a:lnTo>
                  <a:lnTo>
                    <a:pt x="92532" y="114541"/>
                  </a:lnTo>
                  <a:lnTo>
                    <a:pt x="79679" y="119722"/>
                  </a:lnTo>
                  <a:lnTo>
                    <a:pt x="67386" y="122631"/>
                  </a:lnTo>
                  <a:lnTo>
                    <a:pt x="55676" y="123532"/>
                  </a:lnTo>
                  <a:lnTo>
                    <a:pt x="38836" y="119722"/>
                  </a:lnTo>
                  <a:lnTo>
                    <a:pt x="27584" y="109054"/>
                  </a:lnTo>
                  <a:lnTo>
                    <a:pt x="22364" y="92633"/>
                  </a:lnTo>
                  <a:lnTo>
                    <a:pt x="23571" y="71628"/>
                  </a:lnTo>
                  <a:lnTo>
                    <a:pt x="30226" y="53886"/>
                  </a:lnTo>
                  <a:lnTo>
                    <a:pt x="41300" y="37147"/>
                  </a:lnTo>
                  <a:lnTo>
                    <a:pt x="57264" y="24688"/>
                  </a:lnTo>
                  <a:lnTo>
                    <a:pt x="78536" y="19812"/>
                  </a:lnTo>
                  <a:lnTo>
                    <a:pt x="89230" y="20218"/>
                  </a:lnTo>
                  <a:lnTo>
                    <a:pt x="98920" y="21907"/>
                  </a:lnTo>
                  <a:lnTo>
                    <a:pt x="108331" y="25603"/>
                  </a:lnTo>
                  <a:lnTo>
                    <a:pt x="118160" y="32004"/>
                  </a:lnTo>
                  <a:lnTo>
                    <a:pt x="125780" y="12192"/>
                  </a:lnTo>
                  <a:close/>
                </a:path>
                <a:path w="690245" h="143510">
                  <a:moveTo>
                    <a:pt x="259981" y="12192"/>
                  </a:moveTo>
                  <a:lnTo>
                    <a:pt x="249466" y="6426"/>
                  </a:lnTo>
                  <a:lnTo>
                    <a:pt x="239788" y="2667"/>
                  </a:lnTo>
                  <a:lnTo>
                    <a:pt x="229552" y="622"/>
                  </a:lnTo>
                  <a:lnTo>
                    <a:pt x="217309" y="0"/>
                  </a:lnTo>
                  <a:lnTo>
                    <a:pt x="187515" y="6261"/>
                  </a:lnTo>
                  <a:lnTo>
                    <a:pt x="162979" y="22669"/>
                  </a:lnTo>
                  <a:lnTo>
                    <a:pt x="145008" y="45643"/>
                  </a:lnTo>
                  <a:lnTo>
                    <a:pt x="134924" y="71628"/>
                  </a:lnTo>
                  <a:lnTo>
                    <a:pt x="134213" y="98945"/>
                  </a:lnTo>
                  <a:lnTo>
                    <a:pt x="142938" y="121818"/>
                  </a:lnTo>
                  <a:lnTo>
                    <a:pt x="160248" y="137515"/>
                  </a:lnTo>
                  <a:lnTo>
                    <a:pt x="185305" y="143344"/>
                  </a:lnTo>
                  <a:lnTo>
                    <a:pt x="197929" y="142443"/>
                  </a:lnTo>
                  <a:lnTo>
                    <a:pt x="238645" y="126580"/>
                  </a:lnTo>
                  <a:lnTo>
                    <a:pt x="226745" y="114541"/>
                  </a:lnTo>
                  <a:lnTo>
                    <a:pt x="213880" y="119722"/>
                  </a:lnTo>
                  <a:lnTo>
                    <a:pt x="201599" y="122631"/>
                  </a:lnTo>
                  <a:lnTo>
                    <a:pt x="189877" y="123532"/>
                  </a:lnTo>
                  <a:lnTo>
                    <a:pt x="173088" y="119722"/>
                  </a:lnTo>
                  <a:lnTo>
                    <a:pt x="161848" y="109054"/>
                  </a:lnTo>
                  <a:lnTo>
                    <a:pt x="156629" y="92633"/>
                  </a:lnTo>
                  <a:lnTo>
                    <a:pt x="157873" y="71628"/>
                  </a:lnTo>
                  <a:lnTo>
                    <a:pt x="164528" y="53886"/>
                  </a:lnTo>
                  <a:lnTo>
                    <a:pt x="175590" y="37147"/>
                  </a:lnTo>
                  <a:lnTo>
                    <a:pt x="191528" y="24688"/>
                  </a:lnTo>
                  <a:lnTo>
                    <a:pt x="212737" y="19812"/>
                  </a:lnTo>
                  <a:lnTo>
                    <a:pt x="223431" y="20218"/>
                  </a:lnTo>
                  <a:lnTo>
                    <a:pt x="233121" y="21907"/>
                  </a:lnTo>
                  <a:lnTo>
                    <a:pt x="242531" y="25603"/>
                  </a:lnTo>
                  <a:lnTo>
                    <a:pt x="252361" y="32004"/>
                  </a:lnTo>
                  <a:lnTo>
                    <a:pt x="259981" y="12192"/>
                  </a:lnTo>
                  <a:close/>
                </a:path>
                <a:path w="690245" h="143510">
                  <a:moveTo>
                    <a:pt x="386194" y="50101"/>
                  </a:moveTo>
                  <a:lnTo>
                    <a:pt x="385673" y="35648"/>
                  </a:lnTo>
                  <a:lnTo>
                    <a:pt x="382003" y="21336"/>
                  </a:lnTo>
                  <a:lnTo>
                    <a:pt x="379945" y="18288"/>
                  </a:lnTo>
                  <a:lnTo>
                    <a:pt x="374561" y="10287"/>
                  </a:lnTo>
                  <a:lnTo>
                    <a:pt x="369811" y="7137"/>
                  </a:lnTo>
                  <a:lnTo>
                    <a:pt x="369811" y="56388"/>
                  </a:lnTo>
                  <a:lnTo>
                    <a:pt x="295033" y="56388"/>
                  </a:lnTo>
                  <a:lnTo>
                    <a:pt x="303682" y="40792"/>
                  </a:lnTo>
                  <a:lnTo>
                    <a:pt x="315036" y="28765"/>
                  </a:lnTo>
                  <a:lnTo>
                    <a:pt x="327952" y="20955"/>
                  </a:lnTo>
                  <a:lnTo>
                    <a:pt x="328168" y="20955"/>
                  </a:lnTo>
                  <a:lnTo>
                    <a:pt x="340753" y="18288"/>
                  </a:lnTo>
                  <a:lnTo>
                    <a:pt x="352590" y="20383"/>
                  </a:lnTo>
                  <a:lnTo>
                    <a:pt x="362140" y="27051"/>
                  </a:lnTo>
                  <a:lnTo>
                    <a:pt x="368274" y="38862"/>
                  </a:lnTo>
                  <a:lnTo>
                    <a:pt x="369811" y="56388"/>
                  </a:lnTo>
                  <a:lnTo>
                    <a:pt x="369811" y="7137"/>
                  </a:lnTo>
                  <a:lnTo>
                    <a:pt x="364807" y="3810"/>
                  </a:lnTo>
                  <a:lnTo>
                    <a:pt x="354495" y="762"/>
                  </a:lnTo>
                  <a:lnTo>
                    <a:pt x="345325" y="0"/>
                  </a:lnTo>
                  <a:lnTo>
                    <a:pt x="320357" y="5613"/>
                  </a:lnTo>
                  <a:lnTo>
                    <a:pt x="297510" y="20955"/>
                  </a:lnTo>
                  <a:lnTo>
                    <a:pt x="279539" y="43713"/>
                  </a:lnTo>
                  <a:lnTo>
                    <a:pt x="269125" y="71628"/>
                  </a:lnTo>
                  <a:lnTo>
                    <a:pt x="269062" y="73152"/>
                  </a:lnTo>
                  <a:lnTo>
                    <a:pt x="267944" y="99593"/>
                  </a:lnTo>
                  <a:lnTo>
                    <a:pt x="277101" y="122389"/>
                  </a:lnTo>
                  <a:lnTo>
                    <a:pt x="294830" y="137731"/>
                  </a:lnTo>
                  <a:lnTo>
                    <a:pt x="319417" y="143344"/>
                  </a:lnTo>
                  <a:lnTo>
                    <a:pt x="333311" y="142011"/>
                  </a:lnTo>
                  <a:lnTo>
                    <a:pt x="347052" y="138391"/>
                  </a:lnTo>
                  <a:lnTo>
                    <a:pt x="359968" y="133057"/>
                  </a:lnTo>
                  <a:lnTo>
                    <a:pt x="371335" y="126580"/>
                  </a:lnTo>
                  <a:lnTo>
                    <a:pt x="371563" y="123532"/>
                  </a:lnTo>
                  <a:lnTo>
                    <a:pt x="371652" y="122389"/>
                  </a:lnTo>
                  <a:lnTo>
                    <a:pt x="371729" y="121437"/>
                  </a:lnTo>
                  <a:lnTo>
                    <a:pt x="372859" y="106768"/>
                  </a:lnTo>
                  <a:lnTo>
                    <a:pt x="356400" y="116471"/>
                  </a:lnTo>
                  <a:lnTo>
                    <a:pt x="342099" y="121437"/>
                  </a:lnTo>
                  <a:lnTo>
                    <a:pt x="330974" y="123278"/>
                  </a:lnTo>
                  <a:lnTo>
                    <a:pt x="323989" y="123532"/>
                  </a:lnTo>
                  <a:lnTo>
                    <a:pt x="307606" y="119748"/>
                  </a:lnTo>
                  <a:lnTo>
                    <a:pt x="295795" y="109245"/>
                  </a:lnTo>
                  <a:lnTo>
                    <a:pt x="289699" y="93281"/>
                  </a:lnTo>
                  <a:lnTo>
                    <a:pt x="290461" y="73152"/>
                  </a:lnTo>
                  <a:lnTo>
                    <a:pt x="383527" y="73152"/>
                  </a:lnTo>
                  <a:lnTo>
                    <a:pt x="385000" y="63131"/>
                  </a:lnTo>
                  <a:lnTo>
                    <a:pt x="385622" y="56388"/>
                  </a:lnTo>
                  <a:lnTo>
                    <a:pt x="386194" y="50101"/>
                  </a:lnTo>
                  <a:close/>
                </a:path>
                <a:path w="690245" h="143510">
                  <a:moveTo>
                    <a:pt x="510108" y="9144"/>
                  </a:moveTo>
                  <a:lnTo>
                    <a:pt x="499402" y="5143"/>
                  </a:lnTo>
                  <a:lnTo>
                    <a:pt x="489534" y="2286"/>
                  </a:lnTo>
                  <a:lnTo>
                    <a:pt x="479640" y="571"/>
                  </a:lnTo>
                  <a:lnTo>
                    <a:pt x="468871" y="0"/>
                  </a:lnTo>
                  <a:lnTo>
                    <a:pt x="457657" y="622"/>
                  </a:lnTo>
                  <a:lnTo>
                    <a:pt x="439724" y="4953"/>
                  </a:lnTo>
                  <a:lnTo>
                    <a:pt x="421513" y="16713"/>
                  </a:lnTo>
                  <a:lnTo>
                    <a:pt x="409435" y="39624"/>
                  </a:lnTo>
                  <a:lnTo>
                    <a:pt x="408749" y="49961"/>
                  </a:lnTo>
                  <a:lnTo>
                    <a:pt x="410768" y="58293"/>
                  </a:lnTo>
                  <a:lnTo>
                    <a:pt x="457809" y="82702"/>
                  </a:lnTo>
                  <a:lnTo>
                    <a:pt x="466432" y="86385"/>
                  </a:lnTo>
                  <a:lnTo>
                    <a:pt x="472465" y="92659"/>
                  </a:lnTo>
                  <a:lnTo>
                    <a:pt x="473443" y="102196"/>
                  </a:lnTo>
                  <a:lnTo>
                    <a:pt x="466940" y="114541"/>
                  </a:lnTo>
                  <a:lnTo>
                    <a:pt x="456869" y="120865"/>
                  </a:lnTo>
                  <a:lnTo>
                    <a:pt x="447078" y="123202"/>
                  </a:lnTo>
                  <a:lnTo>
                    <a:pt x="441439" y="123532"/>
                  </a:lnTo>
                  <a:lnTo>
                    <a:pt x="424243" y="121805"/>
                  </a:lnTo>
                  <a:lnTo>
                    <a:pt x="411340" y="117627"/>
                  </a:lnTo>
                  <a:lnTo>
                    <a:pt x="402437" y="112610"/>
                  </a:lnTo>
                  <a:lnTo>
                    <a:pt x="397243" y="108292"/>
                  </a:lnTo>
                  <a:lnTo>
                    <a:pt x="389623" y="129628"/>
                  </a:lnTo>
                  <a:lnTo>
                    <a:pt x="396786" y="133705"/>
                  </a:lnTo>
                  <a:lnTo>
                    <a:pt x="406958" y="138201"/>
                  </a:lnTo>
                  <a:lnTo>
                    <a:pt x="420268" y="141846"/>
                  </a:lnTo>
                  <a:lnTo>
                    <a:pt x="436867" y="143344"/>
                  </a:lnTo>
                  <a:lnTo>
                    <a:pt x="443230" y="143179"/>
                  </a:lnTo>
                  <a:lnTo>
                    <a:pt x="481761" y="126390"/>
                  </a:lnTo>
                  <a:lnTo>
                    <a:pt x="496087" y="89306"/>
                  </a:lnTo>
                  <a:lnTo>
                    <a:pt x="494296" y="80632"/>
                  </a:lnTo>
                  <a:lnTo>
                    <a:pt x="446659" y="55435"/>
                  </a:lnTo>
                  <a:lnTo>
                    <a:pt x="437819" y="51816"/>
                  </a:lnTo>
                  <a:lnTo>
                    <a:pt x="432701" y="45910"/>
                  </a:lnTo>
                  <a:lnTo>
                    <a:pt x="432295" y="36576"/>
                  </a:lnTo>
                  <a:lnTo>
                    <a:pt x="437464" y="25996"/>
                  </a:lnTo>
                  <a:lnTo>
                    <a:pt x="446201" y="20574"/>
                  </a:lnTo>
                  <a:lnTo>
                    <a:pt x="455231" y="18567"/>
                  </a:lnTo>
                  <a:lnTo>
                    <a:pt x="461251" y="18288"/>
                  </a:lnTo>
                  <a:lnTo>
                    <a:pt x="469404" y="18453"/>
                  </a:lnTo>
                  <a:lnTo>
                    <a:pt x="479590" y="19621"/>
                  </a:lnTo>
                  <a:lnTo>
                    <a:pt x="490905" y="22783"/>
                  </a:lnTo>
                  <a:lnTo>
                    <a:pt x="502488" y="28956"/>
                  </a:lnTo>
                  <a:lnTo>
                    <a:pt x="510108" y="9144"/>
                  </a:lnTo>
                  <a:close/>
                </a:path>
                <a:path w="690245" h="143510">
                  <a:moveTo>
                    <a:pt x="626033" y="9144"/>
                  </a:moveTo>
                  <a:lnTo>
                    <a:pt x="615315" y="5143"/>
                  </a:lnTo>
                  <a:lnTo>
                    <a:pt x="605447" y="2286"/>
                  </a:lnTo>
                  <a:lnTo>
                    <a:pt x="595566" y="571"/>
                  </a:lnTo>
                  <a:lnTo>
                    <a:pt x="584796" y="0"/>
                  </a:lnTo>
                  <a:lnTo>
                    <a:pt x="573570" y="622"/>
                  </a:lnTo>
                  <a:lnTo>
                    <a:pt x="555650" y="4953"/>
                  </a:lnTo>
                  <a:lnTo>
                    <a:pt x="537425" y="16713"/>
                  </a:lnTo>
                  <a:lnTo>
                    <a:pt x="525360" y="39624"/>
                  </a:lnTo>
                  <a:lnTo>
                    <a:pt x="524662" y="49961"/>
                  </a:lnTo>
                  <a:lnTo>
                    <a:pt x="526694" y="58293"/>
                  </a:lnTo>
                  <a:lnTo>
                    <a:pt x="573735" y="82702"/>
                  </a:lnTo>
                  <a:lnTo>
                    <a:pt x="582345" y="86385"/>
                  </a:lnTo>
                  <a:lnTo>
                    <a:pt x="588378" y="92659"/>
                  </a:lnTo>
                  <a:lnTo>
                    <a:pt x="589368" y="102196"/>
                  </a:lnTo>
                  <a:lnTo>
                    <a:pt x="582866" y="114541"/>
                  </a:lnTo>
                  <a:lnTo>
                    <a:pt x="572795" y="120865"/>
                  </a:lnTo>
                  <a:lnTo>
                    <a:pt x="563003" y="123202"/>
                  </a:lnTo>
                  <a:lnTo>
                    <a:pt x="557364" y="123532"/>
                  </a:lnTo>
                  <a:lnTo>
                    <a:pt x="540169" y="121805"/>
                  </a:lnTo>
                  <a:lnTo>
                    <a:pt x="527265" y="117627"/>
                  </a:lnTo>
                  <a:lnTo>
                    <a:pt x="518350" y="112610"/>
                  </a:lnTo>
                  <a:lnTo>
                    <a:pt x="513168" y="108292"/>
                  </a:lnTo>
                  <a:lnTo>
                    <a:pt x="505548" y="129628"/>
                  </a:lnTo>
                  <a:lnTo>
                    <a:pt x="512711" y="133705"/>
                  </a:lnTo>
                  <a:lnTo>
                    <a:pt x="522884" y="138201"/>
                  </a:lnTo>
                  <a:lnTo>
                    <a:pt x="536194" y="141846"/>
                  </a:lnTo>
                  <a:lnTo>
                    <a:pt x="552792" y="143344"/>
                  </a:lnTo>
                  <a:lnTo>
                    <a:pt x="559142" y="143179"/>
                  </a:lnTo>
                  <a:lnTo>
                    <a:pt x="597674" y="126390"/>
                  </a:lnTo>
                  <a:lnTo>
                    <a:pt x="612013" y="89306"/>
                  </a:lnTo>
                  <a:lnTo>
                    <a:pt x="610222" y="80632"/>
                  </a:lnTo>
                  <a:lnTo>
                    <a:pt x="562571" y="55435"/>
                  </a:lnTo>
                  <a:lnTo>
                    <a:pt x="553745" y="51816"/>
                  </a:lnTo>
                  <a:lnTo>
                    <a:pt x="548614" y="45910"/>
                  </a:lnTo>
                  <a:lnTo>
                    <a:pt x="548220" y="36576"/>
                  </a:lnTo>
                  <a:lnTo>
                    <a:pt x="553377" y="25996"/>
                  </a:lnTo>
                  <a:lnTo>
                    <a:pt x="562127" y="20574"/>
                  </a:lnTo>
                  <a:lnTo>
                    <a:pt x="571144" y="18567"/>
                  </a:lnTo>
                  <a:lnTo>
                    <a:pt x="577176" y="18288"/>
                  </a:lnTo>
                  <a:lnTo>
                    <a:pt x="585330" y="18453"/>
                  </a:lnTo>
                  <a:lnTo>
                    <a:pt x="595503" y="19621"/>
                  </a:lnTo>
                  <a:lnTo>
                    <a:pt x="606831" y="22783"/>
                  </a:lnTo>
                  <a:lnTo>
                    <a:pt x="618413" y="28956"/>
                  </a:lnTo>
                  <a:lnTo>
                    <a:pt x="626033" y="9144"/>
                  </a:lnTo>
                  <a:close/>
                </a:path>
                <a:path w="690245" h="143510">
                  <a:moveTo>
                    <a:pt x="690130" y="114401"/>
                  </a:moveTo>
                  <a:lnTo>
                    <a:pt x="665746" y="114401"/>
                  </a:lnTo>
                  <a:lnTo>
                    <a:pt x="665746" y="138874"/>
                  </a:lnTo>
                  <a:lnTo>
                    <a:pt x="690130" y="138874"/>
                  </a:lnTo>
                  <a:lnTo>
                    <a:pt x="690130" y="114401"/>
                  </a:lnTo>
                  <a:close/>
                </a:path>
                <a:path w="690245" h="143510">
                  <a:moveTo>
                    <a:pt x="690130" y="4572"/>
                  </a:moveTo>
                  <a:lnTo>
                    <a:pt x="665746" y="4572"/>
                  </a:lnTo>
                  <a:lnTo>
                    <a:pt x="665746" y="30480"/>
                  </a:lnTo>
                  <a:lnTo>
                    <a:pt x="690130" y="30480"/>
                  </a:lnTo>
                  <a:lnTo>
                    <a:pt x="690130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622738" y="2138838"/>
            <a:ext cx="157067" cy="218217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3819525" y="2143410"/>
            <a:ext cx="390525" cy="213995"/>
            <a:chOff x="3819525" y="2143410"/>
            <a:chExt cx="390525" cy="213995"/>
          </a:xfrm>
        </p:grpSpPr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62876" y="2213609"/>
              <a:ext cx="114395" cy="143446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19525" y="2143410"/>
              <a:ext cx="108299" cy="20907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3179" y="2213609"/>
              <a:ext cx="106775" cy="143446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4255770" y="2135790"/>
            <a:ext cx="752475" cy="276225"/>
            <a:chOff x="4255770" y="2135790"/>
            <a:chExt cx="752475" cy="276225"/>
          </a:xfrm>
        </p:grpSpPr>
        <p:pic>
          <p:nvPicPr>
            <p:cNvPr id="29" name="object 2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55770" y="2215133"/>
              <a:ext cx="120491" cy="19688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00645" y="2135790"/>
              <a:ext cx="138779" cy="224313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80667" y="2143505"/>
              <a:ext cx="106775" cy="208978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20971" y="2213609"/>
              <a:ext cx="132683" cy="14344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88801" y="2215133"/>
              <a:ext cx="118967" cy="196881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5128259" y="2138838"/>
            <a:ext cx="1122680" cy="218440"/>
            <a:chOff x="5128259" y="2138838"/>
            <a:chExt cx="1122680" cy="218440"/>
          </a:xfrm>
        </p:grpSpPr>
        <p:pic>
          <p:nvPicPr>
            <p:cNvPr id="35" name="object 3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28259" y="2213705"/>
              <a:ext cx="100679" cy="143446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60943" y="2218181"/>
              <a:ext cx="106775" cy="13887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02865" y="2213705"/>
              <a:ext cx="114395" cy="143351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5537060" y="2138844"/>
              <a:ext cx="714375" cy="218440"/>
            </a:xfrm>
            <a:custGeom>
              <a:avLst/>
              <a:gdLst/>
              <a:ahLst/>
              <a:cxnLst/>
              <a:rect l="l" t="t" r="r" b="b"/>
              <a:pathLst>
                <a:path w="714375" h="218439">
                  <a:moveTo>
                    <a:pt x="115925" y="201447"/>
                  </a:moveTo>
                  <a:lnTo>
                    <a:pt x="112877" y="181635"/>
                  </a:lnTo>
                  <a:lnTo>
                    <a:pt x="101409" y="189407"/>
                  </a:lnTo>
                  <a:lnTo>
                    <a:pt x="89776" y="194589"/>
                  </a:lnTo>
                  <a:lnTo>
                    <a:pt x="77863" y="197497"/>
                  </a:lnTo>
                  <a:lnTo>
                    <a:pt x="65532" y="198399"/>
                  </a:lnTo>
                  <a:lnTo>
                    <a:pt x="48818" y="194589"/>
                  </a:lnTo>
                  <a:lnTo>
                    <a:pt x="35814" y="183921"/>
                  </a:lnTo>
                  <a:lnTo>
                    <a:pt x="27393" y="167500"/>
                  </a:lnTo>
                  <a:lnTo>
                    <a:pt x="24384" y="146494"/>
                  </a:lnTo>
                  <a:lnTo>
                    <a:pt x="26555" y="128752"/>
                  </a:lnTo>
                  <a:lnTo>
                    <a:pt x="33718" y="112014"/>
                  </a:lnTo>
                  <a:lnTo>
                    <a:pt x="46888" y="99555"/>
                  </a:lnTo>
                  <a:lnTo>
                    <a:pt x="67056" y="94678"/>
                  </a:lnTo>
                  <a:lnTo>
                    <a:pt x="78447" y="95084"/>
                  </a:lnTo>
                  <a:lnTo>
                    <a:pt x="88404" y="96774"/>
                  </a:lnTo>
                  <a:lnTo>
                    <a:pt x="98386" y="100469"/>
                  </a:lnTo>
                  <a:lnTo>
                    <a:pt x="109829" y="106870"/>
                  </a:lnTo>
                  <a:lnTo>
                    <a:pt x="114401" y="87058"/>
                  </a:lnTo>
                  <a:lnTo>
                    <a:pt x="101866" y="81292"/>
                  </a:lnTo>
                  <a:lnTo>
                    <a:pt x="90728" y="77533"/>
                  </a:lnTo>
                  <a:lnTo>
                    <a:pt x="79603" y="75488"/>
                  </a:lnTo>
                  <a:lnTo>
                    <a:pt x="67056" y="74866"/>
                  </a:lnTo>
                  <a:lnTo>
                    <a:pt x="38582" y="81127"/>
                  </a:lnTo>
                  <a:lnTo>
                    <a:pt x="17526" y="97536"/>
                  </a:lnTo>
                  <a:lnTo>
                    <a:pt x="4483" y="120510"/>
                  </a:lnTo>
                  <a:lnTo>
                    <a:pt x="0" y="146494"/>
                  </a:lnTo>
                  <a:lnTo>
                    <a:pt x="4889" y="173812"/>
                  </a:lnTo>
                  <a:lnTo>
                    <a:pt x="18478" y="196684"/>
                  </a:lnTo>
                  <a:lnTo>
                    <a:pt x="39230" y="212382"/>
                  </a:lnTo>
                  <a:lnTo>
                    <a:pt x="65532" y="218211"/>
                  </a:lnTo>
                  <a:lnTo>
                    <a:pt x="78130" y="217309"/>
                  </a:lnTo>
                  <a:lnTo>
                    <a:pt x="90728" y="214401"/>
                  </a:lnTo>
                  <a:lnTo>
                    <a:pt x="103339" y="209219"/>
                  </a:lnTo>
                  <a:lnTo>
                    <a:pt x="115925" y="201447"/>
                  </a:lnTo>
                  <a:close/>
                </a:path>
                <a:path w="714375" h="218439">
                  <a:moveTo>
                    <a:pt x="248602" y="148018"/>
                  </a:moveTo>
                  <a:lnTo>
                    <a:pt x="248577" y="146494"/>
                  </a:lnTo>
                  <a:lnTo>
                    <a:pt x="248437" y="137998"/>
                  </a:lnTo>
                  <a:lnTo>
                    <a:pt x="247840" y="131254"/>
                  </a:lnTo>
                  <a:lnTo>
                    <a:pt x="234937" y="93154"/>
                  </a:lnTo>
                  <a:lnTo>
                    <a:pt x="231838" y="90017"/>
                  </a:lnTo>
                  <a:lnTo>
                    <a:pt x="231838" y="131254"/>
                  </a:lnTo>
                  <a:lnTo>
                    <a:pt x="157073" y="131254"/>
                  </a:lnTo>
                  <a:lnTo>
                    <a:pt x="162598" y="115658"/>
                  </a:lnTo>
                  <a:lnTo>
                    <a:pt x="171564" y="103632"/>
                  </a:lnTo>
                  <a:lnTo>
                    <a:pt x="183007" y="95770"/>
                  </a:lnTo>
                  <a:lnTo>
                    <a:pt x="183375" y="95770"/>
                  </a:lnTo>
                  <a:lnTo>
                    <a:pt x="195262" y="93154"/>
                  </a:lnTo>
                  <a:lnTo>
                    <a:pt x="206984" y="95250"/>
                  </a:lnTo>
                  <a:lnTo>
                    <a:pt x="218122" y="101917"/>
                  </a:lnTo>
                  <a:lnTo>
                    <a:pt x="226987" y="113728"/>
                  </a:lnTo>
                  <a:lnTo>
                    <a:pt x="231838" y="131254"/>
                  </a:lnTo>
                  <a:lnTo>
                    <a:pt x="231838" y="90017"/>
                  </a:lnTo>
                  <a:lnTo>
                    <a:pt x="226987" y="85102"/>
                  </a:lnTo>
                  <a:lnTo>
                    <a:pt x="215455" y="78587"/>
                  </a:lnTo>
                  <a:lnTo>
                    <a:pt x="204508" y="75539"/>
                  </a:lnTo>
                  <a:lnTo>
                    <a:pt x="195262" y="74764"/>
                  </a:lnTo>
                  <a:lnTo>
                    <a:pt x="171538" y="80403"/>
                  </a:lnTo>
                  <a:lnTo>
                    <a:pt x="152133" y="95770"/>
                  </a:lnTo>
                  <a:lnTo>
                    <a:pt x="139026" y="118567"/>
                  </a:lnTo>
                  <a:lnTo>
                    <a:pt x="134213" y="146494"/>
                  </a:lnTo>
                  <a:lnTo>
                    <a:pt x="139306" y="174459"/>
                  </a:lnTo>
                  <a:lnTo>
                    <a:pt x="153276" y="197256"/>
                  </a:lnTo>
                  <a:lnTo>
                    <a:pt x="174117" y="212598"/>
                  </a:lnTo>
                  <a:lnTo>
                    <a:pt x="199834" y="218211"/>
                  </a:lnTo>
                  <a:lnTo>
                    <a:pt x="214109" y="216877"/>
                  </a:lnTo>
                  <a:lnTo>
                    <a:pt x="227076" y="213258"/>
                  </a:lnTo>
                  <a:lnTo>
                    <a:pt x="238633" y="207924"/>
                  </a:lnTo>
                  <a:lnTo>
                    <a:pt x="248602" y="201447"/>
                  </a:lnTo>
                  <a:lnTo>
                    <a:pt x="248373" y="198399"/>
                  </a:lnTo>
                  <a:lnTo>
                    <a:pt x="248285" y="197256"/>
                  </a:lnTo>
                  <a:lnTo>
                    <a:pt x="248208" y="196303"/>
                  </a:lnTo>
                  <a:lnTo>
                    <a:pt x="247078" y="181635"/>
                  </a:lnTo>
                  <a:lnTo>
                    <a:pt x="232410" y="191338"/>
                  </a:lnTo>
                  <a:lnTo>
                    <a:pt x="218884" y="196303"/>
                  </a:lnTo>
                  <a:lnTo>
                    <a:pt x="207645" y="198145"/>
                  </a:lnTo>
                  <a:lnTo>
                    <a:pt x="199834" y="198399"/>
                  </a:lnTo>
                  <a:lnTo>
                    <a:pt x="182803" y="194614"/>
                  </a:lnTo>
                  <a:lnTo>
                    <a:pt x="169087" y="184111"/>
                  </a:lnTo>
                  <a:lnTo>
                    <a:pt x="159664" y="168148"/>
                  </a:lnTo>
                  <a:lnTo>
                    <a:pt x="155549" y="148018"/>
                  </a:lnTo>
                  <a:lnTo>
                    <a:pt x="248602" y="148018"/>
                  </a:lnTo>
                  <a:close/>
                </a:path>
                <a:path w="714375" h="218439">
                  <a:moveTo>
                    <a:pt x="367576" y="175539"/>
                  </a:moveTo>
                  <a:lnTo>
                    <a:pt x="346900" y="141566"/>
                  </a:lnTo>
                  <a:lnTo>
                    <a:pt x="308483" y="130302"/>
                  </a:lnTo>
                  <a:lnTo>
                    <a:pt x="298754" y="126682"/>
                  </a:lnTo>
                  <a:lnTo>
                    <a:pt x="292176" y="120777"/>
                  </a:lnTo>
                  <a:lnTo>
                    <a:pt x="289750" y="111442"/>
                  </a:lnTo>
                  <a:lnTo>
                    <a:pt x="293179" y="100863"/>
                  </a:lnTo>
                  <a:lnTo>
                    <a:pt x="301040" y="95440"/>
                  </a:lnTo>
                  <a:lnTo>
                    <a:pt x="309765" y="93433"/>
                  </a:lnTo>
                  <a:lnTo>
                    <a:pt x="315760" y="93154"/>
                  </a:lnTo>
                  <a:lnTo>
                    <a:pt x="323926" y="93319"/>
                  </a:lnTo>
                  <a:lnTo>
                    <a:pt x="334238" y="94488"/>
                  </a:lnTo>
                  <a:lnTo>
                    <a:pt x="345973" y="97650"/>
                  </a:lnTo>
                  <a:lnTo>
                    <a:pt x="358432" y="103822"/>
                  </a:lnTo>
                  <a:lnTo>
                    <a:pt x="363004" y="83908"/>
                  </a:lnTo>
                  <a:lnTo>
                    <a:pt x="351167" y="79908"/>
                  </a:lnTo>
                  <a:lnTo>
                    <a:pt x="340334" y="77050"/>
                  </a:lnTo>
                  <a:lnTo>
                    <a:pt x="329780" y="75336"/>
                  </a:lnTo>
                  <a:lnTo>
                    <a:pt x="318808" y="74764"/>
                  </a:lnTo>
                  <a:lnTo>
                    <a:pt x="307721" y="75387"/>
                  </a:lnTo>
                  <a:lnTo>
                    <a:pt x="290753" y="79730"/>
                  </a:lnTo>
                  <a:lnTo>
                    <a:pt x="275221" y="91528"/>
                  </a:lnTo>
                  <a:lnTo>
                    <a:pt x="268414" y="114490"/>
                  </a:lnTo>
                  <a:lnTo>
                    <a:pt x="269963" y="124828"/>
                  </a:lnTo>
                  <a:lnTo>
                    <a:pt x="298411" y="151447"/>
                  </a:lnTo>
                  <a:lnTo>
                    <a:pt x="326313" y="157467"/>
                  </a:lnTo>
                  <a:lnTo>
                    <a:pt x="335762" y="161175"/>
                  </a:lnTo>
                  <a:lnTo>
                    <a:pt x="343217" y="167462"/>
                  </a:lnTo>
                  <a:lnTo>
                    <a:pt x="346240" y="177063"/>
                  </a:lnTo>
                  <a:lnTo>
                    <a:pt x="342353" y="189407"/>
                  </a:lnTo>
                  <a:lnTo>
                    <a:pt x="333476" y="195732"/>
                  </a:lnTo>
                  <a:lnTo>
                    <a:pt x="323735" y="198069"/>
                  </a:lnTo>
                  <a:lnTo>
                    <a:pt x="317284" y="198399"/>
                  </a:lnTo>
                  <a:lnTo>
                    <a:pt x="300418" y="196672"/>
                  </a:lnTo>
                  <a:lnTo>
                    <a:pt x="286715" y="192493"/>
                  </a:lnTo>
                  <a:lnTo>
                    <a:pt x="276466" y="187477"/>
                  </a:lnTo>
                  <a:lnTo>
                    <a:pt x="269938" y="183159"/>
                  </a:lnTo>
                  <a:lnTo>
                    <a:pt x="266890" y="204495"/>
                  </a:lnTo>
                  <a:lnTo>
                    <a:pt x="275183" y="208572"/>
                  </a:lnTo>
                  <a:lnTo>
                    <a:pt x="286334" y="213067"/>
                  </a:lnTo>
                  <a:lnTo>
                    <a:pt x="300367" y="216712"/>
                  </a:lnTo>
                  <a:lnTo>
                    <a:pt x="317284" y="218211"/>
                  </a:lnTo>
                  <a:lnTo>
                    <a:pt x="323621" y="218046"/>
                  </a:lnTo>
                  <a:lnTo>
                    <a:pt x="359219" y="201256"/>
                  </a:lnTo>
                  <a:lnTo>
                    <a:pt x="366699" y="185254"/>
                  </a:lnTo>
                  <a:lnTo>
                    <a:pt x="367576" y="175539"/>
                  </a:lnTo>
                  <a:close/>
                </a:path>
                <a:path w="714375" h="218439">
                  <a:moveTo>
                    <a:pt x="483501" y="175539"/>
                  </a:moveTo>
                  <a:lnTo>
                    <a:pt x="462826" y="141566"/>
                  </a:lnTo>
                  <a:lnTo>
                    <a:pt x="424395" y="130302"/>
                  </a:lnTo>
                  <a:lnTo>
                    <a:pt x="414680" y="126682"/>
                  </a:lnTo>
                  <a:lnTo>
                    <a:pt x="408101" y="120777"/>
                  </a:lnTo>
                  <a:lnTo>
                    <a:pt x="405676" y="111442"/>
                  </a:lnTo>
                  <a:lnTo>
                    <a:pt x="409092" y="100863"/>
                  </a:lnTo>
                  <a:lnTo>
                    <a:pt x="416966" y="95440"/>
                  </a:lnTo>
                  <a:lnTo>
                    <a:pt x="425691" y="93433"/>
                  </a:lnTo>
                  <a:lnTo>
                    <a:pt x="431685" y="93154"/>
                  </a:lnTo>
                  <a:lnTo>
                    <a:pt x="439851" y="93319"/>
                  </a:lnTo>
                  <a:lnTo>
                    <a:pt x="450164" y="94488"/>
                  </a:lnTo>
                  <a:lnTo>
                    <a:pt x="461899" y="97650"/>
                  </a:lnTo>
                  <a:lnTo>
                    <a:pt x="474357" y="103822"/>
                  </a:lnTo>
                  <a:lnTo>
                    <a:pt x="478929" y="83908"/>
                  </a:lnTo>
                  <a:lnTo>
                    <a:pt x="467093" y="79908"/>
                  </a:lnTo>
                  <a:lnTo>
                    <a:pt x="456260" y="77050"/>
                  </a:lnTo>
                  <a:lnTo>
                    <a:pt x="445706" y="75336"/>
                  </a:lnTo>
                  <a:lnTo>
                    <a:pt x="434733" y="74764"/>
                  </a:lnTo>
                  <a:lnTo>
                    <a:pt x="423633" y="75387"/>
                  </a:lnTo>
                  <a:lnTo>
                    <a:pt x="406679" y="79730"/>
                  </a:lnTo>
                  <a:lnTo>
                    <a:pt x="391147" y="91528"/>
                  </a:lnTo>
                  <a:lnTo>
                    <a:pt x="384340" y="114490"/>
                  </a:lnTo>
                  <a:lnTo>
                    <a:pt x="385889" y="124828"/>
                  </a:lnTo>
                  <a:lnTo>
                    <a:pt x="414337" y="151447"/>
                  </a:lnTo>
                  <a:lnTo>
                    <a:pt x="442226" y="157467"/>
                  </a:lnTo>
                  <a:lnTo>
                    <a:pt x="451688" y="161175"/>
                  </a:lnTo>
                  <a:lnTo>
                    <a:pt x="459130" y="167462"/>
                  </a:lnTo>
                  <a:lnTo>
                    <a:pt x="462165" y="177063"/>
                  </a:lnTo>
                  <a:lnTo>
                    <a:pt x="458279" y="189407"/>
                  </a:lnTo>
                  <a:lnTo>
                    <a:pt x="449402" y="195732"/>
                  </a:lnTo>
                  <a:lnTo>
                    <a:pt x="439661" y="198069"/>
                  </a:lnTo>
                  <a:lnTo>
                    <a:pt x="433209" y="198399"/>
                  </a:lnTo>
                  <a:lnTo>
                    <a:pt x="416331" y="196672"/>
                  </a:lnTo>
                  <a:lnTo>
                    <a:pt x="402640" y="192493"/>
                  </a:lnTo>
                  <a:lnTo>
                    <a:pt x="392391" y="187477"/>
                  </a:lnTo>
                  <a:lnTo>
                    <a:pt x="385864" y="183159"/>
                  </a:lnTo>
                  <a:lnTo>
                    <a:pt x="382816" y="204495"/>
                  </a:lnTo>
                  <a:lnTo>
                    <a:pt x="391109" y="208572"/>
                  </a:lnTo>
                  <a:lnTo>
                    <a:pt x="402259" y="213067"/>
                  </a:lnTo>
                  <a:lnTo>
                    <a:pt x="416293" y="216712"/>
                  </a:lnTo>
                  <a:lnTo>
                    <a:pt x="433209" y="218211"/>
                  </a:lnTo>
                  <a:lnTo>
                    <a:pt x="439534" y="218046"/>
                  </a:lnTo>
                  <a:lnTo>
                    <a:pt x="475132" y="201256"/>
                  </a:lnTo>
                  <a:lnTo>
                    <a:pt x="482612" y="185254"/>
                  </a:lnTo>
                  <a:lnTo>
                    <a:pt x="483501" y="175539"/>
                  </a:lnTo>
                  <a:close/>
                </a:path>
                <a:path w="714375" h="218439">
                  <a:moveTo>
                    <a:pt x="594842" y="4572"/>
                  </a:moveTo>
                  <a:lnTo>
                    <a:pt x="591794" y="3048"/>
                  </a:lnTo>
                  <a:lnTo>
                    <a:pt x="582650" y="0"/>
                  </a:lnTo>
                  <a:lnTo>
                    <a:pt x="570458" y="0"/>
                  </a:lnTo>
                  <a:lnTo>
                    <a:pt x="551027" y="4038"/>
                  </a:lnTo>
                  <a:lnTo>
                    <a:pt x="535025" y="15100"/>
                  </a:lnTo>
                  <a:lnTo>
                    <a:pt x="524167" y="31584"/>
                  </a:lnTo>
                  <a:lnTo>
                    <a:pt x="520166" y="51904"/>
                  </a:lnTo>
                  <a:lnTo>
                    <a:pt x="520166" y="79336"/>
                  </a:lnTo>
                  <a:lnTo>
                    <a:pt x="498741" y="79336"/>
                  </a:lnTo>
                  <a:lnTo>
                    <a:pt x="498741" y="97726"/>
                  </a:lnTo>
                  <a:lnTo>
                    <a:pt x="520166" y="97726"/>
                  </a:lnTo>
                  <a:lnTo>
                    <a:pt x="520166" y="213639"/>
                  </a:lnTo>
                  <a:lnTo>
                    <a:pt x="543026" y="213639"/>
                  </a:lnTo>
                  <a:lnTo>
                    <a:pt x="543026" y="97726"/>
                  </a:lnTo>
                  <a:lnTo>
                    <a:pt x="576554" y="97726"/>
                  </a:lnTo>
                  <a:lnTo>
                    <a:pt x="576554" y="79336"/>
                  </a:lnTo>
                  <a:lnTo>
                    <a:pt x="543026" y="79336"/>
                  </a:lnTo>
                  <a:lnTo>
                    <a:pt x="543026" y="44284"/>
                  </a:lnTo>
                  <a:lnTo>
                    <a:pt x="546239" y="30835"/>
                  </a:lnTo>
                  <a:lnTo>
                    <a:pt x="553885" y="23520"/>
                  </a:lnTo>
                  <a:lnTo>
                    <a:pt x="562952" y="20497"/>
                  </a:lnTo>
                  <a:lnTo>
                    <a:pt x="570458" y="19900"/>
                  </a:lnTo>
                  <a:lnTo>
                    <a:pt x="585698" y="19900"/>
                  </a:lnTo>
                  <a:lnTo>
                    <a:pt x="594842" y="24472"/>
                  </a:lnTo>
                  <a:lnTo>
                    <a:pt x="594842" y="4572"/>
                  </a:lnTo>
                  <a:close/>
                </a:path>
                <a:path w="714375" h="218439">
                  <a:moveTo>
                    <a:pt x="713816" y="79336"/>
                  </a:moveTo>
                  <a:lnTo>
                    <a:pt x="690956" y="79336"/>
                  </a:lnTo>
                  <a:lnTo>
                    <a:pt x="690956" y="167919"/>
                  </a:lnTo>
                  <a:lnTo>
                    <a:pt x="688022" y="182803"/>
                  </a:lnTo>
                  <a:lnTo>
                    <a:pt x="680097" y="193255"/>
                  </a:lnTo>
                  <a:lnTo>
                    <a:pt x="668451" y="199428"/>
                  </a:lnTo>
                  <a:lnTo>
                    <a:pt x="654380" y="201447"/>
                  </a:lnTo>
                  <a:lnTo>
                    <a:pt x="641807" y="199834"/>
                  </a:lnTo>
                  <a:lnTo>
                    <a:pt x="634949" y="195351"/>
                  </a:lnTo>
                  <a:lnTo>
                    <a:pt x="632091" y="188595"/>
                  </a:lnTo>
                  <a:lnTo>
                    <a:pt x="631520" y="180111"/>
                  </a:lnTo>
                  <a:lnTo>
                    <a:pt x="631520" y="79336"/>
                  </a:lnTo>
                  <a:lnTo>
                    <a:pt x="607034" y="79336"/>
                  </a:lnTo>
                  <a:lnTo>
                    <a:pt x="607034" y="181635"/>
                  </a:lnTo>
                  <a:lnTo>
                    <a:pt x="608622" y="196354"/>
                  </a:lnTo>
                  <a:lnTo>
                    <a:pt x="613943" y="207924"/>
                  </a:lnTo>
                  <a:lnTo>
                    <a:pt x="623836" y="215506"/>
                  </a:lnTo>
                  <a:lnTo>
                    <a:pt x="639140" y="218211"/>
                  </a:lnTo>
                  <a:lnTo>
                    <a:pt x="652373" y="217068"/>
                  </a:lnTo>
                  <a:lnTo>
                    <a:pt x="666191" y="213639"/>
                  </a:lnTo>
                  <a:lnTo>
                    <a:pt x="679424" y="207924"/>
                  </a:lnTo>
                  <a:lnTo>
                    <a:pt x="690956" y="199923"/>
                  </a:lnTo>
                  <a:lnTo>
                    <a:pt x="690956" y="213639"/>
                  </a:lnTo>
                  <a:lnTo>
                    <a:pt x="713816" y="213639"/>
                  </a:lnTo>
                  <a:lnTo>
                    <a:pt x="713816" y="793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/>
          <p:nvPr/>
        </p:nvSpPr>
        <p:spPr>
          <a:xfrm>
            <a:off x="6300216" y="2142744"/>
            <a:ext cx="22860" cy="212090"/>
          </a:xfrm>
          <a:custGeom>
            <a:avLst/>
            <a:gdLst/>
            <a:ahLst/>
            <a:cxnLst/>
            <a:rect l="l" t="t" r="r" b="b"/>
            <a:pathLst>
              <a:path w="22860" h="212089">
                <a:moveTo>
                  <a:pt x="22860" y="211835"/>
                </a:moveTo>
                <a:lnTo>
                  <a:pt x="0" y="211835"/>
                </a:lnTo>
                <a:lnTo>
                  <a:pt x="0" y="0"/>
                </a:lnTo>
                <a:lnTo>
                  <a:pt x="22860" y="0"/>
                </a:lnTo>
                <a:lnTo>
                  <a:pt x="22860" y="2118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" name="object 40" descr=""/>
          <p:cNvGrpSpPr/>
          <p:nvPr/>
        </p:nvGrpSpPr>
        <p:grpSpPr>
          <a:xfrm>
            <a:off x="6373367" y="2142744"/>
            <a:ext cx="181610" cy="272415"/>
            <a:chOff x="6373367" y="2142744"/>
            <a:chExt cx="181610" cy="272415"/>
          </a:xfrm>
        </p:grpSpPr>
        <p:sp>
          <p:nvSpPr>
            <p:cNvPr id="41" name="object 41" descr=""/>
            <p:cNvSpPr/>
            <p:nvPr/>
          </p:nvSpPr>
          <p:spPr>
            <a:xfrm>
              <a:off x="6373367" y="2142744"/>
              <a:ext cx="22860" cy="212090"/>
            </a:xfrm>
            <a:custGeom>
              <a:avLst/>
              <a:gdLst/>
              <a:ahLst/>
              <a:cxnLst/>
              <a:rect l="l" t="t" r="r" b="b"/>
              <a:pathLst>
                <a:path w="22860" h="212089">
                  <a:moveTo>
                    <a:pt x="22860" y="211835"/>
                  </a:moveTo>
                  <a:lnTo>
                    <a:pt x="0" y="211835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18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24802" y="2218182"/>
              <a:ext cx="129635" cy="196786"/>
            </a:xfrm>
            <a:prstGeom prst="rect">
              <a:avLst/>
            </a:prstGeom>
          </p:spPr>
        </p:pic>
      </p:grpSp>
      <p:grpSp>
        <p:nvGrpSpPr>
          <p:cNvPr id="43" name="object 43" descr=""/>
          <p:cNvGrpSpPr/>
          <p:nvPr/>
        </p:nvGrpSpPr>
        <p:grpSpPr>
          <a:xfrm>
            <a:off x="6685597" y="2180081"/>
            <a:ext cx="702310" cy="177165"/>
            <a:chOff x="6685597" y="2180081"/>
            <a:chExt cx="702310" cy="177165"/>
          </a:xfrm>
        </p:grpSpPr>
        <p:pic>
          <p:nvPicPr>
            <p:cNvPr id="44" name="object 4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85597" y="2215133"/>
              <a:ext cx="190690" cy="137350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911435" y="2213609"/>
              <a:ext cx="114395" cy="14344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045642" y="2180081"/>
              <a:ext cx="341661" cy="176974"/>
            </a:xfrm>
            <a:prstGeom prst="rect">
              <a:avLst/>
            </a:prstGeom>
          </p:spPr>
        </p:pic>
      </p:grpSp>
      <p:grpSp>
        <p:nvGrpSpPr>
          <p:cNvPr id="47" name="object 47" descr=""/>
          <p:cNvGrpSpPr/>
          <p:nvPr/>
        </p:nvGrpSpPr>
        <p:grpSpPr>
          <a:xfrm>
            <a:off x="7504747" y="2143410"/>
            <a:ext cx="1212850" cy="271780"/>
            <a:chOff x="7504747" y="2143410"/>
            <a:chExt cx="1212850" cy="271780"/>
          </a:xfrm>
        </p:grpSpPr>
        <p:pic>
          <p:nvPicPr>
            <p:cNvPr id="48" name="object 4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504747" y="2213609"/>
              <a:ext cx="132683" cy="143446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72577" y="2143410"/>
              <a:ext cx="120491" cy="213645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7785448" y="2154173"/>
              <a:ext cx="73660" cy="260985"/>
            </a:xfrm>
            <a:custGeom>
              <a:avLst/>
              <a:gdLst/>
              <a:ahLst/>
              <a:cxnLst/>
              <a:rect l="l" t="t" r="r" b="b"/>
              <a:pathLst>
                <a:path w="73659" h="260985">
                  <a:moveTo>
                    <a:pt x="66751" y="241077"/>
                  </a:moveTo>
                  <a:lnTo>
                    <a:pt x="27432" y="241077"/>
                  </a:lnTo>
                  <a:lnTo>
                    <a:pt x="33575" y="240528"/>
                  </a:lnTo>
                  <a:lnTo>
                    <a:pt x="41148" y="237827"/>
                  </a:lnTo>
                  <a:lnTo>
                    <a:pt x="47577" y="231393"/>
                  </a:lnTo>
                  <a:lnTo>
                    <a:pt x="50292" y="219646"/>
                  </a:lnTo>
                  <a:lnTo>
                    <a:pt x="50292" y="64008"/>
                  </a:lnTo>
                  <a:lnTo>
                    <a:pt x="73152" y="64008"/>
                  </a:lnTo>
                  <a:lnTo>
                    <a:pt x="73152" y="216598"/>
                  </a:lnTo>
                  <a:lnTo>
                    <a:pt x="69984" y="235775"/>
                  </a:lnTo>
                  <a:lnTo>
                    <a:pt x="66751" y="241077"/>
                  </a:lnTo>
                  <a:close/>
                </a:path>
                <a:path w="73659" h="260985">
                  <a:moveTo>
                    <a:pt x="35052" y="260889"/>
                  </a:moveTo>
                  <a:lnTo>
                    <a:pt x="28289" y="260508"/>
                  </a:lnTo>
                  <a:lnTo>
                    <a:pt x="19812" y="258984"/>
                  </a:lnTo>
                  <a:lnTo>
                    <a:pt x="10191" y="255746"/>
                  </a:lnTo>
                  <a:lnTo>
                    <a:pt x="0" y="250221"/>
                  </a:lnTo>
                  <a:lnTo>
                    <a:pt x="6096" y="231933"/>
                  </a:lnTo>
                  <a:lnTo>
                    <a:pt x="12192" y="238029"/>
                  </a:lnTo>
                  <a:lnTo>
                    <a:pt x="19812" y="241077"/>
                  </a:lnTo>
                  <a:lnTo>
                    <a:pt x="66751" y="241077"/>
                  </a:lnTo>
                  <a:lnTo>
                    <a:pt x="61531" y="249638"/>
                  </a:lnTo>
                  <a:lnTo>
                    <a:pt x="49363" y="258054"/>
                  </a:lnTo>
                  <a:lnTo>
                    <a:pt x="35052" y="260889"/>
                  </a:lnTo>
                  <a:close/>
                </a:path>
                <a:path w="73659" h="260985">
                  <a:moveTo>
                    <a:pt x="73152" y="27431"/>
                  </a:moveTo>
                  <a:lnTo>
                    <a:pt x="47244" y="27431"/>
                  </a:lnTo>
                  <a:lnTo>
                    <a:pt x="47244" y="0"/>
                  </a:lnTo>
                  <a:lnTo>
                    <a:pt x="73152" y="0"/>
                  </a:lnTo>
                  <a:lnTo>
                    <a:pt x="73152" y="274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893747" y="2213609"/>
              <a:ext cx="115919" cy="143446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29479" y="2180081"/>
              <a:ext cx="224218" cy="177069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8284260" y="215408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5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40" h="198755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337613" y="2213609"/>
              <a:ext cx="379762" cy="143446"/>
            </a:xfrm>
            <a:prstGeom prst="rect">
              <a:avLst/>
            </a:prstGeom>
          </p:spPr>
        </p:pic>
      </p:grpSp>
      <p:grpSp>
        <p:nvGrpSpPr>
          <p:cNvPr id="55" name="object 55" descr=""/>
          <p:cNvGrpSpPr/>
          <p:nvPr/>
        </p:nvGrpSpPr>
        <p:grpSpPr>
          <a:xfrm>
            <a:off x="8833389" y="2138933"/>
            <a:ext cx="325120" cy="218440"/>
            <a:chOff x="8833389" y="2138933"/>
            <a:chExt cx="325120" cy="218440"/>
          </a:xfrm>
        </p:grpSpPr>
        <p:pic>
          <p:nvPicPr>
            <p:cNvPr id="56" name="object 5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833389" y="2138933"/>
              <a:ext cx="225743" cy="218027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085040" y="2215133"/>
              <a:ext cx="73247" cy="137350"/>
            </a:xfrm>
            <a:prstGeom prst="rect">
              <a:avLst/>
            </a:prstGeom>
          </p:spPr>
        </p:pic>
      </p:grpSp>
      <p:grpSp>
        <p:nvGrpSpPr>
          <p:cNvPr id="58" name="object 58" descr=""/>
          <p:cNvGrpSpPr/>
          <p:nvPr/>
        </p:nvGrpSpPr>
        <p:grpSpPr>
          <a:xfrm>
            <a:off x="1417034" y="2515742"/>
            <a:ext cx="1275715" cy="217170"/>
            <a:chOff x="1417034" y="2515742"/>
            <a:chExt cx="1275715" cy="217170"/>
          </a:xfrm>
        </p:grpSpPr>
        <p:pic>
          <p:nvPicPr>
            <p:cNvPr id="59" name="object 5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7034" y="2595086"/>
              <a:ext cx="106775" cy="137350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55908" y="2588990"/>
              <a:ext cx="233362" cy="143446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1822894" y="2592044"/>
              <a:ext cx="163195" cy="137795"/>
            </a:xfrm>
            <a:custGeom>
              <a:avLst/>
              <a:gdLst/>
              <a:ahLst/>
              <a:cxnLst/>
              <a:rect l="l" t="t" r="r" b="b"/>
              <a:pathLst>
                <a:path w="163194" h="137794">
                  <a:moveTo>
                    <a:pt x="74676" y="0"/>
                  </a:moveTo>
                  <a:lnTo>
                    <a:pt x="56045" y="2374"/>
                  </a:lnTo>
                  <a:lnTo>
                    <a:pt x="41148" y="8763"/>
                  </a:lnTo>
                  <a:lnTo>
                    <a:pt x="29667" y="17995"/>
                  </a:lnTo>
                  <a:lnTo>
                    <a:pt x="21336" y="28956"/>
                  </a:lnTo>
                  <a:lnTo>
                    <a:pt x="21336" y="1524"/>
                  </a:lnTo>
                  <a:lnTo>
                    <a:pt x="0" y="1524"/>
                  </a:lnTo>
                  <a:lnTo>
                    <a:pt x="0" y="137350"/>
                  </a:lnTo>
                  <a:lnTo>
                    <a:pt x="22860" y="137350"/>
                  </a:lnTo>
                  <a:lnTo>
                    <a:pt x="22860" y="71716"/>
                  </a:lnTo>
                  <a:lnTo>
                    <a:pt x="26670" y="51396"/>
                  </a:lnTo>
                  <a:lnTo>
                    <a:pt x="37338" y="34912"/>
                  </a:lnTo>
                  <a:lnTo>
                    <a:pt x="53721" y="23850"/>
                  </a:lnTo>
                  <a:lnTo>
                    <a:pt x="74676" y="19812"/>
                  </a:lnTo>
                  <a:lnTo>
                    <a:pt x="74676" y="0"/>
                  </a:lnTo>
                  <a:close/>
                </a:path>
                <a:path w="163194" h="137794">
                  <a:moveTo>
                    <a:pt x="162864" y="61239"/>
                  </a:moveTo>
                  <a:lnTo>
                    <a:pt x="82105" y="61239"/>
                  </a:lnTo>
                  <a:lnTo>
                    <a:pt x="82105" y="79540"/>
                  </a:lnTo>
                  <a:lnTo>
                    <a:pt x="162864" y="79540"/>
                  </a:lnTo>
                  <a:lnTo>
                    <a:pt x="162864" y="612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010441" y="2515742"/>
              <a:ext cx="183070" cy="213645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2220938" y="2530982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280380" y="2588990"/>
              <a:ext cx="114395" cy="143446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428398" y="2592038"/>
              <a:ext cx="108299" cy="137350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571750" y="2518790"/>
              <a:ext cx="120491" cy="213645"/>
            </a:xfrm>
            <a:prstGeom prst="rect">
              <a:avLst/>
            </a:prstGeom>
          </p:spPr>
        </p:pic>
      </p:grpSp>
      <p:grpSp>
        <p:nvGrpSpPr>
          <p:cNvPr id="67" name="object 67" descr=""/>
          <p:cNvGrpSpPr/>
          <p:nvPr/>
        </p:nvGrpSpPr>
        <p:grpSpPr>
          <a:xfrm>
            <a:off x="2741675" y="2519172"/>
            <a:ext cx="182880" cy="273050"/>
            <a:chOff x="2741675" y="2519172"/>
            <a:chExt cx="182880" cy="273050"/>
          </a:xfrm>
        </p:grpSpPr>
        <p:sp>
          <p:nvSpPr>
            <p:cNvPr id="68" name="object 68" descr=""/>
            <p:cNvSpPr/>
            <p:nvPr/>
          </p:nvSpPr>
          <p:spPr>
            <a:xfrm>
              <a:off x="2741675" y="251917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792920" y="2595086"/>
              <a:ext cx="131159" cy="196881"/>
            </a:xfrm>
            <a:prstGeom prst="rect">
              <a:avLst/>
            </a:prstGeom>
          </p:spPr>
        </p:pic>
      </p:grpSp>
      <p:grpSp>
        <p:nvGrpSpPr>
          <p:cNvPr id="70" name="object 70" descr=""/>
          <p:cNvGrpSpPr/>
          <p:nvPr/>
        </p:nvGrpSpPr>
        <p:grpSpPr>
          <a:xfrm>
            <a:off x="3039999" y="2556986"/>
            <a:ext cx="502284" cy="175895"/>
            <a:chOff x="3039999" y="2556986"/>
            <a:chExt cx="502284" cy="175895"/>
          </a:xfrm>
        </p:grpSpPr>
        <p:pic>
          <p:nvPicPr>
            <p:cNvPr id="71" name="object 71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039999" y="2588990"/>
              <a:ext cx="114395" cy="143446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180397" y="2588990"/>
              <a:ext cx="106775" cy="143446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314604" y="2556986"/>
              <a:ext cx="94583" cy="175450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435096" y="2588990"/>
              <a:ext cx="106775" cy="143446"/>
            </a:xfrm>
            <a:prstGeom prst="rect">
              <a:avLst/>
            </a:prstGeom>
          </p:spPr>
        </p:pic>
      </p:grpSp>
      <p:grpSp>
        <p:nvGrpSpPr>
          <p:cNvPr id="75" name="object 75" descr=""/>
          <p:cNvGrpSpPr/>
          <p:nvPr/>
        </p:nvGrpSpPr>
        <p:grpSpPr>
          <a:xfrm>
            <a:off x="3587496" y="2519172"/>
            <a:ext cx="346710" cy="273050"/>
            <a:chOff x="3587496" y="2519172"/>
            <a:chExt cx="346710" cy="273050"/>
          </a:xfrm>
        </p:grpSpPr>
        <p:sp>
          <p:nvSpPr>
            <p:cNvPr id="76" name="object 76" descr=""/>
            <p:cNvSpPr/>
            <p:nvPr/>
          </p:nvSpPr>
          <p:spPr>
            <a:xfrm>
              <a:off x="3587496" y="251917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19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644074" y="2588990"/>
              <a:ext cx="289845" cy="202977"/>
            </a:xfrm>
            <a:prstGeom prst="rect">
              <a:avLst/>
            </a:prstGeom>
          </p:spPr>
        </p:pic>
      </p:grpSp>
      <p:grpSp>
        <p:nvGrpSpPr>
          <p:cNvPr id="78" name="object 78" descr=""/>
          <p:cNvGrpSpPr/>
          <p:nvPr/>
        </p:nvGrpSpPr>
        <p:grpSpPr>
          <a:xfrm>
            <a:off x="4048315" y="2518790"/>
            <a:ext cx="369570" cy="213995"/>
            <a:chOff x="4048315" y="2518790"/>
            <a:chExt cx="369570" cy="213995"/>
          </a:xfrm>
        </p:grpSpPr>
        <p:pic>
          <p:nvPicPr>
            <p:cNvPr id="79" name="object 7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048315" y="2588990"/>
              <a:ext cx="132683" cy="143446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207001" y="2518790"/>
              <a:ext cx="210407" cy="213645"/>
            </a:xfrm>
            <a:prstGeom prst="rect">
              <a:avLst/>
            </a:prstGeom>
          </p:spPr>
        </p:pic>
      </p:grpSp>
      <p:grpSp>
        <p:nvGrpSpPr>
          <p:cNvPr id="81" name="object 81" descr=""/>
          <p:cNvGrpSpPr/>
          <p:nvPr/>
        </p:nvGrpSpPr>
        <p:grpSpPr>
          <a:xfrm>
            <a:off x="4452556" y="2588990"/>
            <a:ext cx="222885" cy="143510"/>
            <a:chOff x="4452556" y="2588990"/>
            <a:chExt cx="222885" cy="143510"/>
          </a:xfrm>
        </p:grpSpPr>
        <p:pic>
          <p:nvPicPr>
            <p:cNvPr id="82" name="object 82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600574" y="2592038"/>
              <a:ext cx="74675" cy="137350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452556" y="2588990"/>
              <a:ext cx="114395" cy="143446"/>
            </a:xfrm>
            <a:prstGeom prst="rect">
              <a:avLst/>
            </a:prstGeom>
          </p:spPr>
        </p:pic>
      </p:grpSp>
      <p:grpSp>
        <p:nvGrpSpPr>
          <p:cNvPr id="84" name="object 84" descr=""/>
          <p:cNvGrpSpPr/>
          <p:nvPr/>
        </p:nvGrpSpPr>
        <p:grpSpPr>
          <a:xfrm>
            <a:off x="4804885" y="2588990"/>
            <a:ext cx="339090" cy="143510"/>
            <a:chOff x="4804885" y="2588990"/>
            <a:chExt cx="339090" cy="143510"/>
          </a:xfrm>
        </p:grpSpPr>
        <p:pic>
          <p:nvPicPr>
            <p:cNvPr id="85" name="object 8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804885" y="2592038"/>
              <a:ext cx="190690" cy="137350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036724" y="2588990"/>
              <a:ext cx="106775" cy="143446"/>
            </a:xfrm>
            <a:prstGeom prst="rect">
              <a:avLst/>
            </a:prstGeom>
          </p:spPr>
        </p:pic>
      </p:grpSp>
      <p:grpSp>
        <p:nvGrpSpPr>
          <p:cNvPr id="87" name="object 87" descr=""/>
          <p:cNvGrpSpPr/>
          <p:nvPr/>
        </p:nvGrpSpPr>
        <p:grpSpPr>
          <a:xfrm>
            <a:off x="5190839" y="2556986"/>
            <a:ext cx="1193165" cy="235585"/>
            <a:chOff x="5190839" y="2556986"/>
            <a:chExt cx="1193165" cy="235585"/>
          </a:xfrm>
        </p:grpSpPr>
        <p:pic>
          <p:nvPicPr>
            <p:cNvPr id="88" name="object 88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338762" y="2588990"/>
              <a:ext cx="106775" cy="143446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190839" y="2592038"/>
              <a:ext cx="106775" cy="137350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476017" y="2588990"/>
              <a:ext cx="268509" cy="202977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778055" y="2592038"/>
              <a:ext cx="190690" cy="137350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003798" y="2588990"/>
              <a:ext cx="114395" cy="143446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151816" y="2592038"/>
              <a:ext cx="106775" cy="137350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289072" y="2556986"/>
              <a:ext cx="94583" cy="175450"/>
            </a:xfrm>
            <a:prstGeom prst="rect">
              <a:avLst/>
            </a:prstGeom>
          </p:spPr>
        </p:pic>
      </p:grpSp>
      <p:pic>
        <p:nvPicPr>
          <p:cNvPr id="95" name="object 95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029652" y="2990373"/>
            <a:ext cx="186023" cy="175450"/>
          </a:xfrm>
          <a:prstGeom prst="rect">
            <a:avLst/>
          </a:prstGeom>
        </p:spPr>
      </p:pic>
      <p:pic>
        <p:nvPicPr>
          <p:cNvPr id="96" name="object 96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421606" y="2978086"/>
            <a:ext cx="479012" cy="271653"/>
          </a:xfrm>
          <a:prstGeom prst="rect">
            <a:avLst/>
          </a:prstGeom>
        </p:spPr>
      </p:pic>
      <p:grpSp>
        <p:nvGrpSpPr>
          <p:cNvPr id="97" name="object 97" descr=""/>
          <p:cNvGrpSpPr/>
          <p:nvPr/>
        </p:nvGrpSpPr>
        <p:grpSpPr>
          <a:xfrm>
            <a:off x="1984533" y="2978086"/>
            <a:ext cx="1331595" cy="213995"/>
            <a:chOff x="1984533" y="2978086"/>
            <a:chExt cx="1331595" cy="213995"/>
          </a:xfrm>
        </p:grpSpPr>
        <p:pic>
          <p:nvPicPr>
            <p:cNvPr id="98" name="object 98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984533" y="2978086"/>
              <a:ext cx="184499" cy="210597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2201037" y="2978086"/>
              <a:ext cx="524510" cy="213995"/>
            </a:xfrm>
            <a:custGeom>
              <a:avLst/>
              <a:gdLst/>
              <a:ahLst/>
              <a:cxnLst/>
              <a:rect l="l" t="t" r="r" b="b"/>
              <a:pathLst>
                <a:path w="524510" h="213994">
                  <a:moveTo>
                    <a:pt x="93052" y="74866"/>
                  </a:moveTo>
                  <a:lnTo>
                    <a:pt x="50292" y="74866"/>
                  </a:lnTo>
                  <a:lnTo>
                    <a:pt x="58000" y="36677"/>
                  </a:lnTo>
                  <a:lnTo>
                    <a:pt x="38100" y="36677"/>
                  </a:lnTo>
                  <a:lnTo>
                    <a:pt x="28956" y="74866"/>
                  </a:lnTo>
                  <a:lnTo>
                    <a:pt x="3048" y="74866"/>
                  </a:lnTo>
                  <a:lnTo>
                    <a:pt x="0" y="93154"/>
                  </a:lnTo>
                  <a:lnTo>
                    <a:pt x="24384" y="93154"/>
                  </a:lnTo>
                  <a:lnTo>
                    <a:pt x="7620" y="174028"/>
                  </a:lnTo>
                  <a:lnTo>
                    <a:pt x="6159" y="187934"/>
                  </a:lnTo>
                  <a:lnTo>
                    <a:pt x="7429" y="200698"/>
                  </a:lnTo>
                  <a:lnTo>
                    <a:pt x="12966" y="210032"/>
                  </a:lnTo>
                  <a:lnTo>
                    <a:pt x="24384" y="213652"/>
                  </a:lnTo>
                  <a:lnTo>
                    <a:pt x="39484" y="212394"/>
                  </a:lnTo>
                  <a:lnTo>
                    <a:pt x="52616" y="209270"/>
                  </a:lnTo>
                  <a:lnTo>
                    <a:pt x="63461" y="205295"/>
                  </a:lnTo>
                  <a:lnTo>
                    <a:pt x="71716" y="201460"/>
                  </a:lnTo>
                  <a:lnTo>
                    <a:pt x="70192" y="184696"/>
                  </a:lnTo>
                  <a:lnTo>
                    <a:pt x="63080" y="188696"/>
                  </a:lnTo>
                  <a:lnTo>
                    <a:pt x="55664" y="191554"/>
                  </a:lnTo>
                  <a:lnTo>
                    <a:pt x="48247" y="193268"/>
                  </a:lnTo>
                  <a:lnTo>
                    <a:pt x="41148" y="193840"/>
                  </a:lnTo>
                  <a:lnTo>
                    <a:pt x="33909" y="192176"/>
                  </a:lnTo>
                  <a:lnTo>
                    <a:pt x="30099" y="187363"/>
                  </a:lnTo>
                  <a:lnTo>
                    <a:pt x="29146" y="179692"/>
                  </a:lnTo>
                  <a:lnTo>
                    <a:pt x="30480" y="169456"/>
                  </a:lnTo>
                  <a:lnTo>
                    <a:pt x="47244" y="93154"/>
                  </a:lnTo>
                  <a:lnTo>
                    <a:pt x="90004" y="93154"/>
                  </a:lnTo>
                  <a:lnTo>
                    <a:pt x="93052" y="74866"/>
                  </a:lnTo>
                  <a:close/>
                </a:path>
                <a:path w="524510" h="213994">
                  <a:moveTo>
                    <a:pt x="202971" y="76390"/>
                  </a:moveTo>
                  <a:lnTo>
                    <a:pt x="160197" y="76390"/>
                  </a:lnTo>
                  <a:lnTo>
                    <a:pt x="167817" y="36677"/>
                  </a:lnTo>
                  <a:lnTo>
                    <a:pt x="146481" y="36677"/>
                  </a:lnTo>
                  <a:lnTo>
                    <a:pt x="138861" y="76390"/>
                  </a:lnTo>
                  <a:lnTo>
                    <a:pt x="112953" y="76390"/>
                  </a:lnTo>
                  <a:lnTo>
                    <a:pt x="108381" y="93154"/>
                  </a:lnTo>
                  <a:lnTo>
                    <a:pt x="134289" y="93154"/>
                  </a:lnTo>
                  <a:lnTo>
                    <a:pt x="117525" y="174028"/>
                  </a:lnTo>
                  <a:lnTo>
                    <a:pt x="115227" y="187947"/>
                  </a:lnTo>
                  <a:lnTo>
                    <a:pt x="116192" y="200748"/>
                  </a:lnTo>
                  <a:lnTo>
                    <a:pt x="122034" y="210108"/>
                  </a:lnTo>
                  <a:lnTo>
                    <a:pt x="134289" y="213741"/>
                  </a:lnTo>
                  <a:lnTo>
                    <a:pt x="149364" y="212483"/>
                  </a:lnTo>
                  <a:lnTo>
                    <a:pt x="162293" y="209359"/>
                  </a:lnTo>
                  <a:lnTo>
                    <a:pt x="172656" y="205346"/>
                  </a:lnTo>
                  <a:lnTo>
                    <a:pt x="180009" y="201460"/>
                  </a:lnTo>
                  <a:lnTo>
                    <a:pt x="180009" y="184696"/>
                  </a:lnTo>
                  <a:lnTo>
                    <a:pt x="172897" y="188696"/>
                  </a:lnTo>
                  <a:lnTo>
                    <a:pt x="165341" y="191554"/>
                  </a:lnTo>
                  <a:lnTo>
                    <a:pt x="157518" y="193268"/>
                  </a:lnTo>
                  <a:lnTo>
                    <a:pt x="149529" y="193840"/>
                  </a:lnTo>
                  <a:lnTo>
                    <a:pt x="143179" y="192176"/>
                  </a:lnTo>
                  <a:lnTo>
                    <a:pt x="139814" y="187363"/>
                  </a:lnTo>
                  <a:lnTo>
                    <a:pt x="139039" y="179692"/>
                  </a:lnTo>
                  <a:lnTo>
                    <a:pt x="140385" y="169456"/>
                  </a:lnTo>
                  <a:lnTo>
                    <a:pt x="155625" y="93154"/>
                  </a:lnTo>
                  <a:lnTo>
                    <a:pt x="198399" y="93154"/>
                  </a:lnTo>
                  <a:lnTo>
                    <a:pt x="202971" y="76390"/>
                  </a:lnTo>
                  <a:close/>
                </a:path>
                <a:path w="524510" h="213994">
                  <a:moveTo>
                    <a:pt x="315849" y="71729"/>
                  </a:moveTo>
                  <a:lnTo>
                    <a:pt x="296646" y="74968"/>
                  </a:lnTo>
                  <a:lnTo>
                    <a:pt x="280327" y="81635"/>
                  </a:lnTo>
                  <a:lnTo>
                    <a:pt x="266890" y="90589"/>
                  </a:lnTo>
                  <a:lnTo>
                    <a:pt x="256311" y="100685"/>
                  </a:lnTo>
                  <a:lnTo>
                    <a:pt x="262407" y="73253"/>
                  </a:lnTo>
                  <a:lnTo>
                    <a:pt x="241071" y="73253"/>
                  </a:lnTo>
                  <a:lnTo>
                    <a:pt x="212115" y="210604"/>
                  </a:lnTo>
                  <a:lnTo>
                    <a:pt x="234975" y="210604"/>
                  </a:lnTo>
                  <a:lnTo>
                    <a:pt x="248691" y="144970"/>
                  </a:lnTo>
                  <a:lnTo>
                    <a:pt x="256959" y="124002"/>
                  </a:lnTo>
                  <a:lnTo>
                    <a:pt x="271360" y="107594"/>
                  </a:lnTo>
                  <a:lnTo>
                    <a:pt x="290055" y="96888"/>
                  </a:lnTo>
                  <a:lnTo>
                    <a:pt x="311175" y="93065"/>
                  </a:lnTo>
                  <a:lnTo>
                    <a:pt x="315849" y="71729"/>
                  </a:lnTo>
                  <a:close/>
                </a:path>
                <a:path w="524510" h="213994">
                  <a:moveTo>
                    <a:pt x="366229" y="76301"/>
                  </a:moveTo>
                  <a:lnTo>
                    <a:pt x="343281" y="76301"/>
                  </a:lnTo>
                  <a:lnTo>
                    <a:pt x="315849" y="210604"/>
                  </a:lnTo>
                  <a:lnTo>
                    <a:pt x="338709" y="210604"/>
                  </a:lnTo>
                  <a:lnTo>
                    <a:pt x="366229" y="76301"/>
                  </a:lnTo>
                  <a:close/>
                </a:path>
                <a:path w="524510" h="213994">
                  <a:moveTo>
                    <a:pt x="382993" y="12192"/>
                  </a:moveTo>
                  <a:lnTo>
                    <a:pt x="355473" y="12192"/>
                  </a:lnTo>
                  <a:lnTo>
                    <a:pt x="349377" y="39624"/>
                  </a:lnTo>
                  <a:lnTo>
                    <a:pt x="376897" y="39624"/>
                  </a:lnTo>
                  <a:lnTo>
                    <a:pt x="382993" y="12192"/>
                  </a:lnTo>
                  <a:close/>
                </a:path>
                <a:path w="524510" h="213994">
                  <a:moveTo>
                    <a:pt x="524408" y="115531"/>
                  </a:moveTo>
                  <a:lnTo>
                    <a:pt x="519239" y="93116"/>
                  </a:lnTo>
                  <a:lnTo>
                    <a:pt x="506907" y="77558"/>
                  </a:lnTo>
                  <a:lnTo>
                    <a:pt x="500507" y="75577"/>
                  </a:lnTo>
                  <a:lnTo>
                    <a:pt x="500507" y="117741"/>
                  </a:lnTo>
                  <a:lnTo>
                    <a:pt x="498817" y="141922"/>
                  </a:lnTo>
                  <a:lnTo>
                    <a:pt x="489597" y="166992"/>
                  </a:lnTo>
                  <a:lnTo>
                    <a:pt x="475386" y="183502"/>
                  </a:lnTo>
                  <a:lnTo>
                    <a:pt x="459168" y="192582"/>
                  </a:lnTo>
                  <a:lnTo>
                    <a:pt x="443953" y="195364"/>
                  </a:lnTo>
                  <a:lnTo>
                    <a:pt x="435406" y="194195"/>
                  </a:lnTo>
                  <a:lnTo>
                    <a:pt x="428129" y="190588"/>
                  </a:lnTo>
                  <a:lnTo>
                    <a:pt x="422262" y="184391"/>
                  </a:lnTo>
                  <a:lnTo>
                    <a:pt x="417957" y="175450"/>
                  </a:lnTo>
                  <a:lnTo>
                    <a:pt x="433285" y="108394"/>
                  </a:lnTo>
                  <a:lnTo>
                    <a:pt x="439216" y="102273"/>
                  </a:lnTo>
                  <a:lnTo>
                    <a:pt x="447573" y="96316"/>
                  </a:lnTo>
                  <a:lnTo>
                    <a:pt x="457936" y="91808"/>
                  </a:lnTo>
                  <a:lnTo>
                    <a:pt x="469861" y="90017"/>
                  </a:lnTo>
                  <a:lnTo>
                    <a:pt x="482739" y="92773"/>
                  </a:lnTo>
                  <a:lnTo>
                    <a:pt x="494055" y="101688"/>
                  </a:lnTo>
                  <a:lnTo>
                    <a:pt x="500507" y="117741"/>
                  </a:lnTo>
                  <a:lnTo>
                    <a:pt x="500507" y="75577"/>
                  </a:lnTo>
                  <a:lnTo>
                    <a:pt x="488149" y="71729"/>
                  </a:lnTo>
                  <a:lnTo>
                    <a:pt x="477913" y="72440"/>
                  </a:lnTo>
                  <a:lnTo>
                    <a:pt x="465670" y="75158"/>
                  </a:lnTo>
                  <a:lnTo>
                    <a:pt x="451713" y="80733"/>
                  </a:lnTo>
                  <a:lnTo>
                    <a:pt x="436333" y="90017"/>
                  </a:lnTo>
                  <a:lnTo>
                    <a:pt x="454621" y="0"/>
                  </a:lnTo>
                  <a:lnTo>
                    <a:pt x="433285" y="0"/>
                  </a:lnTo>
                  <a:lnTo>
                    <a:pt x="387477" y="210604"/>
                  </a:lnTo>
                  <a:lnTo>
                    <a:pt x="411861" y="210604"/>
                  </a:lnTo>
                  <a:lnTo>
                    <a:pt x="414909" y="196888"/>
                  </a:lnTo>
                  <a:lnTo>
                    <a:pt x="419773" y="202082"/>
                  </a:lnTo>
                  <a:lnTo>
                    <a:pt x="427520" y="207556"/>
                  </a:lnTo>
                  <a:lnTo>
                    <a:pt x="438124" y="211886"/>
                  </a:lnTo>
                  <a:lnTo>
                    <a:pt x="451573" y="213652"/>
                  </a:lnTo>
                  <a:lnTo>
                    <a:pt x="474319" y="208241"/>
                  </a:lnTo>
                  <a:lnTo>
                    <a:pt x="511797" y="170535"/>
                  </a:lnTo>
                  <a:lnTo>
                    <a:pt x="521677" y="141922"/>
                  </a:lnTo>
                  <a:lnTo>
                    <a:pt x="524408" y="1155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750224" y="3054381"/>
              <a:ext cx="129659" cy="137350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907315" y="3014757"/>
              <a:ext cx="344709" cy="176974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3290214" y="3054387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19">
                  <a:moveTo>
                    <a:pt x="25908" y="108305"/>
                  </a:moveTo>
                  <a:lnTo>
                    <a:pt x="0" y="108305"/>
                  </a:lnTo>
                  <a:lnTo>
                    <a:pt x="0" y="134213"/>
                  </a:lnTo>
                  <a:lnTo>
                    <a:pt x="25908" y="134213"/>
                  </a:lnTo>
                  <a:lnTo>
                    <a:pt x="25908" y="108305"/>
                  </a:lnTo>
                  <a:close/>
                </a:path>
                <a:path w="26035" h="134619">
                  <a:moveTo>
                    <a:pt x="25908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25908" y="24384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" name="object 103" descr=""/>
          <p:cNvGrpSpPr/>
          <p:nvPr/>
        </p:nvGrpSpPr>
        <p:grpSpPr>
          <a:xfrm>
            <a:off x="3508343" y="2978086"/>
            <a:ext cx="847090" cy="213995"/>
            <a:chOff x="3508343" y="2978086"/>
            <a:chExt cx="847090" cy="213995"/>
          </a:xfrm>
        </p:grpSpPr>
        <p:pic>
          <p:nvPicPr>
            <p:cNvPr id="104" name="object 104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3508343" y="2978086"/>
              <a:ext cx="308133" cy="213645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851528" y="2978086"/>
              <a:ext cx="120491" cy="213645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007072" y="3054381"/>
              <a:ext cx="106775" cy="137350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147470" y="3014757"/>
              <a:ext cx="207454" cy="176974"/>
            </a:xfrm>
            <a:prstGeom prst="rect">
              <a:avLst/>
            </a:prstGeom>
          </p:spPr>
        </p:pic>
      </p:grpSp>
      <p:grpSp>
        <p:nvGrpSpPr>
          <p:cNvPr id="108" name="object 108" descr=""/>
          <p:cNvGrpSpPr/>
          <p:nvPr/>
        </p:nvGrpSpPr>
        <p:grpSpPr>
          <a:xfrm>
            <a:off x="4469320" y="3048285"/>
            <a:ext cx="259715" cy="143510"/>
            <a:chOff x="4469320" y="3048285"/>
            <a:chExt cx="259715" cy="143510"/>
          </a:xfrm>
        </p:grpSpPr>
        <p:pic>
          <p:nvPicPr>
            <p:cNvPr id="109" name="object 109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469320" y="3054381"/>
              <a:ext cx="129635" cy="134207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620291" y="3048285"/>
              <a:ext cx="108299" cy="143446"/>
            </a:xfrm>
            <a:prstGeom prst="rect">
              <a:avLst/>
            </a:prstGeom>
          </p:spPr>
        </p:pic>
      </p:grpSp>
      <p:sp>
        <p:nvSpPr>
          <p:cNvPr id="111" name="object 111" descr=""/>
          <p:cNvSpPr/>
          <p:nvPr/>
        </p:nvSpPr>
        <p:spPr>
          <a:xfrm>
            <a:off x="4774691" y="2977896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19">
                <a:moveTo>
                  <a:pt x="228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59" y="0"/>
                </a:lnTo>
                <a:lnTo>
                  <a:pt x="22859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2" name="object 112" descr=""/>
          <p:cNvGrpSpPr/>
          <p:nvPr/>
        </p:nvGrpSpPr>
        <p:grpSpPr>
          <a:xfrm>
            <a:off x="4844605" y="2978086"/>
            <a:ext cx="814705" cy="213995"/>
            <a:chOff x="4844605" y="2978086"/>
            <a:chExt cx="814705" cy="213995"/>
          </a:xfrm>
        </p:grpSpPr>
        <p:sp>
          <p:nvSpPr>
            <p:cNvPr id="113" name="object 113" descr=""/>
            <p:cNvSpPr/>
            <p:nvPr/>
          </p:nvSpPr>
          <p:spPr>
            <a:xfrm>
              <a:off x="4844593" y="2990278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5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5">
                  <a:moveTo>
                    <a:pt x="25908" y="0"/>
                  </a:moveTo>
                  <a:lnTo>
                    <a:pt x="0" y="0"/>
                  </a:lnTo>
                  <a:lnTo>
                    <a:pt x="0" y="26009"/>
                  </a:lnTo>
                  <a:lnTo>
                    <a:pt x="25908" y="2600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904041" y="2978086"/>
              <a:ext cx="120491" cy="213645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065680" y="3048285"/>
              <a:ext cx="108299" cy="143446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201507" y="3014757"/>
              <a:ext cx="94583" cy="176974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5326570" y="2990278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5">
                  <a:moveTo>
                    <a:pt x="24384" y="64109"/>
                  </a:moveTo>
                  <a:lnTo>
                    <a:pt x="3048" y="64109"/>
                  </a:lnTo>
                  <a:lnTo>
                    <a:pt x="3048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5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386006" y="3048285"/>
              <a:ext cx="132778" cy="143446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552313" y="3049809"/>
              <a:ext cx="106775" cy="138874"/>
            </a:xfrm>
            <a:prstGeom prst="rect">
              <a:avLst/>
            </a:prstGeom>
          </p:spPr>
        </p:pic>
      </p:grpSp>
      <p:sp>
        <p:nvSpPr>
          <p:cNvPr id="120" name="object 120" descr=""/>
          <p:cNvSpPr/>
          <p:nvPr/>
        </p:nvSpPr>
        <p:spPr>
          <a:xfrm>
            <a:off x="5714047" y="3162776"/>
            <a:ext cx="24765" cy="62865"/>
          </a:xfrm>
          <a:custGeom>
            <a:avLst/>
            <a:gdLst/>
            <a:ahLst/>
            <a:cxnLst/>
            <a:rect l="l" t="t" r="r" b="b"/>
            <a:pathLst>
              <a:path w="24764" h="62864">
                <a:moveTo>
                  <a:pt x="12192" y="62579"/>
                </a:moveTo>
                <a:lnTo>
                  <a:pt x="0" y="62579"/>
                </a:lnTo>
                <a:lnTo>
                  <a:pt x="7620" y="25908"/>
                </a:lnTo>
                <a:lnTo>
                  <a:pt x="0" y="25908"/>
                </a:lnTo>
                <a:lnTo>
                  <a:pt x="0" y="0"/>
                </a:lnTo>
                <a:lnTo>
                  <a:pt x="24384" y="0"/>
                </a:lnTo>
                <a:lnTo>
                  <a:pt x="24384" y="24384"/>
                </a:lnTo>
                <a:lnTo>
                  <a:pt x="12192" y="625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1" name="object 121" descr=""/>
          <p:cNvGrpSpPr/>
          <p:nvPr/>
        </p:nvGrpSpPr>
        <p:grpSpPr>
          <a:xfrm>
            <a:off x="5884830" y="2990373"/>
            <a:ext cx="814705" cy="201930"/>
            <a:chOff x="5884830" y="2990373"/>
            <a:chExt cx="814705" cy="201930"/>
          </a:xfrm>
        </p:grpSpPr>
        <p:pic>
          <p:nvPicPr>
            <p:cNvPr id="122" name="object 122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884830" y="3048285"/>
              <a:ext cx="108299" cy="143446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6025133" y="3048285"/>
              <a:ext cx="114395" cy="143446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159436" y="3048285"/>
              <a:ext cx="114395" cy="143446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293643" y="3048285"/>
              <a:ext cx="349281" cy="143446"/>
            </a:xfrm>
            <a:prstGeom prst="rect">
              <a:avLst/>
            </a:prstGeom>
          </p:spPr>
        </p:pic>
        <p:sp>
          <p:nvSpPr>
            <p:cNvPr id="126" name="object 126" descr=""/>
            <p:cNvSpPr/>
            <p:nvPr/>
          </p:nvSpPr>
          <p:spPr>
            <a:xfrm>
              <a:off x="6671881" y="2990379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5">
                  <a:moveTo>
                    <a:pt x="24472" y="64008"/>
                  </a:moveTo>
                  <a:lnTo>
                    <a:pt x="1524" y="64008"/>
                  </a:lnTo>
                  <a:lnTo>
                    <a:pt x="1524" y="198310"/>
                  </a:lnTo>
                  <a:lnTo>
                    <a:pt x="24472" y="198310"/>
                  </a:lnTo>
                  <a:lnTo>
                    <a:pt x="24472" y="64008"/>
                  </a:lnTo>
                  <a:close/>
                </a:path>
                <a:path w="27940" h="198755">
                  <a:moveTo>
                    <a:pt x="2752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520" y="25908"/>
                  </a:lnTo>
                  <a:lnTo>
                    <a:pt x="27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" name="object 127" descr=""/>
          <p:cNvGrpSpPr/>
          <p:nvPr/>
        </p:nvGrpSpPr>
        <p:grpSpPr>
          <a:xfrm>
            <a:off x="6746653" y="2977896"/>
            <a:ext cx="328295" cy="213995"/>
            <a:chOff x="6746653" y="2977896"/>
            <a:chExt cx="328295" cy="213995"/>
          </a:xfrm>
        </p:grpSpPr>
        <p:pic>
          <p:nvPicPr>
            <p:cNvPr id="128" name="object 128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6746653" y="2978086"/>
              <a:ext cx="120491" cy="213645"/>
            </a:xfrm>
            <a:prstGeom prst="rect">
              <a:avLst/>
            </a:prstGeom>
          </p:spPr>
        </p:pic>
        <p:sp>
          <p:nvSpPr>
            <p:cNvPr id="129" name="object 129" descr=""/>
            <p:cNvSpPr/>
            <p:nvPr/>
          </p:nvSpPr>
          <p:spPr>
            <a:xfrm>
              <a:off x="6902196" y="2977896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59" h="210819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960203" y="3048285"/>
              <a:ext cx="114395" cy="143446"/>
            </a:xfrm>
            <a:prstGeom prst="rect">
              <a:avLst/>
            </a:prstGeom>
          </p:spPr>
        </p:pic>
      </p:grpSp>
      <p:grpSp>
        <p:nvGrpSpPr>
          <p:cNvPr id="131" name="object 131" descr=""/>
          <p:cNvGrpSpPr/>
          <p:nvPr/>
        </p:nvGrpSpPr>
        <p:grpSpPr>
          <a:xfrm>
            <a:off x="7195089" y="2978086"/>
            <a:ext cx="750570" cy="273685"/>
            <a:chOff x="7195089" y="2978086"/>
            <a:chExt cx="750570" cy="273685"/>
          </a:xfrm>
        </p:grpSpPr>
        <p:pic>
          <p:nvPicPr>
            <p:cNvPr id="132" name="object 132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7195089" y="2978086"/>
              <a:ext cx="120491" cy="213645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350728" y="3048190"/>
              <a:ext cx="233362" cy="143541"/>
            </a:xfrm>
            <a:prstGeom prst="rect">
              <a:avLst/>
            </a:prstGeom>
          </p:spPr>
        </p:pic>
        <p:sp>
          <p:nvSpPr>
            <p:cNvPr id="134" name="object 134" descr=""/>
            <p:cNvSpPr/>
            <p:nvPr/>
          </p:nvSpPr>
          <p:spPr>
            <a:xfrm>
              <a:off x="7614564" y="2990278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5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4" h="198755">
                  <a:moveTo>
                    <a:pt x="25908" y="0"/>
                  </a:moveTo>
                  <a:lnTo>
                    <a:pt x="0" y="0"/>
                  </a:lnTo>
                  <a:lnTo>
                    <a:pt x="0" y="26009"/>
                  </a:lnTo>
                  <a:lnTo>
                    <a:pt x="25908" y="26009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7671053" y="3049809"/>
              <a:ext cx="138779" cy="201453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7838789" y="3049809"/>
              <a:ext cx="106775" cy="138874"/>
            </a:xfrm>
            <a:prstGeom prst="rect">
              <a:avLst/>
            </a:prstGeom>
          </p:spPr>
        </p:pic>
      </p:grpSp>
      <p:sp>
        <p:nvSpPr>
          <p:cNvPr id="137" name="object 137" descr=""/>
          <p:cNvSpPr/>
          <p:nvPr/>
        </p:nvSpPr>
        <p:spPr>
          <a:xfrm>
            <a:off x="8000524" y="3162776"/>
            <a:ext cx="24765" cy="62865"/>
          </a:xfrm>
          <a:custGeom>
            <a:avLst/>
            <a:gdLst/>
            <a:ahLst/>
            <a:cxnLst/>
            <a:rect l="l" t="t" r="r" b="b"/>
            <a:pathLst>
              <a:path w="24765" h="62864">
                <a:moveTo>
                  <a:pt x="12191" y="62579"/>
                </a:moveTo>
                <a:lnTo>
                  <a:pt x="0" y="62579"/>
                </a:lnTo>
                <a:lnTo>
                  <a:pt x="7619" y="25908"/>
                </a:lnTo>
                <a:lnTo>
                  <a:pt x="0" y="25908"/>
                </a:lnTo>
                <a:lnTo>
                  <a:pt x="0" y="0"/>
                </a:lnTo>
                <a:lnTo>
                  <a:pt x="24383" y="0"/>
                </a:lnTo>
                <a:lnTo>
                  <a:pt x="24383" y="24384"/>
                </a:lnTo>
                <a:lnTo>
                  <a:pt x="12191" y="625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8" name="object 138" descr="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8171306" y="3048285"/>
            <a:ext cx="108299" cy="143446"/>
          </a:xfrm>
          <a:prstGeom prst="rect">
            <a:avLst/>
          </a:prstGeom>
        </p:spPr>
      </p:pic>
      <p:grpSp>
        <p:nvGrpSpPr>
          <p:cNvPr id="139" name="object 139" descr=""/>
          <p:cNvGrpSpPr/>
          <p:nvPr/>
        </p:nvGrpSpPr>
        <p:grpSpPr>
          <a:xfrm>
            <a:off x="8325422" y="2978086"/>
            <a:ext cx="262890" cy="213995"/>
            <a:chOff x="8325422" y="2978086"/>
            <a:chExt cx="262890" cy="213995"/>
          </a:xfrm>
        </p:grpSpPr>
        <p:pic>
          <p:nvPicPr>
            <p:cNvPr id="140" name="object 140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8325422" y="3049809"/>
              <a:ext cx="106775" cy="138874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8467248" y="2978086"/>
              <a:ext cx="120491" cy="213645"/>
            </a:xfrm>
            <a:prstGeom prst="rect">
              <a:avLst/>
            </a:prstGeom>
          </p:spPr>
        </p:pic>
      </p:grpSp>
      <p:grpSp>
        <p:nvGrpSpPr>
          <p:cNvPr id="142" name="object 142" descr=""/>
          <p:cNvGrpSpPr/>
          <p:nvPr/>
        </p:nvGrpSpPr>
        <p:grpSpPr>
          <a:xfrm>
            <a:off x="1403318" y="3353466"/>
            <a:ext cx="564515" cy="273685"/>
            <a:chOff x="1403318" y="3353466"/>
            <a:chExt cx="564515" cy="273685"/>
          </a:xfrm>
        </p:grpSpPr>
        <p:pic>
          <p:nvPicPr>
            <p:cNvPr id="143" name="object 143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403318" y="3353466"/>
              <a:ext cx="120491" cy="213645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552860" y="3429761"/>
              <a:ext cx="129635" cy="196881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711452" y="3426713"/>
              <a:ext cx="108299" cy="137350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859375" y="3425189"/>
              <a:ext cx="108299" cy="141922"/>
            </a:xfrm>
            <a:prstGeom prst="rect">
              <a:avLst/>
            </a:prstGeom>
          </p:spPr>
        </p:pic>
      </p:grpSp>
      <p:pic>
        <p:nvPicPr>
          <p:cNvPr id="147" name="object 147" descr="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2013489" y="3426714"/>
            <a:ext cx="192214" cy="137350"/>
          </a:xfrm>
          <a:prstGeom prst="rect">
            <a:avLst/>
          </a:prstGeom>
        </p:spPr>
      </p:pic>
      <p:sp>
        <p:nvSpPr>
          <p:cNvPr id="148" name="object 148" descr=""/>
          <p:cNvSpPr/>
          <p:nvPr/>
        </p:nvSpPr>
        <p:spPr>
          <a:xfrm>
            <a:off x="2251418" y="3365753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5908" y="64008"/>
                </a:moveTo>
                <a:lnTo>
                  <a:pt x="3048" y="64008"/>
                </a:lnTo>
                <a:lnTo>
                  <a:pt x="3048" y="198310"/>
                </a:lnTo>
                <a:lnTo>
                  <a:pt x="25908" y="198310"/>
                </a:lnTo>
                <a:lnTo>
                  <a:pt x="25908" y="64008"/>
                </a:lnTo>
                <a:close/>
              </a:path>
              <a:path w="27939" h="198754">
                <a:moveTo>
                  <a:pt x="27432" y="0"/>
                </a:moveTo>
                <a:lnTo>
                  <a:pt x="0" y="0"/>
                </a:lnTo>
                <a:lnTo>
                  <a:pt x="0" y="25908"/>
                </a:lnTo>
                <a:lnTo>
                  <a:pt x="27432" y="25908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9" name="object 149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2561082" y="3429761"/>
            <a:ext cx="106775" cy="137350"/>
          </a:xfrm>
          <a:prstGeom prst="rect">
            <a:avLst/>
          </a:prstGeom>
        </p:spPr>
      </p:pic>
      <p:pic>
        <p:nvPicPr>
          <p:cNvPr id="150" name="object 150" descr="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2312479" y="3425189"/>
            <a:ext cx="114395" cy="141922"/>
          </a:xfrm>
          <a:prstGeom prst="rect">
            <a:avLst/>
          </a:prstGeom>
        </p:spPr>
      </p:pic>
      <p:grpSp>
        <p:nvGrpSpPr>
          <p:cNvPr id="151" name="object 151" descr=""/>
          <p:cNvGrpSpPr/>
          <p:nvPr/>
        </p:nvGrpSpPr>
        <p:grpSpPr>
          <a:xfrm>
            <a:off x="2718244" y="3353466"/>
            <a:ext cx="793750" cy="270510"/>
            <a:chOff x="2718244" y="3353466"/>
            <a:chExt cx="793750" cy="270510"/>
          </a:xfrm>
        </p:grpSpPr>
        <p:pic>
          <p:nvPicPr>
            <p:cNvPr id="152" name="object 152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2718244" y="3426714"/>
              <a:ext cx="120491" cy="196786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867691" y="3353466"/>
              <a:ext cx="122015" cy="213645"/>
            </a:xfrm>
            <a:prstGeom prst="rect">
              <a:avLst/>
            </a:prstGeom>
          </p:spPr>
        </p:pic>
        <p:pic>
          <p:nvPicPr>
            <p:cNvPr id="154" name="object 154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3029331" y="3425189"/>
              <a:ext cx="108299" cy="141922"/>
            </a:xfrm>
            <a:prstGeom prst="rect">
              <a:avLst/>
            </a:prstGeom>
          </p:spPr>
        </p:pic>
        <p:pic>
          <p:nvPicPr>
            <p:cNvPr id="155" name="object 155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3165062" y="3391662"/>
              <a:ext cx="94583" cy="175450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3279552" y="3425190"/>
              <a:ext cx="231838" cy="141922"/>
            </a:xfrm>
            <a:prstGeom prst="rect">
              <a:avLst/>
            </a:prstGeom>
          </p:spPr>
        </p:pic>
      </p:grpSp>
      <p:pic>
        <p:nvPicPr>
          <p:cNvPr id="157" name="object 157" descr="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029652" y="3824954"/>
            <a:ext cx="186023" cy="175450"/>
          </a:xfrm>
          <a:prstGeom prst="rect">
            <a:avLst/>
          </a:prstGeom>
        </p:spPr>
      </p:pic>
      <p:grpSp>
        <p:nvGrpSpPr>
          <p:cNvPr id="158" name="object 158" descr=""/>
          <p:cNvGrpSpPr/>
          <p:nvPr/>
        </p:nvGrpSpPr>
        <p:grpSpPr>
          <a:xfrm>
            <a:off x="1420082" y="3812762"/>
            <a:ext cx="920115" cy="270510"/>
            <a:chOff x="1420082" y="3812762"/>
            <a:chExt cx="920115" cy="270510"/>
          </a:xfrm>
        </p:grpSpPr>
        <p:sp>
          <p:nvSpPr>
            <p:cNvPr id="159" name="object 159" descr=""/>
            <p:cNvSpPr/>
            <p:nvPr/>
          </p:nvSpPr>
          <p:spPr>
            <a:xfrm>
              <a:off x="1420075" y="3812768"/>
              <a:ext cx="595630" cy="270510"/>
            </a:xfrm>
            <a:custGeom>
              <a:avLst/>
              <a:gdLst/>
              <a:ahLst/>
              <a:cxnLst/>
              <a:rect l="l" t="t" r="r" b="b"/>
              <a:pathLst>
                <a:path w="595630" h="270510">
                  <a:moveTo>
                    <a:pt x="71716" y="0"/>
                  </a:moveTo>
                  <a:lnTo>
                    <a:pt x="45808" y="0"/>
                  </a:lnTo>
                  <a:lnTo>
                    <a:pt x="0" y="210591"/>
                  </a:lnTo>
                  <a:lnTo>
                    <a:pt x="27520" y="210591"/>
                  </a:lnTo>
                  <a:lnTo>
                    <a:pt x="71716" y="0"/>
                  </a:lnTo>
                  <a:close/>
                </a:path>
                <a:path w="595630" h="270510">
                  <a:moveTo>
                    <a:pt x="292150" y="104749"/>
                  </a:moveTo>
                  <a:lnTo>
                    <a:pt x="290042" y="89433"/>
                  </a:lnTo>
                  <a:lnTo>
                    <a:pt x="280200" y="77838"/>
                  </a:lnTo>
                  <a:lnTo>
                    <a:pt x="259372" y="73240"/>
                  </a:lnTo>
                  <a:lnTo>
                    <a:pt x="245922" y="74701"/>
                  </a:lnTo>
                  <a:lnTo>
                    <a:pt x="233032" y="79146"/>
                  </a:lnTo>
                  <a:lnTo>
                    <a:pt x="220713" y="86753"/>
                  </a:lnTo>
                  <a:lnTo>
                    <a:pt x="208978" y="97624"/>
                  </a:lnTo>
                  <a:lnTo>
                    <a:pt x="203746" y="84175"/>
                  </a:lnTo>
                  <a:lnTo>
                    <a:pt x="194500" y="76860"/>
                  </a:lnTo>
                  <a:lnTo>
                    <a:pt x="184124" y="73837"/>
                  </a:lnTo>
                  <a:lnTo>
                    <a:pt x="175450" y="73240"/>
                  </a:lnTo>
                  <a:lnTo>
                    <a:pt x="160324" y="75323"/>
                  </a:lnTo>
                  <a:lnTo>
                    <a:pt x="147053" y="80670"/>
                  </a:lnTo>
                  <a:lnTo>
                    <a:pt x="135763" y="88036"/>
                  </a:lnTo>
                  <a:lnTo>
                    <a:pt x="126593" y="96100"/>
                  </a:lnTo>
                  <a:lnTo>
                    <a:pt x="131254" y="74764"/>
                  </a:lnTo>
                  <a:lnTo>
                    <a:pt x="109829" y="74764"/>
                  </a:lnTo>
                  <a:lnTo>
                    <a:pt x="80873" y="210591"/>
                  </a:lnTo>
                  <a:lnTo>
                    <a:pt x="103733" y="210591"/>
                  </a:lnTo>
                  <a:lnTo>
                    <a:pt x="118973" y="135826"/>
                  </a:lnTo>
                  <a:lnTo>
                    <a:pt x="124129" y="120510"/>
                  </a:lnTo>
                  <a:lnTo>
                    <a:pt x="132727" y="106210"/>
                  </a:lnTo>
                  <a:lnTo>
                    <a:pt x="144767" y="95656"/>
                  </a:lnTo>
                  <a:lnTo>
                    <a:pt x="160210" y="91528"/>
                  </a:lnTo>
                  <a:lnTo>
                    <a:pt x="175564" y="94792"/>
                  </a:lnTo>
                  <a:lnTo>
                    <a:pt x="182499" y="102768"/>
                  </a:lnTo>
                  <a:lnTo>
                    <a:pt x="183997" y="112750"/>
                  </a:lnTo>
                  <a:lnTo>
                    <a:pt x="183070" y="122008"/>
                  </a:lnTo>
                  <a:lnTo>
                    <a:pt x="164782" y="210591"/>
                  </a:lnTo>
                  <a:lnTo>
                    <a:pt x="187642" y="210591"/>
                  </a:lnTo>
                  <a:lnTo>
                    <a:pt x="202882" y="135826"/>
                  </a:lnTo>
                  <a:lnTo>
                    <a:pt x="228638" y="95656"/>
                  </a:lnTo>
                  <a:lnTo>
                    <a:pt x="244132" y="91528"/>
                  </a:lnTo>
                  <a:lnTo>
                    <a:pt x="259486" y="94792"/>
                  </a:lnTo>
                  <a:lnTo>
                    <a:pt x="266420" y="102768"/>
                  </a:lnTo>
                  <a:lnTo>
                    <a:pt x="267919" y="112750"/>
                  </a:lnTo>
                  <a:lnTo>
                    <a:pt x="266992" y="122008"/>
                  </a:lnTo>
                  <a:lnTo>
                    <a:pt x="247180" y="210591"/>
                  </a:lnTo>
                  <a:lnTo>
                    <a:pt x="271564" y="210591"/>
                  </a:lnTo>
                  <a:lnTo>
                    <a:pt x="289852" y="120484"/>
                  </a:lnTo>
                  <a:lnTo>
                    <a:pt x="292150" y="104749"/>
                  </a:lnTo>
                  <a:close/>
                </a:path>
                <a:path w="595630" h="270510">
                  <a:moveTo>
                    <a:pt x="458190" y="117005"/>
                  </a:moveTo>
                  <a:lnTo>
                    <a:pt x="453059" y="94589"/>
                  </a:lnTo>
                  <a:lnTo>
                    <a:pt x="441071" y="79057"/>
                  </a:lnTo>
                  <a:lnTo>
                    <a:pt x="432701" y="76441"/>
                  </a:lnTo>
                  <a:lnTo>
                    <a:pt x="432701" y="123075"/>
                  </a:lnTo>
                  <a:lnTo>
                    <a:pt x="431673" y="143446"/>
                  </a:lnTo>
                  <a:lnTo>
                    <a:pt x="423748" y="164401"/>
                  </a:lnTo>
                  <a:lnTo>
                    <a:pt x="410527" y="180784"/>
                  </a:lnTo>
                  <a:lnTo>
                    <a:pt x="394169" y="191452"/>
                  </a:lnTo>
                  <a:lnTo>
                    <a:pt x="376809" y="195262"/>
                  </a:lnTo>
                  <a:lnTo>
                    <a:pt x="368731" y="194195"/>
                  </a:lnTo>
                  <a:lnTo>
                    <a:pt x="362521" y="191262"/>
                  </a:lnTo>
                  <a:lnTo>
                    <a:pt x="357733" y="186905"/>
                  </a:lnTo>
                  <a:lnTo>
                    <a:pt x="353949" y="181546"/>
                  </a:lnTo>
                  <a:lnTo>
                    <a:pt x="352425" y="176974"/>
                  </a:lnTo>
                  <a:lnTo>
                    <a:pt x="352425" y="170878"/>
                  </a:lnTo>
                  <a:lnTo>
                    <a:pt x="366141" y="109829"/>
                  </a:lnTo>
                  <a:lnTo>
                    <a:pt x="401193" y="91541"/>
                  </a:lnTo>
                  <a:lnTo>
                    <a:pt x="416458" y="95554"/>
                  </a:lnTo>
                  <a:lnTo>
                    <a:pt x="427291" y="106591"/>
                  </a:lnTo>
                  <a:lnTo>
                    <a:pt x="432701" y="123075"/>
                  </a:lnTo>
                  <a:lnTo>
                    <a:pt x="432701" y="76441"/>
                  </a:lnTo>
                  <a:lnTo>
                    <a:pt x="422529" y="73253"/>
                  </a:lnTo>
                  <a:lnTo>
                    <a:pt x="408838" y="74396"/>
                  </a:lnTo>
                  <a:lnTo>
                    <a:pt x="395287" y="77825"/>
                  </a:lnTo>
                  <a:lnTo>
                    <a:pt x="382028" y="83540"/>
                  </a:lnTo>
                  <a:lnTo>
                    <a:pt x="369189" y="91541"/>
                  </a:lnTo>
                  <a:lnTo>
                    <a:pt x="372237" y="76301"/>
                  </a:lnTo>
                  <a:lnTo>
                    <a:pt x="349377" y="76301"/>
                  </a:lnTo>
                  <a:lnTo>
                    <a:pt x="308127" y="270040"/>
                  </a:lnTo>
                  <a:lnTo>
                    <a:pt x="332511" y="270040"/>
                  </a:lnTo>
                  <a:lnTo>
                    <a:pt x="347853" y="196786"/>
                  </a:lnTo>
                  <a:lnTo>
                    <a:pt x="354215" y="203314"/>
                  </a:lnTo>
                  <a:lnTo>
                    <a:pt x="362140" y="208686"/>
                  </a:lnTo>
                  <a:lnTo>
                    <a:pt x="372071" y="212305"/>
                  </a:lnTo>
                  <a:lnTo>
                    <a:pt x="384429" y="213652"/>
                  </a:lnTo>
                  <a:lnTo>
                    <a:pt x="406552" y="208457"/>
                  </a:lnTo>
                  <a:lnTo>
                    <a:pt x="423583" y="196786"/>
                  </a:lnTo>
                  <a:lnTo>
                    <a:pt x="425805" y="195262"/>
                  </a:lnTo>
                  <a:lnTo>
                    <a:pt x="427685" y="193979"/>
                  </a:lnTo>
                  <a:lnTo>
                    <a:pt x="445122" y="171780"/>
                  </a:lnTo>
                  <a:lnTo>
                    <a:pt x="456145" y="143446"/>
                  </a:lnTo>
                  <a:lnTo>
                    <a:pt x="458190" y="117005"/>
                  </a:lnTo>
                  <a:close/>
                </a:path>
                <a:path w="595630" h="270510">
                  <a:moveTo>
                    <a:pt x="595388" y="101942"/>
                  </a:moveTo>
                  <a:lnTo>
                    <a:pt x="589495" y="88480"/>
                  </a:lnTo>
                  <a:lnTo>
                    <a:pt x="588251" y="85623"/>
                  </a:lnTo>
                  <a:lnTo>
                    <a:pt x="574535" y="75323"/>
                  </a:lnTo>
                  <a:lnTo>
                    <a:pt x="555218" y="71716"/>
                  </a:lnTo>
                  <a:lnTo>
                    <a:pt x="541350" y="72555"/>
                  </a:lnTo>
                  <a:lnTo>
                    <a:pt x="528929" y="74955"/>
                  </a:lnTo>
                  <a:lnTo>
                    <a:pt x="517067" y="78790"/>
                  </a:lnTo>
                  <a:lnTo>
                    <a:pt x="504926" y="83908"/>
                  </a:lnTo>
                  <a:lnTo>
                    <a:pt x="503402" y="103720"/>
                  </a:lnTo>
                  <a:lnTo>
                    <a:pt x="516585" y="96850"/>
                  </a:lnTo>
                  <a:lnTo>
                    <a:pt x="528929" y="92100"/>
                  </a:lnTo>
                  <a:lnTo>
                    <a:pt x="540689" y="89369"/>
                  </a:lnTo>
                  <a:lnTo>
                    <a:pt x="552170" y="88480"/>
                  </a:lnTo>
                  <a:lnTo>
                    <a:pt x="561505" y="90754"/>
                  </a:lnTo>
                  <a:lnTo>
                    <a:pt x="568248" y="97434"/>
                  </a:lnTo>
                  <a:lnTo>
                    <a:pt x="571550" y="108419"/>
                  </a:lnTo>
                  <a:lnTo>
                    <a:pt x="570547" y="123532"/>
                  </a:lnTo>
                  <a:lnTo>
                    <a:pt x="567499" y="135826"/>
                  </a:lnTo>
                  <a:lnTo>
                    <a:pt x="564451" y="136131"/>
                  </a:lnTo>
                  <a:lnTo>
                    <a:pt x="564451" y="151066"/>
                  </a:lnTo>
                  <a:lnTo>
                    <a:pt x="561403" y="170878"/>
                  </a:lnTo>
                  <a:lnTo>
                    <a:pt x="559879" y="176974"/>
                  </a:lnTo>
                  <a:lnTo>
                    <a:pt x="558266" y="184594"/>
                  </a:lnTo>
                  <a:lnTo>
                    <a:pt x="546074" y="189166"/>
                  </a:lnTo>
                  <a:lnTo>
                    <a:pt x="536930" y="195262"/>
                  </a:lnTo>
                  <a:lnTo>
                    <a:pt x="521690" y="195262"/>
                  </a:lnTo>
                  <a:lnTo>
                    <a:pt x="511873" y="194094"/>
                  </a:lnTo>
                  <a:lnTo>
                    <a:pt x="503783" y="190500"/>
                  </a:lnTo>
                  <a:lnTo>
                    <a:pt x="498538" y="184327"/>
                  </a:lnTo>
                  <a:lnTo>
                    <a:pt x="497306" y="175450"/>
                  </a:lnTo>
                  <a:lnTo>
                    <a:pt x="507987" y="162852"/>
                  </a:lnTo>
                  <a:lnTo>
                    <a:pt x="527977" y="155829"/>
                  </a:lnTo>
                  <a:lnTo>
                    <a:pt x="549414" y="152514"/>
                  </a:lnTo>
                  <a:lnTo>
                    <a:pt x="564451" y="151066"/>
                  </a:lnTo>
                  <a:lnTo>
                    <a:pt x="564451" y="136131"/>
                  </a:lnTo>
                  <a:lnTo>
                    <a:pt x="507403" y="146685"/>
                  </a:lnTo>
                  <a:lnTo>
                    <a:pt x="475970" y="176974"/>
                  </a:lnTo>
                  <a:lnTo>
                    <a:pt x="475081" y="187845"/>
                  </a:lnTo>
                  <a:lnTo>
                    <a:pt x="478053" y="199834"/>
                  </a:lnTo>
                  <a:lnTo>
                    <a:pt x="486460" y="209626"/>
                  </a:lnTo>
                  <a:lnTo>
                    <a:pt x="501878" y="213639"/>
                  </a:lnTo>
                  <a:lnTo>
                    <a:pt x="509346" y="213436"/>
                  </a:lnTo>
                  <a:lnTo>
                    <a:pt x="522833" y="211924"/>
                  </a:lnTo>
                  <a:lnTo>
                    <a:pt x="539165" y="207822"/>
                  </a:lnTo>
                  <a:lnTo>
                    <a:pt x="555218" y="199834"/>
                  </a:lnTo>
                  <a:lnTo>
                    <a:pt x="553694" y="210591"/>
                  </a:lnTo>
                  <a:lnTo>
                    <a:pt x="576643" y="210591"/>
                  </a:lnTo>
                  <a:lnTo>
                    <a:pt x="578904" y="199834"/>
                  </a:lnTo>
                  <a:lnTo>
                    <a:pt x="579869" y="195262"/>
                  </a:lnTo>
                  <a:lnTo>
                    <a:pt x="589153" y="151066"/>
                  </a:lnTo>
                  <a:lnTo>
                    <a:pt x="594931" y="123532"/>
                  </a:lnTo>
                  <a:lnTo>
                    <a:pt x="595388" y="1019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2041732" y="3850862"/>
              <a:ext cx="234075" cy="175545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2315527" y="3889057"/>
              <a:ext cx="24765" cy="134620"/>
            </a:xfrm>
            <a:custGeom>
              <a:avLst/>
              <a:gdLst/>
              <a:ahLst/>
              <a:cxnLst/>
              <a:rect l="l" t="t" r="r" b="b"/>
              <a:pathLst>
                <a:path w="24764" h="134620">
                  <a:moveTo>
                    <a:pt x="24384" y="109829"/>
                  </a:moveTo>
                  <a:lnTo>
                    <a:pt x="0" y="109829"/>
                  </a:lnTo>
                  <a:lnTo>
                    <a:pt x="0" y="134213"/>
                  </a:lnTo>
                  <a:lnTo>
                    <a:pt x="24384" y="134213"/>
                  </a:lnTo>
                  <a:lnTo>
                    <a:pt x="24384" y="109829"/>
                  </a:lnTo>
                  <a:close/>
                </a:path>
                <a:path w="24764" h="134620">
                  <a:moveTo>
                    <a:pt x="24384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24384" y="24384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2" name="object 162" descr=""/>
          <p:cNvGrpSpPr/>
          <p:nvPr/>
        </p:nvGrpSpPr>
        <p:grpSpPr>
          <a:xfrm>
            <a:off x="2532126" y="3809714"/>
            <a:ext cx="1043305" cy="217170"/>
            <a:chOff x="2532126" y="3809714"/>
            <a:chExt cx="1043305" cy="217170"/>
          </a:xfrm>
        </p:grpSpPr>
        <p:sp>
          <p:nvSpPr>
            <p:cNvPr id="163" name="object 163" descr=""/>
            <p:cNvSpPr/>
            <p:nvPr/>
          </p:nvSpPr>
          <p:spPr>
            <a:xfrm>
              <a:off x="2532126" y="3813809"/>
              <a:ext cx="139065" cy="209550"/>
            </a:xfrm>
            <a:custGeom>
              <a:avLst/>
              <a:gdLst/>
              <a:ahLst/>
              <a:cxnLst/>
              <a:rect l="l" t="t" r="r" b="b"/>
              <a:pathLst>
                <a:path w="139064" h="209550">
                  <a:moveTo>
                    <a:pt x="138772" y="187960"/>
                  </a:moveTo>
                  <a:lnTo>
                    <a:pt x="27432" y="187960"/>
                  </a:lnTo>
                  <a:lnTo>
                    <a:pt x="27432" y="110490"/>
                  </a:lnTo>
                  <a:lnTo>
                    <a:pt x="126580" y="110490"/>
                  </a:lnTo>
                  <a:lnTo>
                    <a:pt x="126580" y="92710"/>
                  </a:lnTo>
                  <a:lnTo>
                    <a:pt x="27432" y="92710"/>
                  </a:lnTo>
                  <a:lnTo>
                    <a:pt x="27432" y="20320"/>
                  </a:lnTo>
                  <a:lnTo>
                    <a:pt x="135724" y="20320"/>
                  </a:lnTo>
                  <a:lnTo>
                    <a:pt x="135724" y="0"/>
                  </a:lnTo>
                  <a:lnTo>
                    <a:pt x="0" y="0"/>
                  </a:lnTo>
                  <a:lnTo>
                    <a:pt x="0" y="20320"/>
                  </a:lnTo>
                  <a:lnTo>
                    <a:pt x="0" y="92710"/>
                  </a:lnTo>
                  <a:lnTo>
                    <a:pt x="0" y="110490"/>
                  </a:lnTo>
                  <a:lnTo>
                    <a:pt x="0" y="187960"/>
                  </a:lnTo>
                  <a:lnTo>
                    <a:pt x="0" y="209550"/>
                  </a:lnTo>
                  <a:lnTo>
                    <a:pt x="138772" y="209550"/>
                  </a:lnTo>
                  <a:lnTo>
                    <a:pt x="138772" y="187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2692241" y="3809714"/>
              <a:ext cx="294417" cy="216693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3006470" y="3850862"/>
              <a:ext cx="224218" cy="175545"/>
            </a:xfrm>
            <a:prstGeom prst="rect">
              <a:avLst/>
            </a:prstGeom>
          </p:spPr>
        </p:pic>
        <p:sp>
          <p:nvSpPr>
            <p:cNvPr id="166" name="object 166" descr=""/>
            <p:cNvSpPr/>
            <p:nvPr/>
          </p:nvSpPr>
          <p:spPr>
            <a:xfrm>
              <a:off x="3261258" y="3824960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3048" y="64096"/>
                  </a:lnTo>
                  <a:lnTo>
                    <a:pt x="3048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314604" y="3884485"/>
              <a:ext cx="260794" cy="141922"/>
            </a:xfrm>
            <a:prstGeom prst="rect">
              <a:avLst/>
            </a:prstGeom>
          </p:spPr>
        </p:pic>
      </p:grpSp>
      <p:grpSp>
        <p:nvGrpSpPr>
          <p:cNvPr id="168" name="object 168" descr=""/>
          <p:cNvGrpSpPr/>
          <p:nvPr/>
        </p:nvGrpSpPr>
        <p:grpSpPr>
          <a:xfrm>
            <a:off x="3694461" y="3809714"/>
            <a:ext cx="327025" cy="217170"/>
            <a:chOff x="3694461" y="3809714"/>
            <a:chExt cx="327025" cy="217170"/>
          </a:xfrm>
        </p:grpSpPr>
        <p:pic>
          <p:nvPicPr>
            <p:cNvPr id="169" name="object 169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3694461" y="3809714"/>
              <a:ext cx="225742" cy="216693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3946112" y="3886009"/>
              <a:ext cx="74771" cy="137255"/>
            </a:xfrm>
            <a:prstGeom prst="rect">
              <a:avLst/>
            </a:prstGeom>
          </p:spPr>
        </p:pic>
      </p:grpSp>
      <p:grpSp>
        <p:nvGrpSpPr>
          <p:cNvPr id="171" name="object 171" descr=""/>
          <p:cNvGrpSpPr/>
          <p:nvPr/>
        </p:nvGrpSpPr>
        <p:grpSpPr>
          <a:xfrm>
            <a:off x="4133754" y="3884485"/>
            <a:ext cx="471805" cy="142240"/>
            <a:chOff x="4133754" y="3884485"/>
            <a:chExt cx="471805" cy="142240"/>
          </a:xfrm>
        </p:grpSpPr>
        <p:pic>
          <p:nvPicPr>
            <p:cNvPr id="172" name="object 172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4133754" y="3884485"/>
              <a:ext cx="100679" cy="141922"/>
            </a:xfrm>
            <a:prstGeom prst="rect">
              <a:avLst/>
            </a:prstGeom>
          </p:spPr>
        </p:pic>
        <p:pic>
          <p:nvPicPr>
            <p:cNvPr id="173" name="object 173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4266437" y="3886009"/>
              <a:ext cx="190690" cy="137350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4498276" y="3884485"/>
              <a:ext cx="106775" cy="141922"/>
            </a:xfrm>
            <a:prstGeom prst="rect">
              <a:avLst/>
            </a:prstGeom>
          </p:spPr>
        </p:pic>
      </p:grpSp>
      <p:sp>
        <p:nvSpPr>
          <p:cNvPr id="175" name="object 175" descr=""/>
          <p:cNvSpPr/>
          <p:nvPr/>
        </p:nvSpPr>
        <p:spPr>
          <a:xfrm>
            <a:off x="4651248" y="3813048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59" y="0"/>
                </a:lnTo>
                <a:lnTo>
                  <a:pt x="22859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6" name="object 176" descr=""/>
          <p:cNvGrpSpPr/>
          <p:nvPr/>
        </p:nvGrpSpPr>
        <p:grpSpPr>
          <a:xfrm>
            <a:off x="4724400" y="3813048"/>
            <a:ext cx="521334" cy="213360"/>
            <a:chOff x="4724400" y="3813048"/>
            <a:chExt cx="521334" cy="213360"/>
          </a:xfrm>
        </p:grpSpPr>
        <p:sp>
          <p:nvSpPr>
            <p:cNvPr id="177" name="object 177" descr=""/>
            <p:cNvSpPr/>
            <p:nvPr/>
          </p:nvSpPr>
          <p:spPr>
            <a:xfrm>
              <a:off x="4724400" y="3813060"/>
              <a:ext cx="131445" cy="210820"/>
            </a:xfrm>
            <a:custGeom>
              <a:avLst/>
              <a:gdLst/>
              <a:ahLst/>
              <a:cxnLst/>
              <a:rect l="l" t="t" r="r" b="b"/>
              <a:pathLst>
                <a:path w="131445" h="210820">
                  <a:moveTo>
                    <a:pt x="22860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22860" y="210312"/>
                  </a:lnTo>
                  <a:lnTo>
                    <a:pt x="22860" y="0"/>
                  </a:lnTo>
                  <a:close/>
                </a:path>
                <a:path w="131445" h="210820">
                  <a:moveTo>
                    <a:pt x="131064" y="134112"/>
                  </a:moveTo>
                  <a:lnTo>
                    <a:pt x="50292" y="134112"/>
                  </a:lnTo>
                  <a:lnTo>
                    <a:pt x="50292" y="152400"/>
                  </a:lnTo>
                  <a:lnTo>
                    <a:pt x="131064" y="152400"/>
                  </a:lnTo>
                  <a:lnTo>
                    <a:pt x="131064" y="134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4879657" y="3884485"/>
              <a:ext cx="233362" cy="141922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5138927" y="3884485"/>
              <a:ext cx="106775" cy="141922"/>
            </a:xfrm>
            <a:prstGeom prst="rect">
              <a:avLst/>
            </a:prstGeom>
          </p:spPr>
        </p:pic>
      </p:grpSp>
      <p:grpSp>
        <p:nvGrpSpPr>
          <p:cNvPr id="180" name="object 180" descr=""/>
          <p:cNvGrpSpPr/>
          <p:nvPr/>
        </p:nvGrpSpPr>
        <p:grpSpPr>
          <a:xfrm>
            <a:off x="5291328" y="3813047"/>
            <a:ext cx="174625" cy="213360"/>
            <a:chOff x="5291328" y="3813047"/>
            <a:chExt cx="174625" cy="213360"/>
          </a:xfrm>
        </p:grpSpPr>
        <p:sp>
          <p:nvSpPr>
            <p:cNvPr id="181" name="object 181" descr=""/>
            <p:cNvSpPr/>
            <p:nvPr/>
          </p:nvSpPr>
          <p:spPr>
            <a:xfrm>
              <a:off x="5291328" y="3813047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349430" y="3884485"/>
              <a:ext cx="115919" cy="141922"/>
            </a:xfrm>
            <a:prstGeom prst="rect">
              <a:avLst/>
            </a:prstGeom>
          </p:spPr>
        </p:pic>
      </p:grpSp>
      <p:grpSp>
        <p:nvGrpSpPr>
          <p:cNvPr id="183" name="object 183" descr=""/>
          <p:cNvGrpSpPr/>
          <p:nvPr/>
        </p:nvGrpSpPr>
        <p:grpSpPr>
          <a:xfrm>
            <a:off x="5599557" y="3850862"/>
            <a:ext cx="445770" cy="175895"/>
            <a:chOff x="5599557" y="3850862"/>
            <a:chExt cx="445770" cy="175895"/>
          </a:xfrm>
        </p:grpSpPr>
        <p:pic>
          <p:nvPicPr>
            <p:cNvPr id="184" name="object 184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599557" y="3850862"/>
              <a:ext cx="312705" cy="175450"/>
            </a:xfrm>
            <a:prstGeom prst="rect">
              <a:avLst/>
            </a:prstGeom>
          </p:spPr>
        </p:pic>
        <p:pic>
          <p:nvPicPr>
            <p:cNvPr id="185" name="object 185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5938266" y="3884485"/>
              <a:ext cx="106775" cy="141922"/>
            </a:xfrm>
            <a:prstGeom prst="rect">
              <a:avLst/>
            </a:prstGeom>
          </p:spPr>
        </p:pic>
      </p:grpSp>
      <p:sp>
        <p:nvSpPr>
          <p:cNvPr id="186" name="object 186" descr=""/>
          <p:cNvSpPr/>
          <p:nvPr/>
        </p:nvSpPr>
        <p:spPr>
          <a:xfrm>
            <a:off x="6089231" y="3824960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4384" y="64096"/>
                </a:moveTo>
                <a:lnTo>
                  <a:pt x="1524" y="64096"/>
                </a:lnTo>
                <a:lnTo>
                  <a:pt x="1524" y="198399"/>
                </a:lnTo>
                <a:lnTo>
                  <a:pt x="24384" y="198399"/>
                </a:lnTo>
                <a:lnTo>
                  <a:pt x="24384" y="64096"/>
                </a:lnTo>
                <a:close/>
              </a:path>
              <a:path w="27939" h="198754">
                <a:moveTo>
                  <a:pt x="27432" y="0"/>
                </a:moveTo>
                <a:lnTo>
                  <a:pt x="0" y="0"/>
                </a:lnTo>
                <a:lnTo>
                  <a:pt x="0" y="27520"/>
                </a:lnTo>
                <a:lnTo>
                  <a:pt x="27432" y="27520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 descr=""/>
          <p:cNvSpPr/>
          <p:nvPr/>
        </p:nvSpPr>
        <p:spPr>
          <a:xfrm>
            <a:off x="6164579" y="3813047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59" y="0"/>
                </a:lnTo>
                <a:lnTo>
                  <a:pt x="22859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8" name="object 188" descr=""/>
          <p:cNvGrpSpPr/>
          <p:nvPr/>
        </p:nvGrpSpPr>
        <p:grpSpPr>
          <a:xfrm>
            <a:off x="6336315" y="3884485"/>
            <a:ext cx="374015" cy="142240"/>
            <a:chOff x="6336315" y="3884485"/>
            <a:chExt cx="374015" cy="142240"/>
          </a:xfrm>
        </p:grpSpPr>
        <p:pic>
          <p:nvPicPr>
            <p:cNvPr id="189" name="object 189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6336315" y="3889057"/>
              <a:ext cx="106775" cy="137350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6476714" y="3884485"/>
              <a:ext cx="233361" cy="141922"/>
            </a:xfrm>
            <a:prstGeom prst="rect">
              <a:avLst/>
            </a:prstGeom>
          </p:spPr>
        </p:pic>
      </p:grpSp>
      <p:pic>
        <p:nvPicPr>
          <p:cNvPr id="191" name="object 191" descr=""/>
          <p:cNvPicPr/>
          <p:nvPr/>
        </p:nvPicPr>
        <p:blipFill>
          <a:blip r:embed="rId117" cstate="print"/>
          <a:stretch>
            <a:fillRect/>
          </a:stretch>
        </p:blipFill>
        <p:spPr>
          <a:xfrm>
            <a:off x="1029652" y="4284154"/>
            <a:ext cx="186023" cy="175545"/>
          </a:xfrm>
          <a:prstGeom prst="rect">
            <a:avLst/>
          </a:prstGeom>
        </p:spPr>
      </p:pic>
      <p:grpSp>
        <p:nvGrpSpPr>
          <p:cNvPr id="192" name="object 192" descr=""/>
          <p:cNvGrpSpPr/>
          <p:nvPr/>
        </p:nvGrpSpPr>
        <p:grpSpPr>
          <a:xfrm>
            <a:off x="1420082" y="4273581"/>
            <a:ext cx="803910" cy="212090"/>
            <a:chOff x="1420082" y="4273581"/>
            <a:chExt cx="803910" cy="212090"/>
          </a:xfrm>
        </p:grpSpPr>
        <p:pic>
          <p:nvPicPr>
            <p:cNvPr id="193" name="object 193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420082" y="4273581"/>
              <a:ext cx="295941" cy="212026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743456" y="4308633"/>
              <a:ext cx="237934" cy="176974"/>
            </a:xfrm>
            <a:prstGeom prst="rect">
              <a:avLst/>
            </a:prstGeom>
          </p:spPr>
        </p:pic>
        <p:pic>
          <p:nvPicPr>
            <p:cNvPr id="195" name="object 195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2002821" y="4342257"/>
              <a:ext cx="220789" cy="143351"/>
            </a:xfrm>
            <a:prstGeom prst="rect">
              <a:avLst/>
            </a:prstGeom>
          </p:spPr>
        </p:pic>
      </p:grpSp>
      <p:grpSp>
        <p:nvGrpSpPr>
          <p:cNvPr id="196" name="object 196" descr=""/>
          <p:cNvGrpSpPr/>
          <p:nvPr/>
        </p:nvGrpSpPr>
        <p:grpSpPr>
          <a:xfrm>
            <a:off x="2353462" y="4265961"/>
            <a:ext cx="1062355" cy="222885"/>
            <a:chOff x="2353462" y="4265961"/>
            <a:chExt cx="1062355" cy="222885"/>
          </a:xfrm>
        </p:grpSpPr>
        <p:pic>
          <p:nvPicPr>
            <p:cNvPr id="197" name="object 197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2353462" y="4265961"/>
              <a:ext cx="191235" cy="222789"/>
            </a:xfrm>
            <a:prstGeom prst="rect">
              <a:avLst/>
            </a:prstGeom>
          </p:spPr>
        </p:pic>
        <p:pic>
          <p:nvPicPr>
            <p:cNvPr id="198" name="object 198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2568463" y="4348352"/>
              <a:ext cx="129873" cy="137255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2725769" y="4272057"/>
              <a:ext cx="306895" cy="213550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3058977" y="4342257"/>
              <a:ext cx="133872" cy="143351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3212401" y="4272057"/>
              <a:ext cx="138779" cy="210502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3390887" y="4348352"/>
              <a:ext cx="24765" cy="134620"/>
            </a:xfrm>
            <a:custGeom>
              <a:avLst/>
              <a:gdLst/>
              <a:ahLst/>
              <a:cxnLst/>
              <a:rect l="l" t="t" r="r" b="b"/>
              <a:pathLst>
                <a:path w="24764" h="134620">
                  <a:moveTo>
                    <a:pt x="24384" y="108305"/>
                  </a:moveTo>
                  <a:lnTo>
                    <a:pt x="0" y="108305"/>
                  </a:lnTo>
                  <a:lnTo>
                    <a:pt x="0" y="134213"/>
                  </a:lnTo>
                  <a:lnTo>
                    <a:pt x="24384" y="134213"/>
                  </a:lnTo>
                  <a:lnTo>
                    <a:pt x="24384" y="108305"/>
                  </a:lnTo>
                  <a:close/>
                </a:path>
                <a:path w="24764" h="134620">
                  <a:moveTo>
                    <a:pt x="24384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24384" y="24384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3" name="object 203" descr=""/>
          <p:cNvGrpSpPr/>
          <p:nvPr/>
        </p:nvGrpSpPr>
        <p:grpSpPr>
          <a:xfrm>
            <a:off x="3587686" y="4272057"/>
            <a:ext cx="473075" cy="213995"/>
            <a:chOff x="3587686" y="4272057"/>
            <a:chExt cx="473075" cy="213995"/>
          </a:xfrm>
        </p:grpSpPr>
        <p:pic>
          <p:nvPicPr>
            <p:cNvPr id="204" name="object 204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3587686" y="4272057"/>
              <a:ext cx="317277" cy="213550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3940016" y="4272057"/>
              <a:ext cx="120491" cy="213550"/>
            </a:xfrm>
            <a:prstGeom prst="rect">
              <a:avLst/>
            </a:prstGeom>
          </p:spPr>
        </p:pic>
      </p:grpSp>
      <p:grpSp>
        <p:nvGrpSpPr>
          <p:cNvPr id="206" name="object 206" descr=""/>
          <p:cNvGrpSpPr/>
          <p:nvPr/>
        </p:nvGrpSpPr>
        <p:grpSpPr>
          <a:xfrm>
            <a:off x="4110799" y="4284154"/>
            <a:ext cx="494665" cy="201930"/>
            <a:chOff x="4110799" y="4284154"/>
            <a:chExt cx="494665" cy="201930"/>
          </a:xfrm>
        </p:grpSpPr>
        <p:pic>
          <p:nvPicPr>
            <p:cNvPr id="207" name="object 207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4110799" y="4342257"/>
              <a:ext cx="437864" cy="143351"/>
            </a:xfrm>
            <a:prstGeom prst="rect">
              <a:avLst/>
            </a:prstGeom>
          </p:spPr>
        </p:pic>
        <p:sp>
          <p:nvSpPr>
            <p:cNvPr id="208" name="object 208" descr=""/>
            <p:cNvSpPr/>
            <p:nvPr/>
          </p:nvSpPr>
          <p:spPr>
            <a:xfrm>
              <a:off x="4577613" y="428415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9" name="object 209" descr=""/>
          <p:cNvGrpSpPr/>
          <p:nvPr/>
        </p:nvGrpSpPr>
        <p:grpSpPr>
          <a:xfrm>
            <a:off x="4650771" y="4345209"/>
            <a:ext cx="279400" cy="200025"/>
            <a:chOff x="4650771" y="4345209"/>
            <a:chExt cx="279400" cy="200025"/>
          </a:xfrm>
        </p:grpSpPr>
        <p:pic>
          <p:nvPicPr>
            <p:cNvPr id="210" name="object 210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4650771" y="4345209"/>
              <a:ext cx="108299" cy="137350"/>
            </a:xfrm>
            <a:prstGeom prst="rect">
              <a:avLst/>
            </a:prstGeom>
          </p:spPr>
        </p:pic>
        <p:pic>
          <p:nvPicPr>
            <p:cNvPr id="211" name="object 211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4791170" y="4345304"/>
              <a:ext cx="138779" cy="199834"/>
            </a:xfrm>
            <a:prstGeom prst="rect">
              <a:avLst/>
            </a:prstGeom>
          </p:spPr>
        </p:pic>
      </p:grpSp>
      <p:sp>
        <p:nvSpPr>
          <p:cNvPr id="212" name="object 212" descr=""/>
          <p:cNvSpPr/>
          <p:nvPr/>
        </p:nvSpPr>
        <p:spPr>
          <a:xfrm>
            <a:off x="5059679" y="4271772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59" y="0"/>
                </a:lnTo>
                <a:lnTo>
                  <a:pt x="22859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 descr=""/>
          <p:cNvSpPr/>
          <p:nvPr/>
        </p:nvSpPr>
        <p:spPr>
          <a:xfrm>
            <a:off x="5129771" y="4284154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39" h="198754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7939" h="198754">
                <a:moveTo>
                  <a:pt x="27432" y="0"/>
                </a:moveTo>
                <a:lnTo>
                  <a:pt x="0" y="0"/>
                </a:lnTo>
                <a:lnTo>
                  <a:pt x="0" y="27533"/>
                </a:lnTo>
                <a:lnTo>
                  <a:pt x="27432" y="27533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4" name="object 214" descr="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5204555" y="4345304"/>
            <a:ext cx="190595" cy="137255"/>
          </a:xfrm>
          <a:prstGeom prst="rect">
            <a:avLst/>
          </a:prstGeom>
        </p:spPr>
      </p:pic>
      <p:grpSp>
        <p:nvGrpSpPr>
          <p:cNvPr id="215" name="object 215" descr=""/>
          <p:cNvGrpSpPr/>
          <p:nvPr/>
        </p:nvGrpSpPr>
        <p:grpSpPr>
          <a:xfrm>
            <a:off x="5442489" y="4284154"/>
            <a:ext cx="901700" cy="201930"/>
            <a:chOff x="5442489" y="4284154"/>
            <a:chExt cx="901700" cy="201930"/>
          </a:xfrm>
        </p:grpSpPr>
        <p:sp>
          <p:nvSpPr>
            <p:cNvPr id="216" name="object 216" descr=""/>
            <p:cNvSpPr/>
            <p:nvPr/>
          </p:nvSpPr>
          <p:spPr>
            <a:xfrm>
              <a:off x="5442483" y="428415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7" name="object 217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5497353" y="4308633"/>
              <a:ext cx="94583" cy="176974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5617940" y="4342256"/>
              <a:ext cx="106775" cy="143351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5752147" y="4308633"/>
              <a:ext cx="94583" cy="176974"/>
            </a:xfrm>
            <a:prstGeom prst="rect">
              <a:avLst/>
            </a:prstGeom>
          </p:spPr>
        </p:pic>
        <p:sp>
          <p:nvSpPr>
            <p:cNvPr id="220" name="object 220" descr=""/>
            <p:cNvSpPr/>
            <p:nvPr/>
          </p:nvSpPr>
          <p:spPr>
            <a:xfrm>
              <a:off x="5878728" y="4284154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5908" y="27533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5936646" y="4342257"/>
              <a:ext cx="132778" cy="143351"/>
            </a:xfrm>
            <a:prstGeom prst="rect">
              <a:avLst/>
            </a:prstGeom>
          </p:spPr>
        </p:pic>
        <p:pic>
          <p:nvPicPr>
            <p:cNvPr id="222" name="object 222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6102953" y="4345209"/>
              <a:ext cx="108299" cy="137350"/>
            </a:xfrm>
            <a:prstGeom prst="rect">
              <a:avLst/>
            </a:prstGeom>
          </p:spPr>
        </p:pic>
        <p:pic>
          <p:nvPicPr>
            <p:cNvPr id="223" name="object 223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6243256" y="4342257"/>
              <a:ext cx="100679" cy="143351"/>
            </a:xfrm>
            <a:prstGeom prst="rect">
              <a:avLst/>
            </a:prstGeom>
          </p:spPr>
        </p:pic>
      </p:grpSp>
      <p:grpSp>
        <p:nvGrpSpPr>
          <p:cNvPr id="224" name="object 224" descr=""/>
          <p:cNvGrpSpPr/>
          <p:nvPr/>
        </p:nvGrpSpPr>
        <p:grpSpPr>
          <a:xfrm>
            <a:off x="6455282" y="4284154"/>
            <a:ext cx="253365" cy="198755"/>
            <a:chOff x="6455282" y="4284154"/>
            <a:chExt cx="253365" cy="198755"/>
          </a:xfrm>
        </p:grpSpPr>
        <p:pic>
          <p:nvPicPr>
            <p:cNvPr id="225" name="object 225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6455282" y="4348352"/>
              <a:ext cx="198310" cy="134207"/>
            </a:xfrm>
            <a:prstGeom prst="rect">
              <a:avLst/>
            </a:prstGeom>
          </p:spPr>
        </p:pic>
        <p:sp>
          <p:nvSpPr>
            <p:cNvPr id="226" name="object 226" descr=""/>
            <p:cNvSpPr/>
            <p:nvPr/>
          </p:nvSpPr>
          <p:spPr>
            <a:xfrm>
              <a:off x="6681114" y="428415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40" h="198754">
                  <a:moveTo>
                    <a:pt x="24384" y="64109"/>
                  </a:moveTo>
                  <a:lnTo>
                    <a:pt x="1524" y="64109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4109"/>
                  </a:lnTo>
                  <a:close/>
                </a:path>
                <a:path w="27940" h="198754">
                  <a:moveTo>
                    <a:pt x="27432" y="0"/>
                  </a:moveTo>
                  <a:lnTo>
                    <a:pt x="0" y="0"/>
                  </a:lnTo>
                  <a:lnTo>
                    <a:pt x="0" y="27533"/>
                  </a:lnTo>
                  <a:lnTo>
                    <a:pt x="27432" y="2753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7" name="object 227" descr=""/>
          <p:cNvSpPr/>
          <p:nvPr/>
        </p:nvSpPr>
        <p:spPr>
          <a:xfrm>
            <a:off x="6754368" y="4271772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59" h="210820">
                <a:moveTo>
                  <a:pt x="22860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60" y="0"/>
                </a:lnTo>
                <a:lnTo>
                  <a:pt x="22860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 descr=""/>
          <p:cNvSpPr/>
          <p:nvPr/>
        </p:nvSpPr>
        <p:spPr>
          <a:xfrm>
            <a:off x="6827520" y="4271772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59" h="210820">
                <a:moveTo>
                  <a:pt x="22860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60" y="0"/>
                </a:lnTo>
                <a:lnTo>
                  <a:pt x="22860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9" name="object 229" descr=""/>
          <p:cNvPicPr/>
          <p:nvPr/>
        </p:nvPicPr>
        <p:blipFill>
          <a:blip r:embed="rId138" cstate="print"/>
          <a:stretch>
            <a:fillRect/>
          </a:stretch>
        </p:blipFill>
        <p:spPr>
          <a:xfrm>
            <a:off x="6983063" y="4269009"/>
            <a:ext cx="216598" cy="216598"/>
          </a:xfrm>
          <a:prstGeom prst="rect">
            <a:avLst/>
          </a:prstGeom>
        </p:spPr>
      </p:pic>
      <p:grpSp>
        <p:nvGrpSpPr>
          <p:cNvPr id="230" name="object 230" descr=""/>
          <p:cNvGrpSpPr/>
          <p:nvPr/>
        </p:nvGrpSpPr>
        <p:grpSpPr>
          <a:xfrm>
            <a:off x="7249954" y="4272057"/>
            <a:ext cx="577215" cy="213995"/>
            <a:chOff x="7249954" y="4272057"/>
            <a:chExt cx="577215" cy="213995"/>
          </a:xfrm>
        </p:grpSpPr>
        <p:pic>
          <p:nvPicPr>
            <p:cNvPr id="231" name="object 231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7249954" y="4308633"/>
              <a:ext cx="176974" cy="176974"/>
            </a:xfrm>
            <a:prstGeom prst="rect">
              <a:avLst/>
            </a:prstGeom>
          </p:spPr>
        </p:pic>
        <p:pic>
          <p:nvPicPr>
            <p:cNvPr id="232" name="object 232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7460551" y="4272057"/>
              <a:ext cx="108299" cy="210502"/>
            </a:xfrm>
            <a:prstGeom prst="rect">
              <a:avLst/>
            </a:prstGeom>
          </p:spPr>
        </p:pic>
        <p:pic>
          <p:nvPicPr>
            <p:cNvPr id="233" name="object 233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7603903" y="4342256"/>
              <a:ext cx="114395" cy="143351"/>
            </a:xfrm>
            <a:prstGeom prst="rect">
              <a:avLst/>
            </a:prstGeom>
          </p:spPr>
        </p:pic>
        <p:pic>
          <p:nvPicPr>
            <p:cNvPr id="234" name="object 234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7751921" y="4345304"/>
              <a:ext cx="74675" cy="137350"/>
            </a:xfrm>
            <a:prstGeom prst="rect">
              <a:avLst/>
            </a:prstGeom>
          </p:spPr>
        </p:pic>
      </p:grpSp>
      <p:sp>
        <p:nvSpPr>
          <p:cNvPr id="235" name="object 235" descr=""/>
          <p:cNvSpPr/>
          <p:nvPr/>
        </p:nvSpPr>
        <p:spPr>
          <a:xfrm>
            <a:off x="7954797" y="4284154"/>
            <a:ext cx="26034" cy="198755"/>
          </a:xfrm>
          <a:custGeom>
            <a:avLst/>
            <a:gdLst/>
            <a:ahLst/>
            <a:cxnLst/>
            <a:rect l="l" t="t" r="r" b="b"/>
            <a:pathLst>
              <a:path w="26034" h="198754">
                <a:moveTo>
                  <a:pt x="24384" y="64109"/>
                </a:moveTo>
                <a:lnTo>
                  <a:pt x="1524" y="64109"/>
                </a:lnTo>
                <a:lnTo>
                  <a:pt x="1524" y="198412"/>
                </a:lnTo>
                <a:lnTo>
                  <a:pt x="24384" y="198412"/>
                </a:lnTo>
                <a:lnTo>
                  <a:pt x="24384" y="64109"/>
                </a:lnTo>
                <a:close/>
              </a:path>
              <a:path w="26034" h="198754">
                <a:moveTo>
                  <a:pt x="25908" y="0"/>
                </a:moveTo>
                <a:lnTo>
                  <a:pt x="0" y="0"/>
                </a:lnTo>
                <a:lnTo>
                  <a:pt x="0" y="27533"/>
                </a:lnTo>
                <a:lnTo>
                  <a:pt x="25908" y="27533"/>
                </a:lnTo>
                <a:lnTo>
                  <a:pt x="25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6" name="object 236" descr=""/>
          <p:cNvPicPr/>
          <p:nvPr/>
        </p:nvPicPr>
        <p:blipFill>
          <a:blip r:embed="rId143" cstate="print"/>
          <a:stretch>
            <a:fillRect/>
          </a:stretch>
        </p:blipFill>
        <p:spPr>
          <a:xfrm>
            <a:off x="8027955" y="4345304"/>
            <a:ext cx="190690" cy="137255"/>
          </a:xfrm>
          <a:prstGeom prst="rect">
            <a:avLst/>
          </a:prstGeom>
        </p:spPr>
      </p:pic>
      <p:grpSp>
        <p:nvGrpSpPr>
          <p:cNvPr id="237" name="object 237" descr=""/>
          <p:cNvGrpSpPr/>
          <p:nvPr/>
        </p:nvGrpSpPr>
        <p:grpSpPr>
          <a:xfrm>
            <a:off x="8268938" y="4342257"/>
            <a:ext cx="642620" cy="198755"/>
            <a:chOff x="8268938" y="4342257"/>
            <a:chExt cx="642620" cy="198755"/>
          </a:xfrm>
        </p:grpSpPr>
        <p:pic>
          <p:nvPicPr>
            <p:cNvPr id="238" name="object 238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8268938" y="4345305"/>
              <a:ext cx="120491" cy="195262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8416956" y="4342257"/>
              <a:ext cx="494157" cy="143351"/>
            </a:xfrm>
            <a:prstGeom prst="rect">
              <a:avLst/>
            </a:prstGeom>
          </p:spPr>
        </p:pic>
      </p:grpSp>
      <p:pic>
        <p:nvPicPr>
          <p:cNvPr id="240" name="object 240" descr="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1400270" y="4644390"/>
            <a:ext cx="215074" cy="216598"/>
          </a:xfrm>
          <a:prstGeom prst="rect">
            <a:avLst/>
          </a:prstGeom>
        </p:spPr>
      </p:pic>
      <p:grpSp>
        <p:nvGrpSpPr>
          <p:cNvPr id="241" name="object 241" descr=""/>
          <p:cNvGrpSpPr/>
          <p:nvPr/>
        </p:nvGrpSpPr>
        <p:grpSpPr>
          <a:xfrm>
            <a:off x="1665732" y="4659629"/>
            <a:ext cx="878840" cy="203200"/>
            <a:chOff x="1665732" y="4659629"/>
            <a:chExt cx="878840" cy="203200"/>
          </a:xfrm>
        </p:grpSpPr>
        <p:pic>
          <p:nvPicPr>
            <p:cNvPr id="242" name="object 242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665732" y="4720685"/>
              <a:ext cx="106775" cy="137255"/>
            </a:xfrm>
            <a:prstGeom prst="rect">
              <a:avLst/>
            </a:prstGeom>
          </p:spPr>
        </p:pic>
        <p:pic>
          <p:nvPicPr>
            <p:cNvPr id="243" name="object 243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807559" y="4685538"/>
              <a:ext cx="224218" cy="175545"/>
            </a:xfrm>
            <a:prstGeom prst="rect">
              <a:avLst/>
            </a:prstGeom>
          </p:spPr>
        </p:pic>
        <p:sp>
          <p:nvSpPr>
            <p:cNvPr id="244" name="object 244" descr=""/>
            <p:cNvSpPr/>
            <p:nvPr/>
          </p:nvSpPr>
          <p:spPr>
            <a:xfrm>
              <a:off x="2062353" y="4659629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5908" y="64008"/>
                  </a:moveTo>
                  <a:lnTo>
                    <a:pt x="3048" y="64008"/>
                  </a:lnTo>
                  <a:lnTo>
                    <a:pt x="3048" y="198310"/>
                  </a:lnTo>
                  <a:lnTo>
                    <a:pt x="25908" y="198310"/>
                  </a:lnTo>
                  <a:lnTo>
                    <a:pt x="25908" y="64008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27432" y="27432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5" name="object 245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2121693" y="4719066"/>
              <a:ext cx="132778" cy="143351"/>
            </a:xfrm>
            <a:prstGeom prst="rect">
              <a:avLst/>
            </a:prstGeom>
          </p:spPr>
        </p:pic>
        <p:pic>
          <p:nvPicPr>
            <p:cNvPr id="246" name="object 246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2288000" y="4720685"/>
              <a:ext cx="106775" cy="137255"/>
            </a:xfrm>
            <a:prstGeom prst="rect">
              <a:avLst/>
            </a:prstGeom>
          </p:spPr>
        </p:pic>
        <p:pic>
          <p:nvPicPr>
            <p:cNvPr id="247" name="object 247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2436018" y="4719065"/>
              <a:ext cx="108299" cy="141922"/>
            </a:xfrm>
            <a:prstGeom prst="rect">
              <a:avLst/>
            </a:prstGeom>
          </p:spPr>
        </p:pic>
      </p:grpSp>
      <p:sp>
        <p:nvSpPr>
          <p:cNvPr id="248" name="object 248" descr=""/>
          <p:cNvSpPr/>
          <p:nvPr/>
        </p:nvSpPr>
        <p:spPr>
          <a:xfrm>
            <a:off x="2590800" y="4648200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59" y="0"/>
                </a:lnTo>
                <a:lnTo>
                  <a:pt x="22859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9" name="object 249" descr=""/>
          <p:cNvGrpSpPr/>
          <p:nvPr/>
        </p:nvGrpSpPr>
        <p:grpSpPr>
          <a:xfrm>
            <a:off x="2660237" y="4659534"/>
            <a:ext cx="285750" cy="260985"/>
            <a:chOff x="2660237" y="4659534"/>
            <a:chExt cx="285750" cy="260985"/>
          </a:xfrm>
        </p:grpSpPr>
        <p:sp>
          <p:nvSpPr>
            <p:cNvPr id="250" name="object 250" descr=""/>
            <p:cNvSpPr/>
            <p:nvPr/>
          </p:nvSpPr>
          <p:spPr>
            <a:xfrm>
              <a:off x="2660230" y="4659540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1" name="object 251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2715101" y="4685537"/>
              <a:ext cx="230409" cy="234981"/>
            </a:xfrm>
            <a:prstGeom prst="rect">
              <a:avLst/>
            </a:prstGeom>
          </p:spPr>
        </p:pic>
      </p:grpSp>
      <p:pic>
        <p:nvPicPr>
          <p:cNvPr id="252" name="object 252" descr=""/>
          <p:cNvPicPr/>
          <p:nvPr/>
        </p:nvPicPr>
        <p:blipFill>
          <a:blip r:embed="rId153" cstate="print"/>
          <a:stretch>
            <a:fillRect/>
          </a:stretch>
        </p:blipFill>
        <p:spPr>
          <a:xfrm>
            <a:off x="3066002" y="4719065"/>
            <a:ext cx="108299" cy="141922"/>
          </a:xfrm>
          <a:prstGeom prst="rect">
            <a:avLst/>
          </a:prstGeom>
        </p:spPr>
      </p:pic>
      <p:grpSp>
        <p:nvGrpSpPr>
          <p:cNvPr id="253" name="object 253" descr=""/>
          <p:cNvGrpSpPr/>
          <p:nvPr/>
        </p:nvGrpSpPr>
        <p:grpSpPr>
          <a:xfrm>
            <a:off x="3220021" y="4648961"/>
            <a:ext cx="264160" cy="212090"/>
            <a:chOff x="3220021" y="4648961"/>
            <a:chExt cx="264160" cy="212090"/>
          </a:xfrm>
        </p:grpSpPr>
        <p:pic>
          <p:nvPicPr>
            <p:cNvPr id="254" name="object 254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3220021" y="4720685"/>
              <a:ext cx="106775" cy="137255"/>
            </a:xfrm>
            <a:prstGeom prst="rect">
              <a:avLst/>
            </a:prstGeom>
          </p:spPr>
        </p:pic>
        <p:pic>
          <p:nvPicPr>
            <p:cNvPr id="255" name="object 255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3363372" y="4648961"/>
              <a:ext cx="120586" cy="212026"/>
            </a:xfrm>
            <a:prstGeom prst="rect">
              <a:avLst/>
            </a:prstGeom>
          </p:spPr>
        </p:pic>
      </p:grpSp>
      <p:grpSp>
        <p:nvGrpSpPr>
          <p:cNvPr id="256" name="object 256" descr=""/>
          <p:cNvGrpSpPr/>
          <p:nvPr/>
        </p:nvGrpSpPr>
        <p:grpSpPr>
          <a:xfrm>
            <a:off x="3633406" y="4648200"/>
            <a:ext cx="260985" cy="213360"/>
            <a:chOff x="3633406" y="4648200"/>
            <a:chExt cx="260985" cy="213360"/>
          </a:xfrm>
        </p:grpSpPr>
        <p:pic>
          <p:nvPicPr>
            <p:cNvPr id="257" name="object 257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3633406" y="4719066"/>
              <a:ext cx="204406" cy="141922"/>
            </a:xfrm>
            <a:prstGeom prst="rect">
              <a:avLst/>
            </a:prstGeom>
          </p:spPr>
        </p:pic>
        <p:sp>
          <p:nvSpPr>
            <p:cNvPr id="258" name="object 258" descr=""/>
            <p:cNvSpPr/>
            <p:nvPr/>
          </p:nvSpPr>
          <p:spPr>
            <a:xfrm>
              <a:off x="3870959" y="4648200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9" name="object 259" descr=""/>
          <p:cNvGrpSpPr/>
          <p:nvPr/>
        </p:nvGrpSpPr>
        <p:grpSpPr>
          <a:xfrm>
            <a:off x="3941540" y="4659534"/>
            <a:ext cx="172720" cy="201930"/>
            <a:chOff x="3941540" y="4659534"/>
            <a:chExt cx="172720" cy="201930"/>
          </a:xfrm>
        </p:grpSpPr>
        <p:sp>
          <p:nvSpPr>
            <p:cNvPr id="260" name="object 260" descr=""/>
            <p:cNvSpPr/>
            <p:nvPr/>
          </p:nvSpPr>
          <p:spPr>
            <a:xfrm>
              <a:off x="3941533" y="4659540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4007072" y="4719065"/>
              <a:ext cx="106775" cy="141922"/>
            </a:xfrm>
            <a:prstGeom prst="rect">
              <a:avLst/>
            </a:prstGeom>
          </p:spPr>
        </p:pic>
      </p:grpSp>
      <p:grpSp>
        <p:nvGrpSpPr>
          <p:cNvPr id="262" name="object 262" descr=""/>
          <p:cNvGrpSpPr/>
          <p:nvPr/>
        </p:nvGrpSpPr>
        <p:grpSpPr>
          <a:xfrm>
            <a:off x="4161186" y="4648961"/>
            <a:ext cx="180340" cy="212090"/>
            <a:chOff x="4161186" y="4648961"/>
            <a:chExt cx="180340" cy="212090"/>
          </a:xfrm>
        </p:grpSpPr>
        <p:pic>
          <p:nvPicPr>
            <p:cNvPr id="263" name="object 263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4161186" y="4648961"/>
              <a:ext cx="120491" cy="212026"/>
            </a:xfrm>
            <a:prstGeom prst="rect">
              <a:avLst/>
            </a:prstGeom>
          </p:spPr>
        </p:pic>
        <p:sp>
          <p:nvSpPr>
            <p:cNvPr id="264" name="object 264" descr=""/>
            <p:cNvSpPr/>
            <p:nvPr/>
          </p:nvSpPr>
          <p:spPr>
            <a:xfrm>
              <a:off x="4315295" y="4659540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5" name="object 265" descr=""/>
          <p:cNvSpPr/>
          <p:nvPr/>
        </p:nvSpPr>
        <p:spPr>
          <a:xfrm>
            <a:off x="4389120" y="4648200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60" y="210311"/>
                </a:moveTo>
                <a:lnTo>
                  <a:pt x="0" y="210311"/>
                </a:lnTo>
                <a:lnTo>
                  <a:pt x="0" y="0"/>
                </a:lnTo>
                <a:lnTo>
                  <a:pt x="22860" y="0"/>
                </a:lnTo>
                <a:lnTo>
                  <a:pt x="22860" y="210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6" name="object 266" descr=""/>
          <p:cNvGrpSpPr/>
          <p:nvPr/>
        </p:nvGrpSpPr>
        <p:grpSpPr>
          <a:xfrm>
            <a:off x="4458652" y="4659534"/>
            <a:ext cx="285750" cy="260985"/>
            <a:chOff x="4458652" y="4659534"/>
            <a:chExt cx="285750" cy="260985"/>
          </a:xfrm>
        </p:grpSpPr>
        <p:sp>
          <p:nvSpPr>
            <p:cNvPr id="267" name="object 267" descr=""/>
            <p:cNvSpPr/>
            <p:nvPr/>
          </p:nvSpPr>
          <p:spPr>
            <a:xfrm>
              <a:off x="4458652" y="4659540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4513516" y="4685537"/>
              <a:ext cx="230314" cy="234981"/>
            </a:xfrm>
            <a:prstGeom prst="rect">
              <a:avLst/>
            </a:prstGeom>
          </p:spPr>
        </p:pic>
      </p:grpSp>
      <p:pic>
        <p:nvPicPr>
          <p:cNvPr id="269" name="object 269" descr="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029652" y="5118925"/>
            <a:ext cx="186023" cy="175450"/>
          </a:xfrm>
          <a:prstGeom prst="rect">
            <a:avLst/>
          </a:prstGeom>
        </p:spPr>
      </p:pic>
      <p:grpSp>
        <p:nvGrpSpPr>
          <p:cNvPr id="270" name="object 270" descr=""/>
          <p:cNvGrpSpPr/>
          <p:nvPr/>
        </p:nvGrpSpPr>
        <p:grpSpPr>
          <a:xfrm>
            <a:off x="1420082" y="5106638"/>
            <a:ext cx="1450975" cy="213995"/>
            <a:chOff x="1420082" y="5106638"/>
            <a:chExt cx="1450975" cy="213995"/>
          </a:xfrm>
        </p:grpSpPr>
        <p:pic>
          <p:nvPicPr>
            <p:cNvPr id="271" name="object 271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420082" y="5108162"/>
              <a:ext cx="292512" cy="212121"/>
            </a:xfrm>
            <a:prstGeom prst="rect">
              <a:avLst/>
            </a:prstGeom>
          </p:spPr>
        </p:pic>
        <p:pic>
          <p:nvPicPr>
            <p:cNvPr id="272" name="object 272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1737336" y="5182933"/>
              <a:ext cx="129659" cy="137350"/>
            </a:xfrm>
            <a:prstGeom prst="rect">
              <a:avLst/>
            </a:prstGeom>
          </p:spPr>
        </p:pic>
        <p:pic>
          <p:nvPicPr>
            <p:cNvPr id="273" name="object 273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1888426" y="5179885"/>
              <a:ext cx="128016" cy="137350"/>
            </a:xfrm>
            <a:prstGeom prst="rect">
              <a:avLst/>
            </a:prstGeom>
          </p:spPr>
        </p:pic>
        <p:pic>
          <p:nvPicPr>
            <p:cNvPr id="274" name="object 274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2043279" y="5106638"/>
              <a:ext cx="275747" cy="213645"/>
            </a:xfrm>
            <a:prstGeom prst="rect">
              <a:avLst/>
            </a:prstGeom>
          </p:spPr>
        </p:pic>
        <p:pic>
          <p:nvPicPr>
            <p:cNvPr id="275" name="object 275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2352103" y="5118925"/>
              <a:ext cx="454437" cy="201358"/>
            </a:xfrm>
            <a:prstGeom prst="rect">
              <a:avLst/>
            </a:prstGeom>
          </p:spPr>
        </p:pic>
        <p:sp>
          <p:nvSpPr>
            <p:cNvPr id="276" name="object 276" descr=""/>
            <p:cNvSpPr/>
            <p:nvPr/>
          </p:nvSpPr>
          <p:spPr>
            <a:xfrm>
              <a:off x="2844825" y="5182946"/>
              <a:ext cx="26034" cy="134620"/>
            </a:xfrm>
            <a:custGeom>
              <a:avLst/>
              <a:gdLst/>
              <a:ahLst/>
              <a:cxnLst/>
              <a:rect l="l" t="t" r="r" b="b"/>
              <a:pathLst>
                <a:path w="26035" h="134620">
                  <a:moveTo>
                    <a:pt x="25908" y="109918"/>
                  </a:moveTo>
                  <a:lnTo>
                    <a:pt x="0" y="109918"/>
                  </a:lnTo>
                  <a:lnTo>
                    <a:pt x="0" y="134302"/>
                  </a:lnTo>
                  <a:lnTo>
                    <a:pt x="25908" y="134302"/>
                  </a:lnTo>
                  <a:lnTo>
                    <a:pt x="25908" y="109918"/>
                  </a:lnTo>
                  <a:close/>
                </a:path>
                <a:path w="26035" h="134620">
                  <a:moveTo>
                    <a:pt x="25908" y="0"/>
                  </a:moveTo>
                  <a:lnTo>
                    <a:pt x="0" y="0"/>
                  </a:lnTo>
                  <a:lnTo>
                    <a:pt x="0" y="24472"/>
                  </a:lnTo>
                  <a:lnTo>
                    <a:pt x="25908" y="24472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7" name="object 277" descr=""/>
          <p:cNvGrpSpPr/>
          <p:nvPr/>
        </p:nvGrpSpPr>
        <p:grpSpPr>
          <a:xfrm>
            <a:off x="3062954" y="5106637"/>
            <a:ext cx="1699260" cy="213995"/>
            <a:chOff x="3062954" y="5106637"/>
            <a:chExt cx="1699260" cy="213995"/>
          </a:xfrm>
        </p:grpSpPr>
        <p:pic>
          <p:nvPicPr>
            <p:cNvPr id="278" name="object 278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3062954" y="5106637"/>
              <a:ext cx="172307" cy="210597"/>
            </a:xfrm>
            <a:prstGeom prst="rect">
              <a:avLst/>
            </a:prstGeom>
          </p:spPr>
        </p:pic>
        <p:pic>
          <p:nvPicPr>
            <p:cNvPr id="279" name="object 279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3262693" y="5178361"/>
              <a:ext cx="116014" cy="141922"/>
            </a:xfrm>
            <a:prstGeom prst="rect">
              <a:avLst/>
            </a:prstGeom>
          </p:spPr>
        </p:pic>
        <p:pic>
          <p:nvPicPr>
            <p:cNvPr id="280" name="object 280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3412236" y="5179885"/>
              <a:ext cx="190690" cy="137350"/>
            </a:xfrm>
            <a:prstGeom prst="rect">
              <a:avLst/>
            </a:prstGeom>
          </p:spPr>
        </p:pic>
        <p:pic>
          <p:nvPicPr>
            <p:cNvPr id="281" name="object 281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3636454" y="5178361"/>
              <a:ext cx="132683" cy="141922"/>
            </a:xfrm>
            <a:prstGeom prst="rect">
              <a:avLst/>
            </a:prstGeom>
          </p:spPr>
        </p:pic>
        <p:pic>
          <p:nvPicPr>
            <p:cNvPr id="282" name="object 282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3802760" y="5179885"/>
              <a:ext cx="108299" cy="137350"/>
            </a:xfrm>
            <a:prstGeom prst="rect">
              <a:avLst/>
            </a:prstGeom>
          </p:spPr>
        </p:pic>
        <p:pic>
          <p:nvPicPr>
            <p:cNvPr id="283" name="object 283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3943064" y="5144833"/>
              <a:ext cx="208978" cy="175450"/>
            </a:xfrm>
            <a:prstGeom prst="rect">
              <a:avLst/>
            </a:prstGeom>
          </p:spPr>
        </p:pic>
        <p:pic>
          <p:nvPicPr>
            <p:cNvPr id="284" name="object 284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4185570" y="5179885"/>
              <a:ext cx="73247" cy="137350"/>
            </a:xfrm>
            <a:prstGeom prst="rect">
              <a:avLst/>
            </a:prstGeom>
          </p:spPr>
        </p:pic>
        <p:pic>
          <p:nvPicPr>
            <p:cNvPr id="285" name="object 285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4280154" y="5178361"/>
              <a:ext cx="106775" cy="141922"/>
            </a:xfrm>
            <a:prstGeom prst="rect">
              <a:avLst/>
            </a:prstGeom>
          </p:spPr>
        </p:pic>
        <p:pic>
          <p:nvPicPr>
            <p:cNvPr id="286" name="object 286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4414361" y="5144833"/>
              <a:ext cx="94583" cy="175450"/>
            </a:xfrm>
            <a:prstGeom prst="rect">
              <a:avLst/>
            </a:prstGeom>
          </p:spPr>
        </p:pic>
        <p:pic>
          <p:nvPicPr>
            <p:cNvPr id="287" name="object 287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4528756" y="5178361"/>
              <a:ext cx="233457" cy="141922"/>
            </a:xfrm>
            <a:prstGeom prst="rect">
              <a:avLst/>
            </a:prstGeom>
          </p:spPr>
        </p:pic>
      </p:grpSp>
      <p:pic>
        <p:nvPicPr>
          <p:cNvPr id="288" name="object 288" descr=""/>
          <p:cNvPicPr/>
          <p:nvPr/>
        </p:nvPicPr>
        <p:blipFill>
          <a:blip r:embed="rId175" cstate="print"/>
          <a:stretch>
            <a:fillRect/>
          </a:stretch>
        </p:blipFill>
        <p:spPr>
          <a:xfrm>
            <a:off x="4885753" y="5178361"/>
            <a:ext cx="106775" cy="141922"/>
          </a:xfrm>
          <a:prstGeom prst="rect">
            <a:avLst/>
          </a:prstGeom>
        </p:spPr>
      </p:pic>
      <p:grpSp>
        <p:nvGrpSpPr>
          <p:cNvPr id="289" name="object 289" descr=""/>
          <p:cNvGrpSpPr/>
          <p:nvPr/>
        </p:nvGrpSpPr>
        <p:grpSpPr>
          <a:xfrm>
            <a:off x="5123688" y="5106923"/>
            <a:ext cx="306705" cy="213360"/>
            <a:chOff x="5123688" y="5106923"/>
            <a:chExt cx="306705" cy="213360"/>
          </a:xfrm>
        </p:grpSpPr>
        <p:pic>
          <p:nvPicPr>
            <p:cNvPr id="290" name="object 290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5123688" y="5178361"/>
              <a:ext cx="250126" cy="141922"/>
            </a:xfrm>
            <a:prstGeom prst="rect">
              <a:avLst/>
            </a:prstGeom>
          </p:spPr>
        </p:pic>
        <p:sp>
          <p:nvSpPr>
            <p:cNvPr id="291" name="object 291" descr=""/>
            <p:cNvSpPr/>
            <p:nvPr/>
          </p:nvSpPr>
          <p:spPr>
            <a:xfrm>
              <a:off x="5407152" y="5106923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60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22860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2" name="object 292" descr=""/>
          <p:cNvGrpSpPr/>
          <p:nvPr/>
        </p:nvGrpSpPr>
        <p:grpSpPr>
          <a:xfrm>
            <a:off x="5477541" y="5106638"/>
            <a:ext cx="181610" cy="213995"/>
            <a:chOff x="5477541" y="5106638"/>
            <a:chExt cx="181610" cy="213995"/>
          </a:xfrm>
        </p:grpSpPr>
        <p:sp>
          <p:nvSpPr>
            <p:cNvPr id="293" name="object 293" descr=""/>
            <p:cNvSpPr/>
            <p:nvPr/>
          </p:nvSpPr>
          <p:spPr>
            <a:xfrm>
              <a:off x="5477535" y="5118836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7432" y="2752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4" name="object 294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5538596" y="5106638"/>
              <a:ext cx="120491" cy="213645"/>
            </a:xfrm>
            <a:prstGeom prst="rect">
              <a:avLst/>
            </a:prstGeom>
          </p:spPr>
        </p:pic>
      </p:grpSp>
      <p:grpSp>
        <p:nvGrpSpPr>
          <p:cNvPr id="295" name="object 295" descr=""/>
          <p:cNvGrpSpPr/>
          <p:nvPr/>
        </p:nvGrpSpPr>
        <p:grpSpPr>
          <a:xfrm>
            <a:off x="5791771" y="5103590"/>
            <a:ext cx="367665" cy="217170"/>
            <a:chOff x="5791771" y="5103590"/>
            <a:chExt cx="367665" cy="217170"/>
          </a:xfrm>
        </p:grpSpPr>
        <p:pic>
          <p:nvPicPr>
            <p:cNvPr id="296" name="object 296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5791771" y="5103590"/>
              <a:ext cx="225742" cy="216693"/>
            </a:xfrm>
            <a:prstGeom prst="rect">
              <a:avLst/>
            </a:prstGeom>
          </p:spPr>
        </p:pic>
        <p:pic>
          <p:nvPicPr>
            <p:cNvPr id="297" name="object 297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6052661" y="5182933"/>
              <a:ext cx="106775" cy="137350"/>
            </a:xfrm>
            <a:prstGeom prst="rect">
              <a:avLst/>
            </a:prstGeom>
          </p:spPr>
        </p:pic>
      </p:grpSp>
      <p:grpSp>
        <p:nvGrpSpPr>
          <p:cNvPr id="298" name="object 298" descr=""/>
          <p:cNvGrpSpPr/>
          <p:nvPr/>
        </p:nvGrpSpPr>
        <p:grpSpPr>
          <a:xfrm>
            <a:off x="6208204" y="5106638"/>
            <a:ext cx="264160" cy="213995"/>
            <a:chOff x="6208204" y="5106638"/>
            <a:chExt cx="264160" cy="213995"/>
          </a:xfrm>
        </p:grpSpPr>
        <p:pic>
          <p:nvPicPr>
            <p:cNvPr id="299" name="object 299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6208204" y="5179885"/>
              <a:ext cx="106775" cy="137350"/>
            </a:xfrm>
            <a:prstGeom prst="rect">
              <a:avLst/>
            </a:prstGeom>
          </p:spPr>
        </p:pic>
        <p:pic>
          <p:nvPicPr>
            <p:cNvPr id="300" name="object 300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6351555" y="5106638"/>
              <a:ext cx="120491" cy="213645"/>
            </a:xfrm>
            <a:prstGeom prst="rect">
              <a:avLst/>
            </a:prstGeom>
          </p:spPr>
        </p:pic>
      </p:grpSp>
      <p:grpSp>
        <p:nvGrpSpPr>
          <p:cNvPr id="301" name="object 301" descr=""/>
          <p:cNvGrpSpPr/>
          <p:nvPr/>
        </p:nvGrpSpPr>
        <p:grpSpPr>
          <a:xfrm>
            <a:off x="6511766" y="5118830"/>
            <a:ext cx="593725" cy="201930"/>
            <a:chOff x="6511766" y="5118830"/>
            <a:chExt cx="593725" cy="201930"/>
          </a:xfrm>
        </p:grpSpPr>
        <p:pic>
          <p:nvPicPr>
            <p:cNvPr id="302" name="object 302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6647497" y="5144833"/>
              <a:ext cx="94583" cy="175450"/>
            </a:xfrm>
            <a:prstGeom prst="rect">
              <a:avLst/>
            </a:prstGeom>
          </p:spPr>
        </p:pic>
        <p:pic>
          <p:nvPicPr>
            <p:cNvPr id="303" name="object 303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6511766" y="5178361"/>
              <a:ext cx="108299" cy="141922"/>
            </a:xfrm>
            <a:prstGeom prst="rect">
              <a:avLst/>
            </a:prstGeom>
          </p:spPr>
        </p:pic>
        <p:sp>
          <p:nvSpPr>
            <p:cNvPr id="304" name="object 304" descr=""/>
            <p:cNvSpPr/>
            <p:nvPr/>
          </p:nvSpPr>
          <p:spPr>
            <a:xfrm>
              <a:off x="6774179" y="5118836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4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6832091" y="5178361"/>
              <a:ext cx="132683" cy="141922"/>
            </a:xfrm>
            <a:prstGeom prst="rect">
              <a:avLst/>
            </a:prstGeom>
          </p:spPr>
        </p:pic>
        <p:pic>
          <p:nvPicPr>
            <p:cNvPr id="306" name="object 306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6998302" y="5179885"/>
              <a:ext cx="106775" cy="137350"/>
            </a:xfrm>
            <a:prstGeom prst="rect">
              <a:avLst/>
            </a:prstGeom>
          </p:spPr>
        </p:pic>
      </p:grpSp>
      <p:sp>
        <p:nvSpPr>
          <p:cNvPr id="307" name="object 307" descr=""/>
          <p:cNvSpPr/>
          <p:nvPr/>
        </p:nvSpPr>
        <p:spPr>
          <a:xfrm>
            <a:off x="7253097" y="5118925"/>
            <a:ext cx="27940" cy="198755"/>
          </a:xfrm>
          <a:custGeom>
            <a:avLst/>
            <a:gdLst/>
            <a:ahLst/>
            <a:cxnLst/>
            <a:rect l="l" t="t" r="r" b="b"/>
            <a:pathLst>
              <a:path w="27940" h="198754">
                <a:moveTo>
                  <a:pt x="25908" y="64008"/>
                </a:moveTo>
                <a:lnTo>
                  <a:pt x="3048" y="64008"/>
                </a:lnTo>
                <a:lnTo>
                  <a:pt x="3048" y="198310"/>
                </a:lnTo>
                <a:lnTo>
                  <a:pt x="25908" y="198310"/>
                </a:lnTo>
                <a:lnTo>
                  <a:pt x="25908" y="64008"/>
                </a:lnTo>
                <a:close/>
              </a:path>
              <a:path w="27940" h="198754">
                <a:moveTo>
                  <a:pt x="27432" y="0"/>
                </a:moveTo>
                <a:lnTo>
                  <a:pt x="0" y="0"/>
                </a:lnTo>
                <a:lnTo>
                  <a:pt x="0" y="27432"/>
                </a:lnTo>
                <a:lnTo>
                  <a:pt x="27432" y="27432"/>
                </a:lnTo>
                <a:lnTo>
                  <a:pt x="274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8" name="object 308" descr=""/>
          <p:cNvPicPr/>
          <p:nvPr/>
        </p:nvPicPr>
        <p:blipFill>
          <a:blip r:embed="rId186" cstate="print"/>
          <a:stretch>
            <a:fillRect/>
          </a:stretch>
        </p:blipFill>
        <p:spPr>
          <a:xfrm>
            <a:off x="7327773" y="5179885"/>
            <a:ext cx="106775" cy="137350"/>
          </a:xfrm>
          <a:prstGeom prst="rect">
            <a:avLst/>
          </a:prstGeom>
        </p:spPr>
      </p:pic>
      <p:grpSp>
        <p:nvGrpSpPr>
          <p:cNvPr id="309" name="object 309" descr=""/>
          <p:cNvGrpSpPr/>
          <p:nvPr/>
        </p:nvGrpSpPr>
        <p:grpSpPr>
          <a:xfrm>
            <a:off x="7573422" y="5106637"/>
            <a:ext cx="538480" cy="217170"/>
            <a:chOff x="7573422" y="5106637"/>
            <a:chExt cx="538480" cy="217170"/>
          </a:xfrm>
        </p:grpSpPr>
        <p:pic>
          <p:nvPicPr>
            <p:cNvPr id="310" name="object 310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7573422" y="5106637"/>
              <a:ext cx="103727" cy="216693"/>
            </a:xfrm>
            <a:prstGeom prst="rect">
              <a:avLst/>
            </a:prstGeom>
          </p:spPr>
        </p:pic>
        <p:pic>
          <p:nvPicPr>
            <p:cNvPr id="311" name="object 311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7719822" y="5178361"/>
              <a:ext cx="106775" cy="141922"/>
            </a:xfrm>
            <a:prstGeom prst="rect">
              <a:avLst/>
            </a:prstGeom>
          </p:spPr>
        </p:pic>
        <p:pic>
          <p:nvPicPr>
            <p:cNvPr id="312" name="object 312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7852505" y="5182933"/>
              <a:ext cx="131254" cy="134302"/>
            </a:xfrm>
            <a:prstGeom prst="rect">
              <a:avLst/>
            </a:prstGeom>
          </p:spPr>
        </p:pic>
        <p:pic>
          <p:nvPicPr>
            <p:cNvPr id="313" name="object 313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8005096" y="5178456"/>
              <a:ext cx="106775" cy="141827"/>
            </a:xfrm>
            <a:prstGeom prst="rect">
              <a:avLst/>
            </a:prstGeom>
          </p:spPr>
        </p:pic>
      </p:grpSp>
      <p:grpSp>
        <p:nvGrpSpPr>
          <p:cNvPr id="314" name="object 314" descr=""/>
          <p:cNvGrpSpPr/>
          <p:nvPr/>
        </p:nvGrpSpPr>
        <p:grpSpPr>
          <a:xfrm>
            <a:off x="8247602" y="5100542"/>
            <a:ext cx="410845" cy="222885"/>
            <a:chOff x="8247602" y="5100542"/>
            <a:chExt cx="410845" cy="222885"/>
          </a:xfrm>
        </p:grpSpPr>
        <p:pic>
          <p:nvPicPr>
            <p:cNvPr id="315" name="object 315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8247602" y="5100542"/>
              <a:ext cx="137255" cy="222789"/>
            </a:xfrm>
            <a:prstGeom prst="rect">
              <a:avLst/>
            </a:prstGeom>
          </p:spPr>
        </p:pic>
        <p:pic>
          <p:nvPicPr>
            <p:cNvPr id="316" name="object 316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8406288" y="5182933"/>
              <a:ext cx="198215" cy="134302"/>
            </a:xfrm>
            <a:prstGeom prst="rect">
              <a:avLst/>
            </a:prstGeom>
          </p:spPr>
        </p:pic>
        <p:sp>
          <p:nvSpPr>
            <p:cNvPr id="317" name="object 317" descr=""/>
            <p:cNvSpPr/>
            <p:nvPr/>
          </p:nvSpPr>
          <p:spPr>
            <a:xfrm>
              <a:off x="8632025" y="5118836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4" h="198754">
                  <a:moveTo>
                    <a:pt x="24384" y="64096"/>
                  </a:moveTo>
                  <a:lnTo>
                    <a:pt x="1524" y="64096"/>
                  </a:lnTo>
                  <a:lnTo>
                    <a:pt x="1524" y="198399"/>
                  </a:lnTo>
                  <a:lnTo>
                    <a:pt x="24384" y="198399"/>
                  </a:lnTo>
                  <a:lnTo>
                    <a:pt x="24384" y="64096"/>
                  </a:lnTo>
                  <a:close/>
                </a:path>
                <a:path w="26034" h="198754">
                  <a:moveTo>
                    <a:pt x="25908" y="0"/>
                  </a:moveTo>
                  <a:lnTo>
                    <a:pt x="0" y="0"/>
                  </a:lnTo>
                  <a:lnTo>
                    <a:pt x="0" y="27520"/>
                  </a:lnTo>
                  <a:lnTo>
                    <a:pt x="25908" y="27520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8" name="object 318" descr=""/>
          <p:cNvPicPr/>
          <p:nvPr/>
        </p:nvPicPr>
        <p:blipFill>
          <a:blip r:embed="rId192" cstate="print"/>
          <a:stretch>
            <a:fillRect/>
          </a:stretch>
        </p:blipFill>
        <p:spPr>
          <a:xfrm>
            <a:off x="8705183" y="5179885"/>
            <a:ext cx="106775" cy="137350"/>
          </a:xfrm>
          <a:prstGeom prst="rect">
            <a:avLst/>
          </a:prstGeom>
        </p:spPr>
      </p:pic>
      <p:pic>
        <p:nvPicPr>
          <p:cNvPr id="319" name="object 319" descr=""/>
          <p:cNvPicPr/>
          <p:nvPr/>
        </p:nvPicPr>
        <p:blipFill>
          <a:blip r:embed="rId193" cstate="print"/>
          <a:stretch>
            <a:fillRect/>
          </a:stretch>
        </p:blipFill>
        <p:spPr>
          <a:xfrm>
            <a:off x="1403318" y="5483542"/>
            <a:ext cx="120491" cy="213645"/>
          </a:xfrm>
          <a:prstGeom prst="rect">
            <a:avLst/>
          </a:prstGeom>
        </p:spPr>
      </p:pic>
      <p:pic>
        <p:nvPicPr>
          <p:cNvPr id="320" name="object 320" descr=""/>
          <p:cNvPicPr/>
          <p:nvPr/>
        </p:nvPicPr>
        <p:blipFill>
          <a:blip r:embed="rId194" cstate="print"/>
          <a:stretch>
            <a:fillRect/>
          </a:stretch>
        </p:blipFill>
        <p:spPr>
          <a:xfrm>
            <a:off x="8845581" y="5179885"/>
            <a:ext cx="138779" cy="199929"/>
          </a:xfrm>
          <a:prstGeom prst="rect">
            <a:avLst/>
          </a:prstGeom>
        </p:spPr>
      </p:pic>
      <p:grpSp>
        <p:nvGrpSpPr>
          <p:cNvPr id="321" name="object 321" descr=""/>
          <p:cNvGrpSpPr/>
          <p:nvPr/>
        </p:nvGrpSpPr>
        <p:grpSpPr>
          <a:xfrm>
            <a:off x="1558956" y="5483352"/>
            <a:ext cx="993140" cy="269240"/>
            <a:chOff x="1558956" y="5483352"/>
            <a:chExt cx="993140" cy="269240"/>
          </a:xfrm>
        </p:grpSpPr>
        <p:pic>
          <p:nvPicPr>
            <p:cNvPr id="322" name="object 322" descr="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1558956" y="5553742"/>
              <a:ext cx="388905" cy="143446"/>
            </a:xfrm>
            <a:prstGeom prst="rect">
              <a:avLst/>
            </a:prstGeom>
          </p:spPr>
        </p:pic>
        <p:sp>
          <p:nvSpPr>
            <p:cNvPr id="323" name="object 323" descr=""/>
            <p:cNvSpPr/>
            <p:nvPr/>
          </p:nvSpPr>
          <p:spPr>
            <a:xfrm>
              <a:off x="1981200" y="5483352"/>
              <a:ext cx="22860" cy="210820"/>
            </a:xfrm>
            <a:custGeom>
              <a:avLst/>
              <a:gdLst/>
              <a:ahLst/>
              <a:cxnLst/>
              <a:rect l="l" t="t" r="r" b="b"/>
              <a:pathLst>
                <a:path w="22860" h="210820">
                  <a:moveTo>
                    <a:pt x="22859" y="210312"/>
                  </a:moveTo>
                  <a:lnTo>
                    <a:pt x="0" y="210312"/>
                  </a:lnTo>
                  <a:lnTo>
                    <a:pt x="0" y="0"/>
                  </a:lnTo>
                  <a:lnTo>
                    <a:pt x="22859" y="0"/>
                  </a:lnTo>
                  <a:lnTo>
                    <a:pt x="22859" y="21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4" name="object 324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2037873" y="5553742"/>
              <a:ext cx="132683" cy="143446"/>
            </a:xfrm>
            <a:prstGeom prst="rect">
              <a:avLst/>
            </a:prstGeom>
          </p:spPr>
        </p:pic>
        <p:pic>
          <p:nvPicPr>
            <p:cNvPr id="325" name="object 325" descr="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2204180" y="5555265"/>
              <a:ext cx="120491" cy="196881"/>
            </a:xfrm>
            <a:prstGeom prst="rect">
              <a:avLst/>
            </a:prstGeom>
          </p:spPr>
        </p:pic>
        <p:pic>
          <p:nvPicPr>
            <p:cNvPr id="326" name="object 326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2361247" y="5555265"/>
              <a:ext cx="190690" cy="138874"/>
            </a:xfrm>
            <a:prstGeom prst="rect">
              <a:avLst/>
            </a:prstGeom>
          </p:spPr>
        </p:pic>
      </p:grpSp>
      <p:grpSp>
        <p:nvGrpSpPr>
          <p:cNvPr id="327" name="object 327" descr=""/>
          <p:cNvGrpSpPr/>
          <p:nvPr/>
        </p:nvGrpSpPr>
        <p:grpSpPr>
          <a:xfrm>
            <a:off x="2586989" y="5520213"/>
            <a:ext cx="380365" cy="177165"/>
            <a:chOff x="2586989" y="5520213"/>
            <a:chExt cx="380365" cy="177165"/>
          </a:xfrm>
        </p:grpSpPr>
        <p:pic>
          <p:nvPicPr>
            <p:cNvPr id="328" name="object 328" descr="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2735008" y="5555265"/>
              <a:ext cx="106775" cy="138874"/>
            </a:xfrm>
            <a:prstGeom prst="rect">
              <a:avLst/>
            </a:prstGeom>
          </p:spPr>
        </p:pic>
        <p:pic>
          <p:nvPicPr>
            <p:cNvPr id="329" name="object 32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586989" y="5553741"/>
              <a:ext cx="114395" cy="143446"/>
            </a:xfrm>
            <a:prstGeom prst="rect">
              <a:avLst/>
            </a:prstGeom>
          </p:spPr>
        </p:pic>
        <p:pic>
          <p:nvPicPr>
            <p:cNvPr id="330" name="object 330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2872263" y="5520213"/>
              <a:ext cx="94583" cy="176974"/>
            </a:xfrm>
            <a:prstGeom prst="rect">
              <a:avLst/>
            </a:prstGeom>
          </p:spPr>
        </p:pic>
      </p:grpSp>
      <p:grpSp>
        <p:nvGrpSpPr>
          <p:cNvPr id="331" name="object 331" descr=""/>
          <p:cNvGrpSpPr/>
          <p:nvPr/>
        </p:nvGrpSpPr>
        <p:grpSpPr>
          <a:xfrm>
            <a:off x="3081242" y="5483542"/>
            <a:ext cx="515620" cy="213995"/>
            <a:chOff x="3081242" y="5483542"/>
            <a:chExt cx="515620" cy="213995"/>
          </a:xfrm>
        </p:grpSpPr>
        <p:pic>
          <p:nvPicPr>
            <p:cNvPr id="332" name="object 332" descr="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3081242" y="5558313"/>
              <a:ext cx="198310" cy="135826"/>
            </a:xfrm>
            <a:prstGeom prst="rect">
              <a:avLst/>
            </a:prstGeom>
          </p:spPr>
        </p:pic>
        <p:sp>
          <p:nvSpPr>
            <p:cNvPr id="333" name="object 333" descr=""/>
            <p:cNvSpPr/>
            <p:nvPr/>
          </p:nvSpPr>
          <p:spPr>
            <a:xfrm>
              <a:off x="3306978" y="5495734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2585"/>
                  </a:moveTo>
                  <a:lnTo>
                    <a:pt x="1524" y="62585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2585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4" name="object 334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3361848" y="5520213"/>
              <a:ext cx="94583" cy="176974"/>
            </a:xfrm>
            <a:prstGeom prst="rect">
              <a:avLst/>
            </a:prstGeom>
          </p:spPr>
        </p:pic>
        <p:pic>
          <p:nvPicPr>
            <p:cNvPr id="335" name="object 335" descr="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3490055" y="5483542"/>
              <a:ext cx="106775" cy="210597"/>
            </a:xfrm>
            <a:prstGeom prst="rect">
              <a:avLst/>
            </a:prstGeom>
          </p:spPr>
        </p:pic>
      </p:grpSp>
      <p:grpSp>
        <p:nvGrpSpPr>
          <p:cNvPr id="336" name="object 336" descr=""/>
          <p:cNvGrpSpPr/>
          <p:nvPr/>
        </p:nvGrpSpPr>
        <p:grpSpPr>
          <a:xfrm>
            <a:off x="3732561" y="5495734"/>
            <a:ext cx="828675" cy="201930"/>
            <a:chOff x="3732561" y="5495734"/>
            <a:chExt cx="828675" cy="201930"/>
          </a:xfrm>
        </p:grpSpPr>
        <p:pic>
          <p:nvPicPr>
            <p:cNvPr id="337" name="object 337" descr="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3732561" y="5520213"/>
              <a:ext cx="498824" cy="176974"/>
            </a:xfrm>
            <a:prstGeom prst="rect">
              <a:avLst/>
            </a:prstGeom>
          </p:spPr>
        </p:pic>
        <p:pic>
          <p:nvPicPr>
            <p:cNvPr id="338" name="object 338" descr="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4264913" y="5555265"/>
              <a:ext cx="106775" cy="138874"/>
            </a:xfrm>
            <a:prstGeom prst="rect">
              <a:avLst/>
            </a:prstGeom>
          </p:spPr>
        </p:pic>
        <p:pic>
          <p:nvPicPr>
            <p:cNvPr id="339" name="object 339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4403693" y="5553741"/>
              <a:ext cx="100679" cy="143446"/>
            </a:xfrm>
            <a:prstGeom prst="rect">
              <a:avLst/>
            </a:prstGeom>
          </p:spPr>
        </p:pic>
        <p:sp>
          <p:nvSpPr>
            <p:cNvPr id="340" name="object 340" descr=""/>
            <p:cNvSpPr/>
            <p:nvPr/>
          </p:nvSpPr>
          <p:spPr>
            <a:xfrm>
              <a:off x="4534941" y="5495734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2585"/>
                  </a:moveTo>
                  <a:lnTo>
                    <a:pt x="1524" y="62585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2585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1" name="object 341" descr=""/>
          <p:cNvGrpSpPr/>
          <p:nvPr/>
        </p:nvGrpSpPr>
        <p:grpSpPr>
          <a:xfrm>
            <a:off x="4608099" y="5483542"/>
            <a:ext cx="181610" cy="213995"/>
            <a:chOff x="4608099" y="5483542"/>
            <a:chExt cx="181610" cy="213995"/>
          </a:xfrm>
        </p:grpSpPr>
        <p:pic>
          <p:nvPicPr>
            <p:cNvPr id="342" name="object 342" descr="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4608099" y="5483542"/>
              <a:ext cx="120491" cy="213645"/>
            </a:xfrm>
            <a:prstGeom prst="rect">
              <a:avLst/>
            </a:prstGeom>
          </p:spPr>
        </p:pic>
        <p:sp>
          <p:nvSpPr>
            <p:cNvPr id="343" name="object 343" descr=""/>
            <p:cNvSpPr/>
            <p:nvPr/>
          </p:nvSpPr>
          <p:spPr>
            <a:xfrm>
              <a:off x="4762208" y="5495734"/>
              <a:ext cx="27940" cy="198755"/>
            </a:xfrm>
            <a:custGeom>
              <a:avLst/>
              <a:gdLst/>
              <a:ahLst/>
              <a:cxnLst/>
              <a:rect l="l" t="t" r="r" b="b"/>
              <a:pathLst>
                <a:path w="27939" h="198754">
                  <a:moveTo>
                    <a:pt x="24384" y="62585"/>
                  </a:moveTo>
                  <a:lnTo>
                    <a:pt x="3048" y="62585"/>
                  </a:lnTo>
                  <a:lnTo>
                    <a:pt x="3048" y="198412"/>
                  </a:lnTo>
                  <a:lnTo>
                    <a:pt x="24384" y="198412"/>
                  </a:lnTo>
                  <a:lnTo>
                    <a:pt x="24384" y="62585"/>
                  </a:lnTo>
                  <a:close/>
                </a:path>
                <a:path w="27939" h="198754">
                  <a:moveTo>
                    <a:pt x="27432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7432" y="25908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4" name="object 344" descr=""/>
          <p:cNvSpPr/>
          <p:nvPr/>
        </p:nvSpPr>
        <p:spPr>
          <a:xfrm>
            <a:off x="4837176" y="5483352"/>
            <a:ext cx="22860" cy="210820"/>
          </a:xfrm>
          <a:custGeom>
            <a:avLst/>
            <a:gdLst/>
            <a:ahLst/>
            <a:cxnLst/>
            <a:rect l="l" t="t" r="r" b="b"/>
            <a:pathLst>
              <a:path w="22860" h="210820">
                <a:moveTo>
                  <a:pt x="228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22859" y="0"/>
                </a:lnTo>
                <a:lnTo>
                  <a:pt x="22859" y="210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5" name="object 345" descr=""/>
          <p:cNvGrpSpPr/>
          <p:nvPr/>
        </p:nvGrpSpPr>
        <p:grpSpPr>
          <a:xfrm>
            <a:off x="4907089" y="5495734"/>
            <a:ext cx="285750" cy="259715"/>
            <a:chOff x="4907089" y="5495734"/>
            <a:chExt cx="285750" cy="259715"/>
          </a:xfrm>
        </p:grpSpPr>
        <p:sp>
          <p:nvSpPr>
            <p:cNvPr id="346" name="object 346" descr=""/>
            <p:cNvSpPr/>
            <p:nvPr/>
          </p:nvSpPr>
          <p:spPr>
            <a:xfrm>
              <a:off x="4907076" y="5495734"/>
              <a:ext cx="26034" cy="198755"/>
            </a:xfrm>
            <a:custGeom>
              <a:avLst/>
              <a:gdLst/>
              <a:ahLst/>
              <a:cxnLst/>
              <a:rect l="l" t="t" r="r" b="b"/>
              <a:pathLst>
                <a:path w="26035" h="198754">
                  <a:moveTo>
                    <a:pt x="24384" y="62585"/>
                  </a:moveTo>
                  <a:lnTo>
                    <a:pt x="1524" y="62585"/>
                  </a:lnTo>
                  <a:lnTo>
                    <a:pt x="1524" y="198412"/>
                  </a:lnTo>
                  <a:lnTo>
                    <a:pt x="24384" y="198412"/>
                  </a:lnTo>
                  <a:lnTo>
                    <a:pt x="24384" y="62585"/>
                  </a:lnTo>
                  <a:close/>
                </a:path>
                <a:path w="26035" h="198754">
                  <a:moveTo>
                    <a:pt x="25908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5908" y="25908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7" name="object 347" descr="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4961953" y="5520213"/>
              <a:ext cx="230409" cy="23498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 gunder</dc:creator>
  <dc:title>chrome-extension___mhjfbmdgcfjbbpaeojofohoefgiehjai_edge_pdf_index.html</dc:title>
  <dcterms:created xsi:type="dcterms:W3CDTF">2025-07-11T15:19:09Z</dcterms:created>
  <dcterms:modified xsi:type="dcterms:W3CDTF">2025-07-11T15:19:09Z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2025-07-11T00:00:00Z</vt:filetime>
  </property>
  <property fmtid="{D5CDD505-2E9C-101B-9397-08002B2CF9AE}" pid="3" name="LastSaved">
    <vt:filetime>2025-07-11T00:00:00Z</vt:filetime>
  </property>
  <property fmtid="{D5CDD505-2E9C-101B-9397-08002B2CF9AE}" pid="4" name="Producer">
    <vt:lpwstr>Microsoft: Print To PDF</vt:lpwstr>
  </property>
</Properties>
</file>