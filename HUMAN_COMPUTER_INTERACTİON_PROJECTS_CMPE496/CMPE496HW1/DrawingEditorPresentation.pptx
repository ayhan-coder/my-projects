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74" d="100"/>
          <a:sy n="74" d="100"/>
        </p:scale>
        <p:origin x="86" y="5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AFFF4-278A-575C-5F97-EA1173243F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FB4173-57CA-72D8-AEB5-972CB30052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697F4-29BD-750E-FA03-19E108408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0B04-3B61-47C3-A48C-EACB97DB162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BDF7C-C691-42AB-502D-5B6DB14B5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85511-8879-5B50-1D75-E4EC3C9D0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BC11-E9CC-4598-AAA8-34F7BAF4F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26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9E066-5196-AE00-47EB-FD22631FE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50DE1-CDE9-25EE-D877-E85FB24F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FE3A0-2FE9-0E89-4EEB-76533D439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0B04-3B61-47C3-A48C-EACB97DB162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E8D08-0A70-C09C-763B-C7984A7BC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50FCF-B4BB-BE2D-938C-4CA75C1B8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BC11-E9CC-4598-AAA8-34F7BAF4F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207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16C90-21E6-664A-6B58-76C273A58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1E365-E45C-70C7-38CA-981E565F2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7638A-9468-F03E-01C0-3184292D8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0B04-3B61-47C3-A48C-EACB97DB162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026C7-E565-B78A-12A6-099289CD9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E210A-3057-3D33-5719-56C5DF04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BC11-E9CC-4598-AAA8-34F7BAF4F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923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F395A-3249-F997-FF77-287DD8152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66351-E4D5-A471-EFB6-718D4B1E7A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7971B9-0740-FEFB-F63C-10F120340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25B72C-8003-F148-7A83-E9D939E9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0B04-3B61-47C3-A48C-EACB97DB162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0C3913-6CCA-E450-A511-EE172B1EC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B8F54-6D88-8DAF-9EBF-F5BA81D39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BC11-E9CC-4598-AAA8-34F7BAF4F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728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27B35-FA96-84DD-783D-62A8B57FF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F05E0-1F91-6594-0524-8D56E6052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7F3909-C0BD-AB75-F471-22E8FBC844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E2257E-AF47-644F-F906-D82D5A0C61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02630A-C80D-6656-194F-D9D1572B71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6C8B0C-256C-78DC-2989-E3867D18C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0B04-3B61-47C3-A48C-EACB97DB162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B9C4FE-5813-C102-30ED-BCC378611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39E5B4-2D9D-2C34-70F2-8711548BF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BC11-E9CC-4598-AAA8-34F7BAF4F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757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0326D-AE01-A777-065F-374C5AF67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ADC48-686D-2BA1-7D79-A687C2E41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0B04-3B61-47C3-A48C-EACB97DB162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6B6918-EE0A-3817-2078-FB8210DFD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28CD82-914F-0EBE-E36F-292C5818B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BC11-E9CC-4598-AAA8-34F7BAF4F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986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1BAD75-91DA-E876-51C9-3CB7890F1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0B04-3B61-47C3-A48C-EACB97DB162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4A408D-B5D3-02A8-530F-F3A8110B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70325-5292-1FEC-D5E3-EEA136CF2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BC11-E9CC-4598-AAA8-34F7BAF4F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395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1D226-91C1-E53A-2991-56E40C10F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D6993-A68D-3A01-9015-97538B2A7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141933-A126-0898-8017-97F029C9D0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3AA175-321E-0DA6-3284-C91B55375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0B04-3B61-47C3-A48C-EACB97DB162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237F64-FB4A-1A81-5FE0-12D9F3F61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81E70-5A31-BDEC-9FBA-E0DF97014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BC11-E9CC-4598-AAA8-34F7BAF4F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729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3FA71-39F3-4C9B-C9EC-60EB3DE97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D72DAF-6D1D-B52D-9ACA-652C913238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805E8C-670A-D01C-1916-262636C3F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DF0EF9-D0C6-FCEF-A93A-0D7A218A3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0B04-3B61-47C3-A48C-EACB97DB162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ABCAD-82EA-8B0D-B11F-C16F0FF47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8B788D-D634-8E61-F028-744448E13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BC11-E9CC-4598-AAA8-34F7BAF4F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499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46257-F435-6A31-483C-F7F1351B8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927D83-6C88-DBF6-64E9-967A7BB5B4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0AE1F-3AB3-5446-8DFE-C3972006C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0B04-3B61-47C3-A48C-EACB97DB162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40EC0-48AF-D8AC-7EFB-9AF7FAF43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F04C5-103C-E0B4-412A-83EAECED9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BC11-E9CC-4598-AAA8-34F7BAF4F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35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6FCF13-61CC-EF78-7C4E-4092B4F94F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F7C589-93B8-4D85-C842-9B263936D7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5B960-C92A-5255-1351-AEBB151C8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0B04-3B61-47C3-A48C-EACB97DB162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5C6AC-548E-8624-1237-39DB34499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BFC76-A754-8BDA-5718-13BFFA0A2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BC11-E9CC-4598-AAA8-34F7BAF4F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798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BA0CAC-4461-8427-C672-0DF337957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48440-3519-224C-50D3-E631CEBF0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A325B-579C-3530-7BF8-78FD92BB8E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D80B04-3B61-47C3-A48C-EACB97DB162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EC7EC-6733-71AD-3C07-B7D1C1198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2FE70-2161-426F-78B1-DF8D53B282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7DBC11-E9CC-4598-AAA8-34F7BAF4F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611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0F6AA8-C962-CCE0-A782-EED70047CD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23" r="1" b="1"/>
          <a:stretch>
            <a:fillRect/>
          </a:stretch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A1691C-84E1-432F-D22F-D633C4FD6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643467"/>
            <a:ext cx="5452529" cy="3569242"/>
          </a:xfrm>
        </p:spPr>
        <p:txBody>
          <a:bodyPr anchor="t">
            <a:normAutofit/>
          </a:bodyPr>
          <a:lstStyle/>
          <a:p>
            <a:pPr algn="l"/>
            <a:endParaRPr lang="en-US" sz="52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A25B7-725B-5BBB-6CFA-07CDED6AA8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6" y="4551037"/>
            <a:ext cx="5449479" cy="1578054"/>
          </a:xfrm>
        </p:spPr>
        <p:txBody>
          <a:bodyPr anchor="b">
            <a:normAutofit/>
          </a:bodyPr>
          <a:lstStyle/>
          <a:p>
            <a:pPr algn="l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002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D3CA5C-7E8F-4291-B90F-29301E8C54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334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4D7444E-8572-6DFD-CB75-0984238C7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1C89D56-574B-DBE6-E414-A886D4CD9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6808B29-2E24-7E95-6543-9B0B82179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715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8E52D8-282D-333E-6832-FACF4BF79A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649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56DED3-EA8F-127B-FBC6-EAED65A6A8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952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A3B415-29E7-4964-2D13-6FCBB863BB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44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4D7444E-8572-6DFD-CB75-0984238C7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1C89D56-574B-DBE6-E414-A886D4CD9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6808B29-2E24-7E95-6543-9B0B82179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9704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72F5E-E12D-0ED5-240A-E465EF484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E83F18-644F-A664-53D3-CF697E5D05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242798" cy="6858000"/>
          </a:xfrm>
        </p:spPr>
      </p:pic>
    </p:spTree>
    <p:extLst>
      <p:ext uri="{BB962C8B-B14F-4D97-AF65-F5344CB8AC3E}">
        <p14:creationId xmlns:p14="http://schemas.microsoft.com/office/powerpoint/2010/main" val="927210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102AB4-5249-A324-484E-6AC8742B54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4D7444E-8572-6DFD-CB75-0984238C7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1C89D56-574B-DBE6-E414-A886D4CD9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6808B29-2E24-7E95-6543-9B0B82179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45814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A2460E-218F-C645-EFAA-210CDA799F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73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2325F1-804A-8437-8A48-39DFF77AE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 for your attention ❤️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31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</Words>
  <Application>Microsoft Office PowerPoint</Application>
  <PresentationFormat>Widescreen</PresentationFormat>
  <Paragraphs>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attention ❤️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Ayhan Günder</dc:creator>
  <cp:lastModifiedBy>Ali Ayhan Günder</cp:lastModifiedBy>
  <cp:revision>1</cp:revision>
  <dcterms:created xsi:type="dcterms:W3CDTF">2025-07-14T19:27:50Z</dcterms:created>
  <dcterms:modified xsi:type="dcterms:W3CDTF">2025-07-14T19:34:32Z</dcterms:modified>
</cp:coreProperties>
</file>