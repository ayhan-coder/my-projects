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Arimo Bold" charset="1" panose="020B0704020202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7137" y="-194659"/>
            <a:ext cx="9351137" cy="5622662"/>
            <a:chOff x="0" y="0"/>
            <a:chExt cx="2462851" cy="1480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2851" cy="1480866"/>
            </a:xfrm>
            <a:custGeom>
              <a:avLst/>
              <a:gdLst/>
              <a:ahLst/>
              <a:cxnLst/>
              <a:rect r="r" b="b" t="t" l="l"/>
              <a:pathLst>
                <a:path h="1480866" w="2462851">
                  <a:moveTo>
                    <a:pt x="0" y="0"/>
                  </a:moveTo>
                  <a:lnTo>
                    <a:pt x="2462851" y="0"/>
                  </a:lnTo>
                  <a:lnTo>
                    <a:pt x="2462851" y="1480866"/>
                  </a:lnTo>
                  <a:lnTo>
                    <a:pt x="0" y="1480866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62851" cy="1528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9325" y="793582"/>
            <a:ext cx="7818214" cy="4080390"/>
            <a:chOff x="0" y="0"/>
            <a:chExt cx="10424285" cy="5440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4285" cy="5440519"/>
            </a:xfrm>
            <a:custGeom>
              <a:avLst/>
              <a:gdLst/>
              <a:ahLst/>
              <a:cxnLst/>
              <a:rect r="r" b="b" t="t" l="l"/>
              <a:pathLst>
                <a:path h="5440519" w="10424285">
                  <a:moveTo>
                    <a:pt x="0" y="0"/>
                  </a:moveTo>
                  <a:lnTo>
                    <a:pt x="10424285" y="0"/>
                  </a:lnTo>
                  <a:lnTo>
                    <a:pt x="10424285" y="5440519"/>
                  </a:lnTo>
                  <a:lnTo>
                    <a:pt x="0" y="5440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32" r="0" b="-2332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64779" y="1270857"/>
              <a:ext cx="579052" cy="57905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97342" y="1270857"/>
              <a:ext cx="666715" cy="289526"/>
              <a:chOff x="0" y="0"/>
              <a:chExt cx="131697" cy="571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1697" cy="57190"/>
              </a:xfrm>
              <a:custGeom>
                <a:avLst/>
                <a:gdLst/>
                <a:ahLst/>
                <a:cxnLst/>
                <a:rect r="r" b="b" t="t" l="l"/>
                <a:pathLst>
                  <a:path h="57190" w="131697">
                    <a:moveTo>
                      <a:pt x="0" y="0"/>
                    </a:moveTo>
                    <a:lnTo>
                      <a:pt x="131697" y="0"/>
                    </a:lnTo>
                    <a:lnTo>
                      <a:pt x="131697" y="57190"/>
                    </a:lnTo>
                    <a:lnTo>
                      <a:pt x="0" y="57190"/>
                    </a:lnTo>
                    <a:close/>
                  </a:path>
                </a:pathLst>
              </a:custGeom>
              <a:solidFill>
                <a:srgbClr val="22293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31697" cy="1048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8377538" y="4873972"/>
            <a:ext cx="9910462" cy="5413028"/>
            <a:chOff x="0" y="0"/>
            <a:chExt cx="2610163" cy="14256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10163" cy="1425654"/>
            </a:xfrm>
            <a:custGeom>
              <a:avLst/>
              <a:gdLst/>
              <a:ahLst/>
              <a:cxnLst/>
              <a:rect r="r" b="b" t="t" l="l"/>
              <a:pathLst>
                <a:path h="1425654" w="2610163">
                  <a:moveTo>
                    <a:pt x="0" y="0"/>
                  </a:moveTo>
                  <a:lnTo>
                    <a:pt x="2610163" y="0"/>
                  </a:lnTo>
                  <a:lnTo>
                    <a:pt x="2610163" y="1425654"/>
                  </a:lnTo>
                  <a:lnTo>
                    <a:pt x="0" y="142565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610163" cy="1473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75119" y="5652594"/>
            <a:ext cx="8115300" cy="4080390"/>
            <a:chOff x="0" y="0"/>
            <a:chExt cx="10820400" cy="54405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0400" cy="5440519"/>
            </a:xfrm>
            <a:custGeom>
              <a:avLst/>
              <a:gdLst/>
              <a:ahLst/>
              <a:cxnLst/>
              <a:rect r="r" b="b" t="t" l="l"/>
              <a:pathLst>
                <a:path h="5440519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440519"/>
                  </a:lnTo>
                  <a:lnTo>
                    <a:pt x="0" y="5440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76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1220228" y="899953"/>
              <a:ext cx="736846" cy="318747"/>
              <a:chOff x="0" y="0"/>
              <a:chExt cx="145550" cy="6296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5550" cy="62962"/>
              </a:xfrm>
              <a:custGeom>
                <a:avLst/>
                <a:gdLst/>
                <a:ahLst/>
                <a:cxnLst/>
                <a:rect r="r" b="b" t="t" l="l"/>
                <a:pathLst>
                  <a:path h="62962" w="145550">
                    <a:moveTo>
                      <a:pt x="0" y="0"/>
                    </a:moveTo>
                    <a:lnTo>
                      <a:pt x="145550" y="0"/>
                    </a:lnTo>
                    <a:lnTo>
                      <a:pt x="145550" y="62962"/>
                    </a:lnTo>
                    <a:lnTo>
                      <a:pt x="0" y="62962"/>
                    </a:lnTo>
                    <a:close/>
                  </a:path>
                </a:pathLst>
              </a:custGeom>
              <a:solidFill>
                <a:srgbClr val="222934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45550" cy="1105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20428" y="818476"/>
              <a:ext cx="793850" cy="79385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8377538" y="4857486"/>
            <a:ext cx="766462" cy="570517"/>
            <a:chOff x="0" y="0"/>
            <a:chExt cx="201866" cy="1502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866" cy="150260"/>
            </a:xfrm>
            <a:custGeom>
              <a:avLst/>
              <a:gdLst/>
              <a:ahLst/>
              <a:cxnLst/>
              <a:rect r="r" b="b" t="t" l="l"/>
              <a:pathLst>
                <a:path h="150260" w="201866">
                  <a:moveTo>
                    <a:pt x="0" y="0"/>
                  </a:moveTo>
                  <a:lnTo>
                    <a:pt x="201866" y="0"/>
                  </a:lnTo>
                  <a:lnTo>
                    <a:pt x="201866" y="150260"/>
                  </a:lnTo>
                  <a:lnTo>
                    <a:pt x="0" y="15026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1866" cy="19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39355" y="584032"/>
            <a:ext cx="8199107" cy="323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How the users react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607" y="5312457"/>
            <a:ext cx="7899631" cy="486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 the problems online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2254" y="4873972"/>
            <a:ext cx="12605746" cy="5413028"/>
            <a:chOff x="0" y="0"/>
            <a:chExt cx="3320032" cy="1425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0032" cy="1425654"/>
            </a:xfrm>
            <a:custGeom>
              <a:avLst/>
              <a:gdLst/>
              <a:ahLst/>
              <a:cxnLst/>
              <a:rect r="r" b="b" t="t" l="l"/>
              <a:pathLst>
                <a:path h="1425654" w="3320032">
                  <a:moveTo>
                    <a:pt x="0" y="0"/>
                  </a:moveTo>
                  <a:lnTo>
                    <a:pt x="3320032" y="0"/>
                  </a:lnTo>
                  <a:lnTo>
                    <a:pt x="3320032" y="1425654"/>
                  </a:lnTo>
                  <a:lnTo>
                    <a:pt x="0" y="142565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20032" cy="1473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2023" y="0"/>
            <a:ext cx="12196159" cy="5398164"/>
            <a:chOff x="0" y="0"/>
            <a:chExt cx="3212157" cy="14217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2157" cy="1421739"/>
            </a:xfrm>
            <a:custGeom>
              <a:avLst/>
              <a:gdLst/>
              <a:ahLst/>
              <a:cxnLst/>
              <a:rect r="r" b="b" t="t" l="l"/>
              <a:pathLst>
                <a:path h="1421739" w="3212157">
                  <a:moveTo>
                    <a:pt x="0" y="0"/>
                  </a:moveTo>
                  <a:lnTo>
                    <a:pt x="3212157" y="0"/>
                  </a:lnTo>
                  <a:lnTo>
                    <a:pt x="3212157" y="1421739"/>
                  </a:lnTo>
                  <a:lnTo>
                    <a:pt x="0" y="1421739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212157" cy="146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0647" y="564512"/>
            <a:ext cx="10010818" cy="3992929"/>
            <a:chOff x="0" y="0"/>
            <a:chExt cx="13347757" cy="53239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7757" cy="5323906"/>
            </a:xfrm>
            <a:custGeom>
              <a:avLst/>
              <a:gdLst/>
              <a:ahLst/>
              <a:cxnLst/>
              <a:rect r="r" b="b" t="t" l="l"/>
              <a:pathLst>
                <a:path h="5323906" w="13347757">
                  <a:moveTo>
                    <a:pt x="0" y="0"/>
                  </a:moveTo>
                  <a:lnTo>
                    <a:pt x="13347757" y="0"/>
                  </a:lnTo>
                  <a:lnTo>
                    <a:pt x="13347757" y="5323906"/>
                  </a:lnTo>
                  <a:lnTo>
                    <a:pt x="0" y="5323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0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419413" y="1868103"/>
              <a:ext cx="793850" cy="79385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74620" y="1756881"/>
              <a:ext cx="690092" cy="508147"/>
              <a:chOff x="0" y="0"/>
              <a:chExt cx="136314" cy="1003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6314" cy="100375"/>
              </a:xfrm>
              <a:custGeom>
                <a:avLst/>
                <a:gdLst/>
                <a:ahLst/>
                <a:cxnLst/>
                <a:rect r="r" b="b" t="t" l="l"/>
                <a:pathLst>
                  <a:path h="100375" w="136314">
                    <a:moveTo>
                      <a:pt x="0" y="0"/>
                    </a:moveTo>
                    <a:lnTo>
                      <a:pt x="136314" y="0"/>
                    </a:lnTo>
                    <a:lnTo>
                      <a:pt x="136314" y="100375"/>
                    </a:lnTo>
                    <a:lnTo>
                      <a:pt x="0" y="100375"/>
                    </a:lnTo>
                    <a:close/>
                  </a:path>
                </a:pathLst>
              </a:custGeom>
              <a:solidFill>
                <a:srgbClr val="22293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36314" cy="148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7034547" y="5732802"/>
            <a:ext cx="10104963" cy="4044593"/>
            <a:chOff x="0" y="0"/>
            <a:chExt cx="13473283" cy="53927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73283" cy="5392791"/>
            </a:xfrm>
            <a:custGeom>
              <a:avLst/>
              <a:gdLst/>
              <a:ahLst/>
              <a:cxnLst/>
              <a:rect r="r" b="b" t="t" l="l"/>
              <a:pathLst>
                <a:path h="5392791" w="13473283">
                  <a:moveTo>
                    <a:pt x="0" y="0"/>
                  </a:moveTo>
                  <a:lnTo>
                    <a:pt x="13473283" y="0"/>
                  </a:lnTo>
                  <a:lnTo>
                    <a:pt x="13473283" y="5392791"/>
                  </a:lnTo>
                  <a:lnTo>
                    <a:pt x="0" y="539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963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377783" y="1614990"/>
              <a:ext cx="847886" cy="84788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520327" y="1530785"/>
              <a:ext cx="818665" cy="508147"/>
              <a:chOff x="0" y="0"/>
              <a:chExt cx="161712" cy="10037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1712" cy="100375"/>
              </a:xfrm>
              <a:custGeom>
                <a:avLst/>
                <a:gdLst/>
                <a:ahLst/>
                <a:cxnLst/>
                <a:rect r="r" b="b" t="t" l="l"/>
                <a:pathLst>
                  <a:path h="100375" w="161712">
                    <a:moveTo>
                      <a:pt x="0" y="0"/>
                    </a:moveTo>
                    <a:lnTo>
                      <a:pt x="161712" y="0"/>
                    </a:lnTo>
                    <a:lnTo>
                      <a:pt x="161712" y="100375"/>
                    </a:lnTo>
                    <a:lnTo>
                      <a:pt x="0" y="100375"/>
                    </a:lnTo>
                    <a:close/>
                  </a:path>
                </a:pathLst>
              </a:custGeom>
              <a:solidFill>
                <a:srgbClr val="222934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61712" cy="148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35584" y="1451596"/>
              <a:ext cx="127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82254" y="4857486"/>
            <a:ext cx="6241881" cy="570517"/>
            <a:chOff x="0" y="0"/>
            <a:chExt cx="1643952" cy="1502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3952" cy="150260"/>
            </a:xfrm>
            <a:custGeom>
              <a:avLst/>
              <a:gdLst/>
              <a:ahLst/>
              <a:cxnLst/>
              <a:rect r="r" b="b" t="t" l="l"/>
              <a:pathLst>
                <a:path h="150260" w="1643952">
                  <a:moveTo>
                    <a:pt x="0" y="0"/>
                  </a:moveTo>
                  <a:lnTo>
                    <a:pt x="1643952" y="0"/>
                  </a:lnTo>
                  <a:lnTo>
                    <a:pt x="1643952" y="150260"/>
                  </a:lnTo>
                  <a:lnTo>
                    <a:pt x="0" y="15026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643952" cy="19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554132" y="288334"/>
            <a:ext cx="5055274" cy="426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17"/>
              </a:lnSpc>
              <a:spcBef>
                <a:spcPct val="0"/>
              </a:spcBef>
            </a:pPr>
            <a:r>
              <a:rPr lang="en-US" b="true" sz="8083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How the users react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488752" y="5542302"/>
            <a:ext cx="6539415" cy="424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 the problems online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62211"/>
            <a:ext cx="16230600" cy="4321397"/>
            <a:chOff x="0" y="0"/>
            <a:chExt cx="21640800" cy="5761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5761863"/>
            </a:xfrm>
            <a:custGeom>
              <a:avLst/>
              <a:gdLst/>
              <a:ahLst/>
              <a:cxnLst/>
              <a:rect r="r" b="b" t="t" l="l"/>
              <a:pathLst>
                <a:path h="576186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5761863"/>
                  </a:lnTo>
                  <a:lnTo>
                    <a:pt x="0" y="5761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90247" y="268590"/>
              <a:ext cx="1376546" cy="137654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121122" y="83731"/>
              <a:ext cx="4725931" cy="873131"/>
              <a:chOff x="0" y="0"/>
              <a:chExt cx="812800" cy="1501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50167"/>
              </a:xfrm>
              <a:custGeom>
                <a:avLst/>
                <a:gdLst/>
                <a:ahLst/>
                <a:cxnLst/>
                <a:rect r="r" b="b" t="t" l="l"/>
                <a:pathLst>
                  <a:path h="15016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0167"/>
                    </a:lnTo>
                    <a:lnTo>
                      <a:pt x="0" y="150167"/>
                    </a:lnTo>
                    <a:close/>
                  </a:path>
                </a:pathLst>
              </a:custGeom>
              <a:solidFill>
                <a:srgbClr val="22293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812800" cy="1977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838200"/>
            <a:ext cx="16230600" cy="138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4"/>
              </a:lnSpc>
            </a:pPr>
            <a:r>
              <a:rPr lang="en-US" sz="786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What about Community Groups?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DAGuQ_chHQU</dc:identifier>
  <dcterms:modified xsi:type="dcterms:W3CDTF">2011-08-01T06:04:30Z</dcterms:modified>
  <cp:revision>1</cp:revision>
  <dc:title>CampusConnect </dc:title>
</cp:coreProperties>
</file>